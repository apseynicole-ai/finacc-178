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notesMasterIdLst>
    <p:notesMasterId r:id="rId23"/>
  </p:notesMasterIdLst>
  <p:sldIdLst>
    <p:sldId id="377" r:id="rId5"/>
    <p:sldId id="378" r:id="rId6"/>
    <p:sldId id="379" r:id="rId7"/>
    <p:sldId id="380" r:id="rId8"/>
    <p:sldId id="397" r:id="rId9"/>
    <p:sldId id="381" r:id="rId10"/>
    <p:sldId id="382" r:id="rId11"/>
    <p:sldId id="396" r:id="rId12"/>
    <p:sldId id="383" r:id="rId13"/>
    <p:sldId id="398" r:id="rId14"/>
    <p:sldId id="384" r:id="rId15"/>
    <p:sldId id="385" r:id="rId16"/>
    <p:sldId id="386" r:id="rId17"/>
    <p:sldId id="399" r:id="rId18"/>
    <p:sldId id="387" r:id="rId19"/>
    <p:sldId id="388" r:id="rId20"/>
    <p:sldId id="400" r:id="rId21"/>
    <p:sldId id="389" r:id="rId22"/>
  </p:sldIdLst>
  <p:sldSz cx="12192000" cy="6858000"/>
  <p:notesSz cx="6797675" cy="992822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01" userDrawn="1">
          <p15:clr>
            <a:srgbClr val="A4A3A4"/>
          </p15:clr>
        </p15:guide>
        <p15:guide id="2" pos="3840" userDrawn="1">
          <p15:clr>
            <a:srgbClr val="A4A3A4"/>
          </p15:clr>
        </p15:guide>
        <p15:guide id="3" orient="horz" pos="845" userDrawn="1">
          <p15:clr>
            <a:srgbClr val="A4A3A4"/>
          </p15:clr>
        </p15:guide>
        <p15:guide id="4" orient="horz" pos="226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e Jager, E, Mev &lt;edejager@sun.ac.za&gt;" initials="DJEM&lt;" lastIdx="2" clrIdx="0">
    <p:extLst>
      <p:ext uri="{19B8F6BF-5375-455C-9EA6-DF929625EA0E}">
        <p15:presenceInfo xmlns:p15="http://schemas.microsoft.com/office/powerpoint/2012/main" userId="S-1-5-21-1214440339-602609370-839522115-8167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D5356"/>
    <a:srgbClr val="000000"/>
    <a:srgbClr val="461B2B"/>
    <a:srgbClr val="FFFFFF"/>
    <a:srgbClr val="E2D6C0"/>
    <a:srgbClr val="8B2346"/>
    <a:srgbClr val="B79962"/>
    <a:srgbClr val="461A2B"/>
    <a:srgbClr val="F1EBDF"/>
    <a:srgbClr val="ECE7D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5532"/>
    <p:restoredTop sz="93447" autoAdjust="0"/>
  </p:normalViewPr>
  <p:slideViewPr>
    <p:cSldViewPr snapToGrid="0" snapToObjects="1" showGuides="1">
      <p:cViewPr varScale="1">
        <p:scale>
          <a:sx n="63" d="100"/>
          <a:sy n="63" d="100"/>
        </p:scale>
        <p:origin x="400" y="56"/>
      </p:cViewPr>
      <p:guideLst>
        <p:guide orient="horz" pos="2001"/>
        <p:guide pos="3840"/>
        <p:guide orient="horz" pos="845"/>
        <p:guide orient="horz" pos="2260"/>
      </p:guideLst>
    </p:cSldViewPr>
  </p:slideViewPr>
  <p:notesTextViewPr>
    <p:cViewPr>
      <p:scale>
        <a:sx n="140" d="100"/>
        <a:sy n="140" d="100"/>
      </p:scale>
      <p:origin x="0" y="0"/>
    </p:cViewPr>
  </p:notesTextViewPr>
  <p:sorterViewPr>
    <p:cViewPr>
      <p:scale>
        <a:sx n="40" d="100"/>
        <a:sy n="4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13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0443" y="0"/>
            <a:ext cx="2945659" cy="498135"/>
          </a:xfrm>
          <a:prstGeom prst="rect">
            <a:avLst/>
          </a:prstGeom>
        </p:spPr>
        <p:txBody>
          <a:bodyPr vert="horz" lIns="91440" tIns="45720" rIns="91440" bIns="45720" rtlCol="0"/>
          <a:lstStyle>
            <a:lvl1pPr algn="r">
              <a:defRPr sz="1200"/>
            </a:lvl1pPr>
          </a:lstStyle>
          <a:p>
            <a:fld id="{8BD69B49-EEFB-4B49-ACAD-82B53A8DDF70}" type="datetimeFigureOut">
              <a:rPr lang="en-US" smtClean="0"/>
              <a:t>4/25/2025</a:t>
            </a:fld>
            <a:endParaRPr lang="en-US"/>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768" y="4777958"/>
            <a:ext cx="5438140" cy="3909239"/>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9430091"/>
            <a:ext cx="2945659" cy="498134"/>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0443" y="9430091"/>
            <a:ext cx="2945659" cy="498134"/>
          </a:xfrm>
          <a:prstGeom prst="rect">
            <a:avLst/>
          </a:prstGeom>
        </p:spPr>
        <p:txBody>
          <a:bodyPr vert="horz" lIns="91440" tIns="45720" rIns="91440" bIns="45720" rtlCol="0" anchor="b"/>
          <a:lstStyle>
            <a:lvl1pPr algn="r">
              <a:defRPr sz="1200"/>
            </a:lvl1pPr>
          </a:lstStyle>
          <a:p>
            <a:fld id="{99BF6EFC-B03E-874C-9CD9-41B66C8AE1E7}" type="slidenum">
              <a:rPr lang="en-US" smtClean="0"/>
              <a:t>‹#›</a:t>
            </a:fld>
            <a:endParaRPr lang="en-US"/>
          </a:p>
        </p:txBody>
      </p:sp>
    </p:spTree>
    <p:extLst>
      <p:ext uri="{BB962C8B-B14F-4D97-AF65-F5344CB8AC3E}">
        <p14:creationId xmlns:p14="http://schemas.microsoft.com/office/powerpoint/2010/main" val="724995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99BF6EFC-B03E-874C-9CD9-41B66C8AE1E7}" type="slidenum">
              <a:rPr lang="en-US" smtClean="0"/>
              <a:t>1</a:t>
            </a:fld>
            <a:endParaRPr lang="en-US"/>
          </a:p>
        </p:txBody>
      </p:sp>
    </p:spTree>
    <p:extLst>
      <p:ext uri="{BB962C8B-B14F-4D97-AF65-F5344CB8AC3E}">
        <p14:creationId xmlns:p14="http://schemas.microsoft.com/office/powerpoint/2010/main" val="300977034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7" Type="http://schemas.openxmlformats.org/officeDocument/2006/relationships/image" Target="../media/image11.sv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3" Type="http://schemas.microsoft.com/office/2007/relationships/hdphoto" Target="../media/hdphoto2.wdp"/><Relationship Id="rId7" Type="http://schemas.openxmlformats.org/officeDocument/2006/relationships/image" Target="../media/image11.sv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microsoft.com/office/2007/relationships/hdphoto" Target="../media/hdphoto3.wdp"/><Relationship Id="rId7" Type="http://schemas.openxmlformats.org/officeDocument/2006/relationships/image" Target="../media/image11.sv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10.xml.rels><?xml version="1.0" encoding="UTF-8" standalone="yes"?>
<Relationships xmlns="http://schemas.openxmlformats.org/package/2006/relationships"><Relationship Id="rId3" Type="http://schemas.microsoft.com/office/2007/relationships/hdphoto" Target="../media/hdphoto4.wdp"/><Relationship Id="rId7" Type="http://schemas.openxmlformats.org/officeDocument/2006/relationships/image" Target="../media/image11.sv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microsoft.com/office/2007/relationships/hdphoto" Target="../media/hdphoto5.wdp"/><Relationship Id="rId7" Type="http://schemas.openxmlformats.org/officeDocument/2006/relationships/image" Target="../media/image11.sv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6.png"/><Relationship Id="rId1" Type="http://schemas.openxmlformats.org/officeDocument/2006/relationships/slideMaster" Target="../slideMasters/slideMaster1.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1.xml"/><Relationship Id="rId5" Type="http://schemas.openxmlformats.org/officeDocument/2006/relationships/image" Target="../media/image20.svg"/><Relationship Id="rId4" Type="http://schemas.openxmlformats.org/officeDocument/2006/relationships/image" Target="../media/image19.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6.png"/><Relationship Id="rId1" Type="http://schemas.openxmlformats.org/officeDocument/2006/relationships/slideMaster" Target="../slideMasters/slideMaster1.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6.png"/><Relationship Id="rId1" Type="http://schemas.openxmlformats.org/officeDocument/2006/relationships/slideMaster" Target="../slideMasters/slideMaster1.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1.xml"/><Relationship Id="rId5" Type="http://schemas.openxmlformats.org/officeDocument/2006/relationships/image" Target="../media/image13.svg"/><Relationship Id="rId4" Type="http://schemas.openxmlformats.org/officeDocument/2006/relationships/image" Target="../media/image1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amp; End Slide Option">
    <p:bg>
      <p:bgPr>
        <a:solidFill>
          <a:schemeClr val="bg1"/>
        </a:solidFill>
        <a:effectLst/>
      </p:bgPr>
    </p:bg>
    <p:spTree>
      <p:nvGrpSpPr>
        <p:cNvPr id="1" name=""/>
        <p:cNvGrpSpPr/>
        <p:nvPr/>
      </p:nvGrpSpPr>
      <p:grpSpPr>
        <a:xfrm>
          <a:off x="0" y="0"/>
          <a:ext cx="0" cy="0"/>
          <a:chOff x="0" y="0"/>
          <a:chExt cx="0" cy="0"/>
        </a:xfrm>
      </p:grpSpPr>
      <p:pic>
        <p:nvPicPr>
          <p:cNvPr id="4" name="Supergraphic">
            <a:extLst>
              <a:ext uri="{FF2B5EF4-FFF2-40B4-BE49-F238E27FC236}">
                <a16:creationId xmlns:a16="http://schemas.microsoft.com/office/drawing/2014/main" id="{5B248510-4BC7-9345-88FC-2E0C971BA74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014959" y="1341439"/>
            <a:ext cx="1196970" cy="1837209"/>
          </a:xfrm>
          <a:prstGeom prst="rect">
            <a:avLst/>
          </a:prstGeom>
        </p:spPr>
      </p:pic>
      <p:cxnSp>
        <p:nvCxnSpPr>
          <p:cNvPr id="5" name="Gold H Line">
            <a:extLst>
              <a:ext uri="{FF2B5EF4-FFF2-40B4-BE49-F238E27FC236}">
                <a16:creationId xmlns:a16="http://schemas.microsoft.com/office/drawing/2014/main" id="{D2E91EF0-985A-D444-B885-44EABE549784}"/>
              </a:ext>
            </a:extLst>
          </p:cNvPr>
          <p:cNvCxnSpPr/>
          <p:nvPr userDrawn="1"/>
        </p:nvCxnSpPr>
        <p:spPr>
          <a:xfrm>
            <a:off x="0" y="1341438"/>
            <a:ext cx="12192000" cy="0"/>
          </a:xfrm>
          <a:prstGeom prst="line">
            <a:avLst/>
          </a:prstGeom>
          <a:ln>
            <a:solidFill>
              <a:schemeClr val="accent2">
                <a:lumMod val="40000"/>
                <a:lumOff val="60000"/>
              </a:schemeClr>
            </a:solidFill>
          </a:ln>
        </p:spPr>
        <p:style>
          <a:lnRef idx="1">
            <a:schemeClr val="accent2"/>
          </a:lnRef>
          <a:fillRef idx="0">
            <a:schemeClr val="accent2"/>
          </a:fillRef>
          <a:effectRef idx="0">
            <a:schemeClr val="accent2"/>
          </a:effectRef>
          <a:fontRef idx="minor">
            <a:schemeClr val="tx1"/>
          </a:fontRef>
        </p:style>
      </p:cxnSp>
      <p:sp>
        <p:nvSpPr>
          <p:cNvPr id="19" name="Title">
            <a:extLst>
              <a:ext uri="{FF2B5EF4-FFF2-40B4-BE49-F238E27FC236}">
                <a16:creationId xmlns:a16="http://schemas.microsoft.com/office/drawing/2014/main" id="{62CE03E8-B1C3-CC40-B8F9-5DD639D93B94}"/>
              </a:ext>
            </a:extLst>
          </p:cNvPr>
          <p:cNvSpPr>
            <a:spLocks noGrp="1"/>
          </p:cNvSpPr>
          <p:nvPr>
            <p:ph type="title" hasCustomPrompt="1"/>
          </p:nvPr>
        </p:nvSpPr>
        <p:spPr>
          <a:xfrm>
            <a:off x="518668" y="286559"/>
            <a:ext cx="8328565"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2546026624"/>
      </p:ext>
    </p:extLst>
  </p:cSld>
  <p:clrMapOvr>
    <a:masterClrMapping/>
  </p:clrMapOvr>
  <p:extLst>
    <p:ext uri="{DCECCB84-F9BA-43D5-87BE-67443E8EF086}">
      <p15:sldGuideLst xmlns:p15="http://schemas.microsoft.com/office/powerpoint/2012/main">
        <p15:guide id="1" pos="6947"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ub-heading + Content on White Bg">
    <p:spTree>
      <p:nvGrpSpPr>
        <p:cNvPr id="1" name=""/>
        <p:cNvGrpSpPr/>
        <p:nvPr/>
      </p:nvGrpSpPr>
      <p:grpSpPr>
        <a:xfrm>
          <a:off x="0" y="0"/>
          <a:ext cx="0" cy="0"/>
          <a:chOff x="0" y="0"/>
          <a:chExt cx="0" cy="0"/>
        </a:xfrm>
      </p:grpSpPr>
      <p:cxnSp>
        <p:nvCxnSpPr>
          <p:cNvPr id="6" name="Gold H Line">
            <a:extLst>
              <a:ext uri="{FF2B5EF4-FFF2-40B4-BE49-F238E27FC236}">
                <a16:creationId xmlns:a16="http://schemas.microsoft.com/office/drawing/2014/main" id="{14D6B201-F64D-A747-B121-C05B2A976FDB}"/>
              </a:ext>
            </a:extLst>
          </p:cNvPr>
          <p:cNvCxnSpPr/>
          <p:nvPr userDrawn="1"/>
        </p:nvCxnSpPr>
        <p:spPr>
          <a:xfrm>
            <a:off x="0" y="1341438"/>
            <a:ext cx="12192000" cy="0"/>
          </a:xfrm>
          <a:prstGeom prst="line">
            <a:avLst/>
          </a:prstGeom>
          <a:ln>
            <a:solidFill>
              <a:schemeClr val="accent2">
                <a:lumMod val="40000"/>
                <a:lumOff val="60000"/>
              </a:schemeClr>
            </a:solidFill>
          </a:ln>
        </p:spPr>
        <p:style>
          <a:lnRef idx="1">
            <a:schemeClr val="accent2"/>
          </a:lnRef>
          <a:fillRef idx="0">
            <a:schemeClr val="accent2"/>
          </a:fillRef>
          <a:effectRef idx="0">
            <a:schemeClr val="accent2"/>
          </a:effectRef>
          <a:fontRef idx="minor">
            <a:schemeClr val="tx1"/>
          </a:fontRef>
        </p:style>
      </p:cxnSp>
      <p:sp>
        <p:nvSpPr>
          <p:cNvPr id="10" name="Content Placeholder ">
            <a:extLst>
              <a:ext uri="{FF2B5EF4-FFF2-40B4-BE49-F238E27FC236}">
                <a16:creationId xmlns:a16="http://schemas.microsoft.com/office/drawing/2014/main" id="{1E5D113C-3036-C842-BC1F-5B0180C05F49}"/>
              </a:ext>
            </a:extLst>
          </p:cNvPr>
          <p:cNvSpPr>
            <a:spLocks noGrp="1"/>
          </p:cNvSpPr>
          <p:nvPr>
            <p:ph idx="1" hasCustomPrompt="1"/>
          </p:nvPr>
        </p:nvSpPr>
        <p:spPr>
          <a:xfrm>
            <a:off x="518668" y="2098627"/>
            <a:ext cx="11122470" cy="4414600"/>
          </a:xfrm>
        </p:spPr>
        <p:txBody>
          <a:bodyPr>
            <a:normAutofit lnSpcReduction="10000"/>
          </a:bodyPr>
          <a:lstStyle/>
          <a:p>
            <a:r>
              <a:rPr lang="en-GB" dirty="0"/>
              <a:t>Content placeholder</a:t>
            </a:r>
          </a:p>
        </p:txBody>
      </p:sp>
      <p:sp>
        <p:nvSpPr>
          <p:cNvPr id="12" name="Sub-heading">
            <a:extLst>
              <a:ext uri="{FF2B5EF4-FFF2-40B4-BE49-F238E27FC236}">
                <a16:creationId xmlns:a16="http://schemas.microsoft.com/office/drawing/2014/main" id="{F247DAB5-9184-904C-8ADA-EB59774A98DA}"/>
              </a:ext>
            </a:extLst>
          </p:cNvPr>
          <p:cNvSpPr>
            <a:spLocks noGrp="1"/>
          </p:cNvSpPr>
          <p:nvPr>
            <p:ph type="body" sz="quarter" idx="10" hasCustomPrompt="1"/>
          </p:nvPr>
        </p:nvSpPr>
        <p:spPr>
          <a:xfrm>
            <a:off x="518668" y="1384084"/>
            <a:ext cx="11122470" cy="644993"/>
          </a:xfrm>
        </p:spPr>
        <p:txBody>
          <a:bodyPr anchor="ctr">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518668" y="286559"/>
            <a:ext cx="8328565"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1773108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ub-heading + Content on Pattern White Bg">
    <p:bg>
      <p:bgPr>
        <a:solidFill>
          <a:schemeClr val="bg1"/>
        </a:solidFill>
        <a:effectLst/>
      </p:bgPr>
    </p:bg>
    <p:spTree>
      <p:nvGrpSpPr>
        <p:cNvPr id="1" name=""/>
        <p:cNvGrpSpPr/>
        <p:nvPr/>
      </p:nvGrpSpPr>
      <p:grpSpPr>
        <a:xfrm>
          <a:off x="0" y="0"/>
          <a:ext cx="0" cy="0"/>
          <a:chOff x="0" y="0"/>
          <a:chExt cx="0" cy="0"/>
        </a:xfrm>
      </p:grpSpPr>
      <p:pic>
        <p:nvPicPr>
          <p:cNvPr id="9" name="Pattern">
            <a:extLst>
              <a:ext uri="{FF2B5EF4-FFF2-40B4-BE49-F238E27FC236}">
                <a16:creationId xmlns:a16="http://schemas.microsoft.com/office/drawing/2014/main" id="{92A5C720-0429-4541-B977-B6E1AE463E85}"/>
              </a:ext>
            </a:extLst>
          </p:cNvPr>
          <p:cNvPicPr>
            <a:picLocks noChangeAspect="1"/>
          </p:cNvPicPr>
          <p:nvPr userDrawn="1"/>
        </p:nvPicPr>
        <p:blipFill rotWithShape="1">
          <a:blip r:embed="rId2" cstate="screen">
            <a:duotone>
              <a:schemeClr val="accent2">
                <a:shade val="45000"/>
                <a:satMod val="135000"/>
              </a:schemeClr>
              <a:prstClr val="white"/>
            </a:duotone>
            <a:alphaModFix amt="40000"/>
            <a:extLst>
              <a:ext uri="{BEBA8EAE-BF5A-486C-A8C5-ECC9F3942E4B}">
                <a14:imgProps xmlns:a14="http://schemas.microsoft.com/office/drawing/2010/main">
                  <a14:imgLayer r:embed="rId3">
                    <a14:imgEffect>
                      <a14:sharpenSoften amount="50000"/>
                    </a14:imgEffect>
                    <a14:imgEffect>
                      <a14:colorTemperature colorTemp="11500"/>
                    </a14:imgEffect>
                    <a14:imgEffect>
                      <a14:saturation sat="400000"/>
                    </a14:imgEffect>
                    <a14:imgEffect>
                      <a14:brightnessContrast bright="40000" contrast="40000"/>
                    </a14:imgEffect>
                  </a14:imgLayer>
                </a14:imgProps>
              </a:ext>
              <a:ext uri="{28A0092B-C50C-407E-A947-70E740481C1C}">
                <a14:useLocalDpi xmlns:a14="http://schemas.microsoft.com/office/drawing/2010/main"/>
              </a:ext>
            </a:extLst>
          </a:blip>
          <a:srcRect r="668"/>
          <a:stretch/>
        </p:blipFill>
        <p:spPr>
          <a:xfrm>
            <a:off x="1379" y="1342422"/>
            <a:ext cx="12190620" cy="5256000"/>
          </a:xfrm>
          <a:prstGeom prst="rect">
            <a:avLst/>
          </a:prstGeom>
        </p:spPr>
      </p:pic>
      <p:grpSp>
        <p:nvGrpSpPr>
          <p:cNvPr id="11" name="Bottom Corner Cover Ups">
            <a:extLst>
              <a:ext uri="{FF2B5EF4-FFF2-40B4-BE49-F238E27FC236}">
                <a16:creationId xmlns:a16="http://schemas.microsoft.com/office/drawing/2014/main" id="{6B263B2D-D558-B84C-9022-34F07C2522D9}"/>
              </a:ext>
            </a:extLst>
          </p:cNvPr>
          <p:cNvGrpSpPr/>
          <p:nvPr userDrawn="1"/>
        </p:nvGrpSpPr>
        <p:grpSpPr>
          <a:xfrm>
            <a:off x="0" y="5911729"/>
            <a:ext cx="12192027" cy="949000"/>
            <a:chOff x="0" y="5911729"/>
            <a:chExt cx="12192027" cy="949000"/>
          </a:xfrm>
        </p:grpSpPr>
        <p:pic>
          <p:nvPicPr>
            <p:cNvPr id="12" name="SU.Footer.Shape.White.Cover.R">
              <a:extLst>
                <a:ext uri="{FF2B5EF4-FFF2-40B4-BE49-F238E27FC236}">
                  <a16:creationId xmlns:a16="http://schemas.microsoft.com/office/drawing/2014/main" id="{A42B02D9-6BCD-3B46-A57F-212570E5235E}"/>
                </a:ext>
              </a:extLst>
            </p:cNvPr>
            <p:cNvPicPr>
              <a:picLocks noChangeAspect="1"/>
            </p:cNvPicPr>
            <p:nvPr userDrawn="1"/>
          </p:nvPicPr>
          <p:blipFill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l="95482" b="18185"/>
            <a:stretch/>
          </p:blipFill>
          <p:spPr>
            <a:xfrm>
              <a:off x="11641165" y="5911729"/>
              <a:ext cx="550862" cy="949000"/>
            </a:xfrm>
            <a:prstGeom prst="rect">
              <a:avLst/>
            </a:prstGeom>
          </p:spPr>
        </p:pic>
        <p:pic>
          <p:nvPicPr>
            <p:cNvPr id="13" name="SU.Footer.Shape.White.Cover.L">
              <a:extLst>
                <a:ext uri="{FF2B5EF4-FFF2-40B4-BE49-F238E27FC236}">
                  <a16:creationId xmlns:a16="http://schemas.microsoft.com/office/drawing/2014/main" id="{7BE51404-5FBA-E747-9F0C-F3B96BD72370}"/>
                </a:ext>
              </a:extLst>
            </p:cNvPr>
            <p:cNvPicPr>
              <a:picLocks noChangeAspect="1"/>
            </p:cNvPicPr>
            <p:nvPr userDrawn="1"/>
          </p:nvPicPr>
          <p:blipFill rotWithShape="1">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rcRect r="95768" b="18185"/>
            <a:stretch/>
          </p:blipFill>
          <p:spPr>
            <a:xfrm>
              <a:off x="0" y="5911729"/>
              <a:ext cx="515938" cy="949000"/>
            </a:xfrm>
            <a:prstGeom prst="rect">
              <a:avLst/>
            </a:prstGeom>
          </p:spPr>
        </p:pic>
      </p:grpSp>
      <p:sp>
        <p:nvSpPr>
          <p:cNvPr id="4" name="Content Placeholder ">
            <a:extLst>
              <a:ext uri="{FF2B5EF4-FFF2-40B4-BE49-F238E27FC236}">
                <a16:creationId xmlns:a16="http://schemas.microsoft.com/office/drawing/2014/main" id="{4A0A04E6-82A6-6342-BC69-1852DDFBABAB}"/>
              </a:ext>
            </a:extLst>
          </p:cNvPr>
          <p:cNvSpPr>
            <a:spLocks noGrp="1"/>
          </p:cNvSpPr>
          <p:nvPr>
            <p:ph idx="1" hasCustomPrompt="1"/>
          </p:nvPr>
        </p:nvSpPr>
        <p:spPr>
          <a:xfrm>
            <a:off x="518668" y="2098627"/>
            <a:ext cx="11122470" cy="4414600"/>
          </a:xfrm>
        </p:spPr>
        <p:txBody>
          <a:bodyPr>
            <a:normAutofit lnSpcReduction="10000"/>
          </a:bodyPr>
          <a:lstStyle/>
          <a:p>
            <a:r>
              <a:rPr lang="en-GB" dirty="0"/>
              <a:t>Content placeholder</a:t>
            </a:r>
          </a:p>
        </p:txBody>
      </p:sp>
      <p:sp>
        <p:nvSpPr>
          <p:cNvPr id="5" name="Sub-heading">
            <a:extLst>
              <a:ext uri="{FF2B5EF4-FFF2-40B4-BE49-F238E27FC236}">
                <a16:creationId xmlns:a16="http://schemas.microsoft.com/office/drawing/2014/main" id="{75341AAE-B2DE-0D44-A2FA-007F38E94867}"/>
              </a:ext>
            </a:extLst>
          </p:cNvPr>
          <p:cNvSpPr>
            <a:spLocks noGrp="1"/>
          </p:cNvSpPr>
          <p:nvPr>
            <p:ph type="body" sz="quarter" idx="10" hasCustomPrompt="1"/>
          </p:nvPr>
        </p:nvSpPr>
        <p:spPr>
          <a:xfrm>
            <a:off x="518668" y="1379764"/>
            <a:ext cx="11122470" cy="644993"/>
          </a:xfrm>
        </p:spPr>
        <p:txBody>
          <a:bodyPr anchor="ctr">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518668" y="286559"/>
            <a:ext cx="8328565"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1273491340"/>
      </p:ext>
    </p:extLst>
  </p:cSld>
  <p:clrMapOvr>
    <a:masterClrMapping/>
  </p:clrMapOvr>
  <p:extLst>
    <p:ext uri="{DCECCB84-F9BA-43D5-87BE-67443E8EF086}">
      <p15:sldGuideLst xmlns:p15="http://schemas.microsoft.com/office/powerpoint/2012/main">
        <p15:guide id="1" orient="horz" pos="845" userDrawn="1">
          <p15:clr>
            <a:srgbClr val="FBAE40"/>
          </p15:clr>
        </p15:guide>
        <p15:guide id="2" orient="horz" pos="867"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ub-heading + Content on Pattern Panel White Bg">
    <p:spTree>
      <p:nvGrpSpPr>
        <p:cNvPr id="1" name=""/>
        <p:cNvGrpSpPr/>
        <p:nvPr/>
      </p:nvGrpSpPr>
      <p:grpSpPr>
        <a:xfrm>
          <a:off x="0" y="0"/>
          <a:ext cx="0" cy="0"/>
          <a:chOff x="0" y="0"/>
          <a:chExt cx="0" cy="0"/>
        </a:xfrm>
      </p:grpSpPr>
      <p:pic>
        <p:nvPicPr>
          <p:cNvPr id="11" name="Pattern">
            <a:extLst>
              <a:ext uri="{FF2B5EF4-FFF2-40B4-BE49-F238E27FC236}">
                <a16:creationId xmlns:a16="http://schemas.microsoft.com/office/drawing/2014/main" id="{4232ACA5-F913-4C40-9156-9574AC847B0D}"/>
              </a:ext>
            </a:extLst>
          </p:cNvPr>
          <p:cNvPicPr>
            <a:picLocks noChangeAspect="1"/>
          </p:cNvPicPr>
          <p:nvPr userDrawn="1"/>
        </p:nvPicPr>
        <p:blipFill rotWithShape="1">
          <a:blip r:embed="rId2" cstate="screen">
            <a:duotone>
              <a:schemeClr val="accent2">
                <a:shade val="45000"/>
                <a:satMod val="135000"/>
              </a:schemeClr>
              <a:prstClr val="white"/>
            </a:duotone>
            <a:alphaModFix amt="40000"/>
            <a:extLst>
              <a:ext uri="{BEBA8EAE-BF5A-486C-A8C5-ECC9F3942E4B}">
                <a14:imgProps xmlns:a14="http://schemas.microsoft.com/office/drawing/2010/main">
                  <a14:imgLayer r:embed="rId3">
                    <a14:imgEffect>
                      <a14:sharpenSoften amount="50000"/>
                    </a14:imgEffect>
                    <a14:imgEffect>
                      <a14:colorTemperature colorTemp="11500"/>
                    </a14:imgEffect>
                    <a14:imgEffect>
                      <a14:saturation sat="400000"/>
                    </a14:imgEffect>
                    <a14:imgEffect>
                      <a14:brightnessContrast bright="40000" contrast="40000"/>
                    </a14:imgEffect>
                  </a14:imgLayer>
                </a14:imgProps>
              </a:ext>
              <a:ext uri="{28A0092B-C50C-407E-A947-70E740481C1C}">
                <a14:useLocalDpi xmlns:a14="http://schemas.microsoft.com/office/drawing/2010/main"/>
              </a:ext>
            </a:extLst>
          </a:blip>
          <a:srcRect r="67065"/>
          <a:stretch/>
        </p:blipFill>
        <p:spPr>
          <a:xfrm>
            <a:off x="1379" y="1342422"/>
            <a:ext cx="4041984" cy="5256000"/>
          </a:xfrm>
          <a:prstGeom prst="rect">
            <a:avLst/>
          </a:prstGeom>
        </p:spPr>
      </p:pic>
      <p:grpSp>
        <p:nvGrpSpPr>
          <p:cNvPr id="15" name="Bottom Corner Cover Ups">
            <a:extLst>
              <a:ext uri="{FF2B5EF4-FFF2-40B4-BE49-F238E27FC236}">
                <a16:creationId xmlns:a16="http://schemas.microsoft.com/office/drawing/2014/main" id="{F2814333-1BF5-E849-A0FE-9AA7C7404101}"/>
              </a:ext>
            </a:extLst>
          </p:cNvPr>
          <p:cNvGrpSpPr/>
          <p:nvPr userDrawn="1"/>
        </p:nvGrpSpPr>
        <p:grpSpPr>
          <a:xfrm>
            <a:off x="0" y="5911729"/>
            <a:ext cx="12192027" cy="949000"/>
            <a:chOff x="0" y="5911729"/>
            <a:chExt cx="12192027" cy="949000"/>
          </a:xfrm>
        </p:grpSpPr>
        <p:pic>
          <p:nvPicPr>
            <p:cNvPr id="16" name="SU.Footer.Shape.White.Cover.R">
              <a:extLst>
                <a:ext uri="{FF2B5EF4-FFF2-40B4-BE49-F238E27FC236}">
                  <a16:creationId xmlns:a16="http://schemas.microsoft.com/office/drawing/2014/main" id="{03FDF139-728B-024E-9703-C432EBC41B11}"/>
                </a:ext>
              </a:extLst>
            </p:cNvPr>
            <p:cNvPicPr>
              <a:picLocks noChangeAspect="1"/>
            </p:cNvPicPr>
            <p:nvPr userDrawn="1"/>
          </p:nvPicPr>
          <p:blipFill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l="95482" b="18185"/>
            <a:stretch/>
          </p:blipFill>
          <p:spPr>
            <a:xfrm>
              <a:off x="11641165" y="5911729"/>
              <a:ext cx="550862" cy="949000"/>
            </a:xfrm>
            <a:prstGeom prst="rect">
              <a:avLst/>
            </a:prstGeom>
          </p:spPr>
        </p:pic>
        <p:pic>
          <p:nvPicPr>
            <p:cNvPr id="17" name="SU.Footer.Shape.White.Cover.L">
              <a:extLst>
                <a:ext uri="{FF2B5EF4-FFF2-40B4-BE49-F238E27FC236}">
                  <a16:creationId xmlns:a16="http://schemas.microsoft.com/office/drawing/2014/main" id="{29002AAF-104D-E541-A418-B45D06E37CA1}"/>
                </a:ext>
              </a:extLst>
            </p:cNvPr>
            <p:cNvPicPr>
              <a:picLocks noChangeAspect="1"/>
            </p:cNvPicPr>
            <p:nvPr userDrawn="1"/>
          </p:nvPicPr>
          <p:blipFill rotWithShape="1">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rcRect r="95768" b="18185"/>
            <a:stretch/>
          </p:blipFill>
          <p:spPr>
            <a:xfrm>
              <a:off x="0" y="5911729"/>
              <a:ext cx="515938" cy="949000"/>
            </a:xfrm>
            <a:prstGeom prst="rect">
              <a:avLst/>
            </a:prstGeom>
          </p:spPr>
        </p:pic>
      </p:grpSp>
      <p:sp>
        <p:nvSpPr>
          <p:cNvPr id="13" name="Content Placeholder ">
            <a:extLst>
              <a:ext uri="{FF2B5EF4-FFF2-40B4-BE49-F238E27FC236}">
                <a16:creationId xmlns:a16="http://schemas.microsoft.com/office/drawing/2014/main" id="{297102B3-ABBC-8342-9686-98DDA2B5DFAF}"/>
              </a:ext>
            </a:extLst>
          </p:cNvPr>
          <p:cNvSpPr>
            <a:spLocks noGrp="1"/>
          </p:cNvSpPr>
          <p:nvPr>
            <p:ph idx="1" hasCustomPrompt="1"/>
          </p:nvPr>
        </p:nvSpPr>
        <p:spPr>
          <a:xfrm>
            <a:off x="4298506" y="1439056"/>
            <a:ext cx="7342632" cy="5059180"/>
          </a:xfrm>
        </p:spPr>
        <p:txBody>
          <a:bodyPr>
            <a:normAutofit lnSpcReduction="10000"/>
          </a:bodyPr>
          <a:lstStyle/>
          <a:p>
            <a:r>
              <a:rPr lang="en-GB" dirty="0"/>
              <a:t>Content placeholder</a:t>
            </a:r>
          </a:p>
        </p:txBody>
      </p:sp>
      <p:sp>
        <p:nvSpPr>
          <p:cNvPr id="14" name="Sub-heading">
            <a:extLst>
              <a:ext uri="{FF2B5EF4-FFF2-40B4-BE49-F238E27FC236}">
                <a16:creationId xmlns:a16="http://schemas.microsoft.com/office/drawing/2014/main" id="{F0A305C8-DF3E-DB45-9F64-CF839254AACB}"/>
              </a:ext>
            </a:extLst>
          </p:cNvPr>
          <p:cNvSpPr>
            <a:spLocks noGrp="1"/>
          </p:cNvSpPr>
          <p:nvPr>
            <p:ph type="body" sz="quarter" idx="10" hasCustomPrompt="1"/>
          </p:nvPr>
        </p:nvSpPr>
        <p:spPr>
          <a:xfrm>
            <a:off x="518668" y="1439055"/>
            <a:ext cx="3524695" cy="5059179"/>
          </a:xfrm>
        </p:spPr>
        <p:txBody>
          <a:bodyPr anchor="t">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518668" y="286559"/>
            <a:ext cx="8328565" cy="1019176"/>
          </a:xfrm>
          <a:prstGeom prst="rect">
            <a:avLst/>
          </a:prstGeom>
        </p:spPr>
        <p:txBody>
          <a:bodyPr/>
          <a:lstStyle>
            <a:lvl1pPr>
              <a:defRPr>
                <a:solidFill>
                  <a:schemeClr val="accent1"/>
                </a:solidFill>
              </a:defRPr>
            </a:lvl1pPr>
          </a:lstStyle>
          <a:p>
            <a:r>
              <a:rPr lang="en-GB" dirty="0"/>
              <a:t>CLICK TO EDIT TITLE</a:t>
            </a:r>
            <a:endParaRPr lang="en-US" dirty="0"/>
          </a:p>
        </p:txBody>
      </p:sp>
    </p:spTree>
    <p:extLst>
      <p:ext uri="{BB962C8B-B14F-4D97-AF65-F5344CB8AC3E}">
        <p14:creationId xmlns:p14="http://schemas.microsoft.com/office/powerpoint/2010/main" val="39536282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ual Layout Slide on White Bg">
    <p:spTree>
      <p:nvGrpSpPr>
        <p:cNvPr id="1" name=""/>
        <p:cNvGrpSpPr/>
        <p:nvPr/>
      </p:nvGrpSpPr>
      <p:grpSpPr>
        <a:xfrm>
          <a:off x="0" y="0"/>
          <a:ext cx="0" cy="0"/>
          <a:chOff x="0" y="0"/>
          <a:chExt cx="0" cy="0"/>
        </a:xfrm>
      </p:grpSpPr>
      <p:sp>
        <p:nvSpPr>
          <p:cNvPr id="11" name="White Rectangle">
            <a:extLst>
              <a:ext uri="{FF2B5EF4-FFF2-40B4-BE49-F238E27FC236}">
                <a16:creationId xmlns:a16="http://schemas.microsoft.com/office/drawing/2014/main" id="{948D6589-07BC-504A-9A95-293D1FAB3969}"/>
              </a:ext>
            </a:extLst>
          </p:cNvPr>
          <p:cNvSpPr/>
          <p:nvPr userDrawn="1"/>
        </p:nvSpPr>
        <p:spPr>
          <a:xfrm>
            <a:off x="0" y="0"/>
            <a:ext cx="12192000" cy="13389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0" name="Gold H Line">
            <a:extLst>
              <a:ext uri="{FF2B5EF4-FFF2-40B4-BE49-F238E27FC236}">
                <a16:creationId xmlns:a16="http://schemas.microsoft.com/office/drawing/2014/main" id="{BCBE8D15-217A-AD4B-B1B6-A4A4464A9778}"/>
              </a:ext>
            </a:extLst>
          </p:cNvPr>
          <p:cNvCxnSpPr/>
          <p:nvPr userDrawn="1"/>
        </p:nvCxnSpPr>
        <p:spPr>
          <a:xfrm>
            <a:off x="0" y="1341438"/>
            <a:ext cx="12192000" cy="0"/>
          </a:xfrm>
          <a:prstGeom prst="line">
            <a:avLst/>
          </a:prstGeom>
          <a:ln>
            <a:solidFill>
              <a:schemeClr val="accent2">
                <a:lumMod val="40000"/>
                <a:lumOff val="60000"/>
              </a:schemeClr>
            </a:solidFill>
          </a:ln>
        </p:spPr>
        <p:style>
          <a:lnRef idx="1">
            <a:schemeClr val="accent2"/>
          </a:lnRef>
          <a:fillRef idx="0">
            <a:schemeClr val="accent2"/>
          </a:fillRef>
          <a:effectRef idx="0">
            <a:schemeClr val="accent2"/>
          </a:effectRef>
          <a:fontRef idx="minor">
            <a:schemeClr val="tx1"/>
          </a:fontRef>
        </p:style>
      </p:cxnSp>
      <p:sp>
        <p:nvSpPr>
          <p:cNvPr id="8" name="Content Placeholder  2">
            <a:extLst>
              <a:ext uri="{FF2B5EF4-FFF2-40B4-BE49-F238E27FC236}">
                <a16:creationId xmlns:a16="http://schemas.microsoft.com/office/drawing/2014/main" id="{2FCD4CF8-0C12-EA43-B791-77B95BE3B8A1}"/>
              </a:ext>
            </a:extLst>
          </p:cNvPr>
          <p:cNvSpPr>
            <a:spLocks noGrp="1"/>
          </p:cNvSpPr>
          <p:nvPr>
            <p:ph idx="12" hasCustomPrompt="1"/>
          </p:nvPr>
        </p:nvSpPr>
        <p:spPr>
          <a:xfrm>
            <a:off x="6305552" y="2093513"/>
            <a:ext cx="5335586" cy="4419714"/>
          </a:xfrm>
        </p:spPr>
        <p:txBody>
          <a:bodyPr>
            <a:normAutofit lnSpcReduction="10000"/>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i="1">
                <a:solidFill>
                  <a:schemeClr val="tx1"/>
                </a:solidFill>
              </a:defRPr>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GB" dirty="0"/>
              <a:t>Content placeholder</a:t>
            </a:r>
          </a:p>
        </p:txBody>
      </p:sp>
      <p:sp>
        <p:nvSpPr>
          <p:cNvPr id="9" name="Sub-heading 2">
            <a:extLst>
              <a:ext uri="{FF2B5EF4-FFF2-40B4-BE49-F238E27FC236}">
                <a16:creationId xmlns:a16="http://schemas.microsoft.com/office/drawing/2014/main" id="{EFD6BD00-14FA-0C44-936C-18A58C6AEAF6}"/>
              </a:ext>
            </a:extLst>
          </p:cNvPr>
          <p:cNvSpPr>
            <a:spLocks noGrp="1"/>
          </p:cNvSpPr>
          <p:nvPr>
            <p:ph type="body" sz="quarter" idx="13" hasCustomPrompt="1"/>
          </p:nvPr>
        </p:nvSpPr>
        <p:spPr>
          <a:xfrm>
            <a:off x="6305552" y="1374650"/>
            <a:ext cx="5335586" cy="644993"/>
          </a:xfrm>
        </p:spPr>
        <p:txBody>
          <a:bodyPr anchor="ctr">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1"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4" name="Title 2">
            <a:extLst>
              <a:ext uri="{FF2B5EF4-FFF2-40B4-BE49-F238E27FC236}">
                <a16:creationId xmlns:a16="http://schemas.microsoft.com/office/drawing/2014/main" id="{3A21EA00-5D4A-874F-9DE9-2C510BCA999D}"/>
              </a:ext>
            </a:extLst>
          </p:cNvPr>
          <p:cNvSpPr>
            <a:spLocks noGrp="1"/>
          </p:cNvSpPr>
          <p:nvPr>
            <p:ph type="body" sz="quarter" idx="14" hasCustomPrompt="1"/>
          </p:nvPr>
        </p:nvSpPr>
        <p:spPr>
          <a:xfrm>
            <a:off x="6305550" y="234094"/>
            <a:ext cx="5335587" cy="1019176"/>
          </a:xfrm>
        </p:spPr>
        <p:txBody>
          <a:bodyPr/>
          <a:lstStyle>
            <a:lvl1pPr marL="0" indent="0">
              <a:buFontTx/>
              <a:buNone/>
              <a:defRPr lang="en-GB" sz="3200" b="1" i="1" kern="1200" dirty="0" smtClean="0">
                <a:solidFill>
                  <a:schemeClr val="accent1"/>
                </a:solidFill>
                <a:latin typeface="Trebuchet MS" panose="020B0703020202090204" pitchFamily="34" charset="0"/>
                <a:ea typeface="+mj-ea"/>
                <a:cs typeface="+mj-cs"/>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dirty="0"/>
              <a:t>CLICK TO EDIT TITLE</a:t>
            </a:r>
          </a:p>
        </p:txBody>
      </p:sp>
      <p:sp>
        <p:nvSpPr>
          <p:cNvPr id="15" name="Content Placeholder 1">
            <a:extLst>
              <a:ext uri="{FF2B5EF4-FFF2-40B4-BE49-F238E27FC236}">
                <a16:creationId xmlns:a16="http://schemas.microsoft.com/office/drawing/2014/main" id="{711302C3-77CD-E045-AC17-217A8FF65206}"/>
              </a:ext>
            </a:extLst>
          </p:cNvPr>
          <p:cNvSpPr>
            <a:spLocks noGrp="1"/>
          </p:cNvSpPr>
          <p:nvPr>
            <p:ph idx="1" hasCustomPrompt="1"/>
          </p:nvPr>
        </p:nvSpPr>
        <p:spPr>
          <a:xfrm>
            <a:off x="518668" y="2098627"/>
            <a:ext cx="5367782" cy="4419714"/>
          </a:xfrm>
        </p:spPr>
        <p:txBody>
          <a:bodyPr>
            <a:normAutofit lnSpcReduction="10000"/>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solidFill>
                  <a:schemeClr val="tx1"/>
                </a:solidFill>
              </a:defRPr>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GB" dirty="0"/>
              <a:t>Content placeholder</a:t>
            </a:r>
          </a:p>
        </p:txBody>
      </p:sp>
      <p:sp>
        <p:nvSpPr>
          <p:cNvPr id="16" name="Sub-heading 1">
            <a:extLst>
              <a:ext uri="{FF2B5EF4-FFF2-40B4-BE49-F238E27FC236}">
                <a16:creationId xmlns:a16="http://schemas.microsoft.com/office/drawing/2014/main" id="{C672C517-E44C-5541-8903-0803B60C387D}"/>
              </a:ext>
            </a:extLst>
          </p:cNvPr>
          <p:cNvSpPr>
            <a:spLocks noGrp="1"/>
          </p:cNvSpPr>
          <p:nvPr>
            <p:ph type="body" sz="quarter" idx="10" hasCustomPrompt="1"/>
          </p:nvPr>
        </p:nvSpPr>
        <p:spPr>
          <a:xfrm>
            <a:off x="518668" y="1379764"/>
            <a:ext cx="5367782" cy="644993"/>
          </a:xfrm>
        </p:spPr>
        <p:txBody>
          <a:bodyPr anchor="ctr">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17" name="Title 1">
            <a:extLst>
              <a:ext uri="{FF2B5EF4-FFF2-40B4-BE49-F238E27FC236}">
                <a16:creationId xmlns:a16="http://schemas.microsoft.com/office/drawing/2014/main" id="{AD74D22F-7C30-804B-B618-3432E30FA7B0}"/>
              </a:ext>
            </a:extLst>
          </p:cNvPr>
          <p:cNvSpPr>
            <a:spLocks noGrp="1"/>
          </p:cNvSpPr>
          <p:nvPr>
            <p:ph type="title" hasCustomPrompt="1"/>
          </p:nvPr>
        </p:nvSpPr>
        <p:spPr>
          <a:xfrm>
            <a:off x="518669" y="234094"/>
            <a:ext cx="5367782" cy="1019176"/>
          </a:xfrm>
          <a:prstGeom prst="rect">
            <a:avLst/>
          </a:prstGeom>
        </p:spPr>
        <p:txBody>
          <a:bodyPr/>
          <a:lstStyle>
            <a:lvl1pPr>
              <a:lnSpc>
                <a:spcPct val="100000"/>
              </a:lnSpc>
              <a:defRPr/>
            </a:lvl1pPr>
          </a:lstStyle>
          <a:p>
            <a:r>
              <a:rPr lang="en-GB" dirty="0"/>
              <a:t>CLICK TO EDIT TITLE</a:t>
            </a:r>
            <a:endParaRPr lang="en-US" dirty="0"/>
          </a:p>
        </p:txBody>
      </p:sp>
    </p:spTree>
    <p:extLst>
      <p:ext uri="{BB962C8B-B14F-4D97-AF65-F5344CB8AC3E}">
        <p14:creationId xmlns:p14="http://schemas.microsoft.com/office/powerpoint/2010/main" val="3661287843"/>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xColumns Slide on White Bg">
    <p:spTree>
      <p:nvGrpSpPr>
        <p:cNvPr id="1" name=""/>
        <p:cNvGrpSpPr/>
        <p:nvPr/>
      </p:nvGrpSpPr>
      <p:grpSpPr>
        <a:xfrm>
          <a:off x="0" y="0"/>
          <a:ext cx="0" cy="0"/>
          <a:chOff x="0" y="0"/>
          <a:chExt cx="0" cy="0"/>
        </a:xfrm>
      </p:grpSpPr>
      <p:sp>
        <p:nvSpPr>
          <p:cNvPr id="19" name="White Rectangle">
            <a:extLst>
              <a:ext uri="{FF2B5EF4-FFF2-40B4-BE49-F238E27FC236}">
                <a16:creationId xmlns:a16="http://schemas.microsoft.com/office/drawing/2014/main" id="{AF7E239E-9757-3248-A127-4F42F0637408}"/>
              </a:ext>
            </a:extLst>
          </p:cNvPr>
          <p:cNvSpPr/>
          <p:nvPr userDrawn="1"/>
        </p:nvSpPr>
        <p:spPr>
          <a:xfrm>
            <a:off x="0" y="0"/>
            <a:ext cx="12192000" cy="13389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8" name="Gold H Line">
            <a:extLst>
              <a:ext uri="{FF2B5EF4-FFF2-40B4-BE49-F238E27FC236}">
                <a16:creationId xmlns:a16="http://schemas.microsoft.com/office/drawing/2014/main" id="{FF14821C-DD56-5047-8DDF-2CED2D6B409A}"/>
              </a:ext>
            </a:extLst>
          </p:cNvPr>
          <p:cNvCxnSpPr/>
          <p:nvPr userDrawn="1"/>
        </p:nvCxnSpPr>
        <p:spPr>
          <a:xfrm>
            <a:off x="0" y="1341438"/>
            <a:ext cx="12192000" cy="0"/>
          </a:xfrm>
          <a:prstGeom prst="line">
            <a:avLst/>
          </a:prstGeom>
          <a:ln>
            <a:solidFill>
              <a:schemeClr val="accent2">
                <a:lumMod val="40000"/>
                <a:lumOff val="60000"/>
              </a:schemeClr>
            </a:solidFill>
          </a:ln>
        </p:spPr>
        <p:style>
          <a:lnRef idx="1">
            <a:schemeClr val="accent2"/>
          </a:lnRef>
          <a:fillRef idx="0">
            <a:schemeClr val="accent2"/>
          </a:fillRef>
          <a:effectRef idx="0">
            <a:schemeClr val="accent2"/>
          </a:effectRef>
          <a:fontRef idx="minor">
            <a:schemeClr val="tx1"/>
          </a:fontRef>
        </p:style>
      </p:cxnSp>
      <p:sp>
        <p:nvSpPr>
          <p:cNvPr id="11" name="Content Placeholder 3">
            <a:extLst>
              <a:ext uri="{FF2B5EF4-FFF2-40B4-BE49-F238E27FC236}">
                <a16:creationId xmlns:a16="http://schemas.microsoft.com/office/drawing/2014/main" id="{2B59F022-8EBD-944D-810D-855A24D6A260}"/>
              </a:ext>
            </a:extLst>
          </p:cNvPr>
          <p:cNvSpPr>
            <a:spLocks noGrp="1"/>
          </p:cNvSpPr>
          <p:nvPr>
            <p:ph idx="12" hasCustomPrompt="1"/>
          </p:nvPr>
        </p:nvSpPr>
        <p:spPr>
          <a:xfrm>
            <a:off x="8041138" y="2093513"/>
            <a:ext cx="3600000" cy="4404724"/>
          </a:xfrm>
        </p:spPr>
        <p:txBody>
          <a:bodyPr>
            <a:normAutofit lnSpcReduction="10000"/>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i="0"/>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GB" dirty="0"/>
              <a:t>Content placeholder</a:t>
            </a:r>
          </a:p>
        </p:txBody>
      </p:sp>
      <p:sp>
        <p:nvSpPr>
          <p:cNvPr id="13" name="Sub-heading 3">
            <a:extLst>
              <a:ext uri="{FF2B5EF4-FFF2-40B4-BE49-F238E27FC236}">
                <a16:creationId xmlns:a16="http://schemas.microsoft.com/office/drawing/2014/main" id="{DBCB0F0E-2CA6-9B47-B078-4D0CBA22AA46}"/>
              </a:ext>
            </a:extLst>
          </p:cNvPr>
          <p:cNvSpPr>
            <a:spLocks noGrp="1"/>
          </p:cNvSpPr>
          <p:nvPr>
            <p:ph type="body" sz="quarter" idx="13" hasCustomPrompt="1"/>
          </p:nvPr>
        </p:nvSpPr>
        <p:spPr>
          <a:xfrm>
            <a:off x="8041138" y="1382145"/>
            <a:ext cx="3600000" cy="644993"/>
          </a:xfrm>
        </p:spPr>
        <p:txBody>
          <a:bodyPr anchor="ctr">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5" name="Title 3">
            <a:extLst>
              <a:ext uri="{FF2B5EF4-FFF2-40B4-BE49-F238E27FC236}">
                <a16:creationId xmlns:a16="http://schemas.microsoft.com/office/drawing/2014/main" id="{46C5C79B-1FC7-684E-8098-DD6B7E0A0122}"/>
              </a:ext>
            </a:extLst>
          </p:cNvPr>
          <p:cNvSpPr>
            <a:spLocks noGrp="1"/>
          </p:cNvSpPr>
          <p:nvPr>
            <p:ph type="body" sz="quarter" idx="14" hasCustomPrompt="1"/>
          </p:nvPr>
        </p:nvSpPr>
        <p:spPr>
          <a:xfrm>
            <a:off x="8041138" y="230572"/>
            <a:ext cx="3600000" cy="1067301"/>
          </a:xfrm>
        </p:spPr>
        <p:txBody>
          <a:bodyPr anchor="t">
            <a:normAutofit/>
          </a:bodyPr>
          <a:lstStyle>
            <a:lvl1pPr marL="0" indent="0">
              <a:buFontTx/>
              <a:buNone/>
              <a:defRPr sz="3200" b="1" i="0">
                <a:solidFill>
                  <a:schemeClr val="accent1"/>
                </a:solidFill>
                <a:latin typeface="Trebuchet MS" panose="020B0703020202090204" pitchFamily="34" charset="0"/>
              </a:defRPr>
            </a:lvl1pPr>
            <a:lvl2pPr marL="457200" indent="0">
              <a:buFontTx/>
              <a:buNone/>
              <a:defRPr b="1" i="1">
                <a:solidFill>
                  <a:schemeClr val="accent1"/>
                </a:solidFill>
                <a:latin typeface="Trebuchet MS" panose="020B0703020202090204" pitchFamily="34" charset="0"/>
              </a:defRPr>
            </a:lvl2pPr>
            <a:lvl3pPr marL="914400" indent="0">
              <a:buFontTx/>
              <a:buNone/>
              <a:defRPr b="1" i="1">
                <a:solidFill>
                  <a:schemeClr val="accent1"/>
                </a:solidFill>
                <a:latin typeface="Trebuchet MS" panose="020B0703020202090204" pitchFamily="34" charset="0"/>
              </a:defRPr>
            </a:lvl3pPr>
            <a:lvl4pPr marL="1371600" indent="0">
              <a:buFontTx/>
              <a:buNone/>
              <a:defRPr b="1" i="1">
                <a:solidFill>
                  <a:schemeClr val="accent1"/>
                </a:solidFill>
                <a:latin typeface="Trebuchet MS" panose="020B0703020202090204" pitchFamily="34" charset="0"/>
              </a:defRPr>
            </a:lvl4pPr>
            <a:lvl5pPr marL="1828800" indent="0" algn="l">
              <a:buFontTx/>
              <a:buNone/>
              <a:defRPr sz="3200" i="1">
                <a:solidFill>
                  <a:schemeClr val="accent1"/>
                </a:solidFill>
                <a:latin typeface="Trebuchet MS" panose="020B0703020202090204" pitchFamily="34" charset="0"/>
              </a:defRPr>
            </a:lvl5pPr>
          </a:lstStyle>
          <a:p>
            <a:pPr lvl="0"/>
            <a:r>
              <a:rPr lang="en-GB" dirty="0"/>
              <a:t>CLICK TO EDIT TITLE </a:t>
            </a:r>
          </a:p>
        </p:txBody>
      </p:sp>
      <p:sp>
        <p:nvSpPr>
          <p:cNvPr id="14" name="Content Placeholder  2">
            <a:extLst>
              <a:ext uri="{FF2B5EF4-FFF2-40B4-BE49-F238E27FC236}">
                <a16:creationId xmlns:a16="http://schemas.microsoft.com/office/drawing/2014/main" id="{4BF8A05F-FD1D-CD48-A3CF-DE8AF43F6977}"/>
              </a:ext>
            </a:extLst>
          </p:cNvPr>
          <p:cNvSpPr>
            <a:spLocks noGrp="1"/>
          </p:cNvSpPr>
          <p:nvPr>
            <p:ph idx="15" hasCustomPrompt="1"/>
          </p:nvPr>
        </p:nvSpPr>
        <p:spPr>
          <a:xfrm>
            <a:off x="4279902" y="2093513"/>
            <a:ext cx="3599998" cy="4404724"/>
          </a:xfrm>
        </p:spPr>
        <p:txBody>
          <a:bodyPr>
            <a:normAutofit lnSpcReduction="10000"/>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i="0"/>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GB" dirty="0"/>
              <a:t>Content placeholder</a:t>
            </a:r>
          </a:p>
        </p:txBody>
      </p:sp>
      <p:sp>
        <p:nvSpPr>
          <p:cNvPr id="15" name="Sub-heading 2">
            <a:extLst>
              <a:ext uri="{FF2B5EF4-FFF2-40B4-BE49-F238E27FC236}">
                <a16:creationId xmlns:a16="http://schemas.microsoft.com/office/drawing/2014/main" id="{EB65077B-EB16-BF45-A1FD-89A294FE27D1}"/>
              </a:ext>
            </a:extLst>
          </p:cNvPr>
          <p:cNvSpPr>
            <a:spLocks noGrp="1"/>
          </p:cNvSpPr>
          <p:nvPr>
            <p:ph type="body" sz="quarter" idx="16" hasCustomPrompt="1"/>
          </p:nvPr>
        </p:nvSpPr>
        <p:spPr>
          <a:xfrm>
            <a:off x="4279902" y="1382145"/>
            <a:ext cx="3599998" cy="644993"/>
          </a:xfrm>
        </p:spPr>
        <p:txBody>
          <a:bodyPr anchor="ctr">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17" name="Title 2">
            <a:extLst>
              <a:ext uri="{FF2B5EF4-FFF2-40B4-BE49-F238E27FC236}">
                <a16:creationId xmlns:a16="http://schemas.microsoft.com/office/drawing/2014/main" id="{5BE914C9-9E29-9D45-8E51-BE422FBBE2C1}"/>
              </a:ext>
            </a:extLst>
          </p:cNvPr>
          <p:cNvSpPr>
            <a:spLocks noGrp="1"/>
          </p:cNvSpPr>
          <p:nvPr>
            <p:ph type="body" sz="quarter" idx="17" hasCustomPrompt="1"/>
          </p:nvPr>
        </p:nvSpPr>
        <p:spPr>
          <a:xfrm>
            <a:off x="4279900" y="229952"/>
            <a:ext cx="3600000" cy="1060426"/>
          </a:xfrm>
        </p:spPr>
        <p:txBody>
          <a:bodyPr anchor="t">
            <a:normAutofit/>
          </a:bodyPr>
          <a:lstStyle>
            <a:lvl1pPr marL="0" indent="0">
              <a:buFontTx/>
              <a:buNone/>
              <a:defRPr sz="3200" b="1" i="0">
                <a:solidFill>
                  <a:schemeClr val="accent1"/>
                </a:solidFill>
                <a:latin typeface="Trebuchet MS" panose="020B0703020202090204" pitchFamily="34" charset="0"/>
              </a:defRPr>
            </a:lvl1pPr>
            <a:lvl2pPr marL="457200" indent="0">
              <a:buFontTx/>
              <a:buNone/>
              <a:defRPr b="1" i="1">
                <a:solidFill>
                  <a:schemeClr val="accent1"/>
                </a:solidFill>
                <a:latin typeface="Trebuchet MS" panose="020B0703020202090204" pitchFamily="34" charset="0"/>
              </a:defRPr>
            </a:lvl2pPr>
            <a:lvl3pPr marL="914400" indent="0">
              <a:buFontTx/>
              <a:buNone/>
              <a:defRPr b="1" i="1">
                <a:solidFill>
                  <a:schemeClr val="accent1"/>
                </a:solidFill>
                <a:latin typeface="Trebuchet MS" panose="020B0703020202090204" pitchFamily="34" charset="0"/>
              </a:defRPr>
            </a:lvl3pPr>
            <a:lvl4pPr marL="1371600" indent="0">
              <a:buFontTx/>
              <a:buNone/>
              <a:defRPr b="1" i="1">
                <a:solidFill>
                  <a:schemeClr val="accent1"/>
                </a:solidFill>
                <a:latin typeface="Trebuchet MS" panose="020B0703020202090204" pitchFamily="34" charset="0"/>
              </a:defRPr>
            </a:lvl4pPr>
            <a:lvl5pPr marL="1828800" indent="0" algn="l">
              <a:buFontTx/>
              <a:buNone/>
              <a:defRPr sz="3200" i="1">
                <a:solidFill>
                  <a:schemeClr val="accent1"/>
                </a:solidFill>
                <a:latin typeface="Trebuchet MS" panose="020B0703020202090204" pitchFamily="34" charset="0"/>
              </a:defRPr>
            </a:lvl5pPr>
          </a:lstStyle>
          <a:p>
            <a:pPr lvl="0"/>
            <a:r>
              <a:rPr lang="en-GB" dirty="0"/>
              <a:t>CLICK TO EDIT TITLE </a:t>
            </a:r>
          </a:p>
        </p:txBody>
      </p:sp>
      <p:sp>
        <p:nvSpPr>
          <p:cNvPr id="10" name="Content Placeholder 1">
            <a:extLst>
              <a:ext uri="{FF2B5EF4-FFF2-40B4-BE49-F238E27FC236}">
                <a16:creationId xmlns:a16="http://schemas.microsoft.com/office/drawing/2014/main" id="{1E5D113C-3036-C842-BC1F-5B0180C05F49}"/>
              </a:ext>
            </a:extLst>
          </p:cNvPr>
          <p:cNvSpPr>
            <a:spLocks noGrp="1"/>
          </p:cNvSpPr>
          <p:nvPr>
            <p:ph idx="1" hasCustomPrompt="1"/>
          </p:nvPr>
        </p:nvSpPr>
        <p:spPr>
          <a:xfrm>
            <a:off x="518667" y="2093513"/>
            <a:ext cx="3600000" cy="4404724"/>
          </a:xfrm>
        </p:spPr>
        <p:txBody>
          <a:bodyPr>
            <a:normAutofit lnSpcReduction="10000"/>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GB" dirty="0"/>
              <a:t>Content placeholder</a:t>
            </a:r>
          </a:p>
        </p:txBody>
      </p:sp>
      <p:sp>
        <p:nvSpPr>
          <p:cNvPr id="12" name="Sub-heading 1">
            <a:extLst>
              <a:ext uri="{FF2B5EF4-FFF2-40B4-BE49-F238E27FC236}">
                <a16:creationId xmlns:a16="http://schemas.microsoft.com/office/drawing/2014/main" id="{F247DAB5-9184-904C-8ADA-EB59774A98DA}"/>
              </a:ext>
            </a:extLst>
          </p:cNvPr>
          <p:cNvSpPr>
            <a:spLocks noGrp="1"/>
          </p:cNvSpPr>
          <p:nvPr>
            <p:ph type="body" sz="quarter" idx="10" hasCustomPrompt="1"/>
          </p:nvPr>
        </p:nvSpPr>
        <p:spPr>
          <a:xfrm>
            <a:off x="518667" y="1382145"/>
            <a:ext cx="3600000" cy="644993"/>
          </a:xfrm>
        </p:spPr>
        <p:txBody>
          <a:bodyPr anchor="ctr">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16" name="Title 1">
            <a:extLst>
              <a:ext uri="{FF2B5EF4-FFF2-40B4-BE49-F238E27FC236}">
                <a16:creationId xmlns:a16="http://schemas.microsoft.com/office/drawing/2014/main" id="{0A2B4331-7730-C944-82F4-41B3F12BA696}"/>
              </a:ext>
            </a:extLst>
          </p:cNvPr>
          <p:cNvSpPr>
            <a:spLocks noGrp="1"/>
          </p:cNvSpPr>
          <p:nvPr>
            <p:ph type="body" sz="quarter" idx="18" hasCustomPrompt="1"/>
          </p:nvPr>
        </p:nvSpPr>
        <p:spPr>
          <a:xfrm>
            <a:off x="518667" y="229952"/>
            <a:ext cx="3600000" cy="1060426"/>
          </a:xfrm>
        </p:spPr>
        <p:txBody>
          <a:bodyPr anchor="t">
            <a:normAutofit/>
          </a:bodyPr>
          <a:lstStyle>
            <a:lvl1pPr marL="0" indent="0">
              <a:buFontTx/>
              <a:buNone/>
              <a:defRPr sz="3200" b="1" i="0">
                <a:solidFill>
                  <a:schemeClr val="accent1"/>
                </a:solidFill>
                <a:latin typeface="Trebuchet MS" panose="020B0703020202090204" pitchFamily="34" charset="0"/>
              </a:defRPr>
            </a:lvl1pPr>
            <a:lvl2pPr marL="457200" indent="0">
              <a:buFontTx/>
              <a:buNone/>
              <a:defRPr b="1" i="1">
                <a:solidFill>
                  <a:schemeClr val="accent1"/>
                </a:solidFill>
                <a:latin typeface="Trebuchet MS" panose="020B0703020202090204" pitchFamily="34" charset="0"/>
              </a:defRPr>
            </a:lvl2pPr>
            <a:lvl3pPr marL="914400" indent="0">
              <a:buFontTx/>
              <a:buNone/>
              <a:defRPr b="1" i="1">
                <a:solidFill>
                  <a:schemeClr val="accent1"/>
                </a:solidFill>
                <a:latin typeface="Trebuchet MS" panose="020B0703020202090204" pitchFamily="34" charset="0"/>
              </a:defRPr>
            </a:lvl3pPr>
            <a:lvl4pPr marL="1371600" indent="0">
              <a:buFontTx/>
              <a:buNone/>
              <a:defRPr b="1" i="1">
                <a:solidFill>
                  <a:schemeClr val="accent1"/>
                </a:solidFill>
                <a:latin typeface="Trebuchet MS" panose="020B0703020202090204" pitchFamily="34" charset="0"/>
              </a:defRPr>
            </a:lvl4pPr>
            <a:lvl5pPr marL="1828800" indent="0" algn="l">
              <a:buFontTx/>
              <a:buNone/>
              <a:defRPr sz="3200" i="1">
                <a:solidFill>
                  <a:schemeClr val="accent1"/>
                </a:solidFill>
                <a:latin typeface="Trebuchet MS" panose="020B0703020202090204" pitchFamily="34" charset="0"/>
              </a:defRPr>
            </a:lvl5pPr>
          </a:lstStyle>
          <a:p>
            <a:pPr lvl="0"/>
            <a:r>
              <a:rPr lang="en-GB" dirty="0"/>
              <a:t>CLICK TO EDIT TITLE </a:t>
            </a:r>
          </a:p>
        </p:txBody>
      </p:sp>
    </p:spTree>
    <p:extLst>
      <p:ext uri="{BB962C8B-B14F-4D97-AF65-F5344CB8AC3E}">
        <p14:creationId xmlns:p14="http://schemas.microsoft.com/office/powerpoint/2010/main" val="2055648583"/>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Divider Slide on White Bg ">
    <p:bg>
      <p:bgPr>
        <a:solidFill>
          <a:schemeClr val="bg1">
            <a:alpha val="0"/>
          </a:schemeClr>
        </a:solidFill>
        <a:effectLst/>
      </p:bgPr>
    </p:bg>
    <p:spTree>
      <p:nvGrpSpPr>
        <p:cNvPr id="1" name=""/>
        <p:cNvGrpSpPr/>
        <p:nvPr/>
      </p:nvGrpSpPr>
      <p:grpSpPr>
        <a:xfrm>
          <a:off x="0" y="0"/>
          <a:ext cx="0" cy="0"/>
          <a:chOff x="0" y="0"/>
          <a:chExt cx="0" cy="0"/>
        </a:xfrm>
      </p:grpSpPr>
      <p:pic>
        <p:nvPicPr>
          <p:cNvPr id="9" name="Pattern Sand Bottom">
            <a:extLst>
              <a:ext uri="{FF2B5EF4-FFF2-40B4-BE49-F238E27FC236}">
                <a16:creationId xmlns:a16="http://schemas.microsoft.com/office/drawing/2014/main" id="{7E41FF7E-0642-ED43-BF36-6F4C4C4A2BE9}"/>
              </a:ext>
            </a:extLst>
          </p:cNvPr>
          <p:cNvPicPr>
            <a:picLocks noChangeAspect="1"/>
          </p:cNvPicPr>
          <p:nvPr userDrawn="1"/>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5866" t="5503" r="48528" b="71220"/>
          <a:stretch/>
        </p:blipFill>
        <p:spPr>
          <a:xfrm>
            <a:off x="197368" y="4478953"/>
            <a:ext cx="4785278" cy="2148599"/>
          </a:xfrm>
          <a:prstGeom prst="rect">
            <a:avLst/>
          </a:prstGeom>
        </p:spPr>
      </p:pic>
      <p:pic>
        <p:nvPicPr>
          <p:cNvPr id="11" name="Pattern Top">
            <a:extLst>
              <a:ext uri="{FF2B5EF4-FFF2-40B4-BE49-F238E27FC236}">
                <a16:creationId xmlns:a16="http://schemas.microsoft.com/office/drawing/2014/main" id="{6124DACD-3877-F440-9547-FC58D4D8F16B}"/>
              </a:ext>
            </a:extLst>
          </p:cNvPr>
          <p:cNvPicPr>
            <a:picLocks noChangeAspect="1"/>
          </p:cNvPicPr>
          <p:nvPr userDrawn="1"/>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5866" t="5503" r="48528" b="71220"/>
          <a:stretch/>
        </p:blipFill>
        <p:spPr>
          <a:xfrm flipV="1">
            <a:off x="187320" y="-43952"/>
            <a:ext cx="4785278" cy="2148599"/>
          </a:xfrm>
          <a:prstGeom prst="rect">
            <a:avLst/>
          </a:prstGeom>
        </p:spPr>
      </p:pic>
      <p:sp>
        <p:nvSpPr>
          <p:cNvPr id="10" name="Content Placeholder ">
            <a:extLst>
              <a:ext uri="{FF2B5EF4-FFF2-40B4-BE49-F238E27FC236}">
                <a16:creationId xmlns:a16="http://schemas.microsoft.com/office/drawing/2014/main" id="{1E5D113C-3036-C842-BC1F-5B0180C05F49}"/>
              </a:ext>
            </a:extLst>
          </p:cNvPr>
          <p:cNvSpPr>
            <a:spLocks noGrp="1"/>
          </p:cNvSpPr>
          <p:nvPr>
            <p:ph idx="1" hasCustomPrompt="1"/>
          </p:nvPr>
        </p:nvSpPr>
        <p:spPr>
          <a:xfrm>
            <a:off x="5384800" y="2097153"/>
            <a:ext cx="6256338" cy="4416074"/>
          </a:xfrm>
        </p:spPr>
        <p:txBody>
          <a:bodyPr>
            <a:normAutofit lnSpcReduction="10000"/>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GB" dirty="0"/>
              <a:t>Content placeholder</a:t>
            </a:r>
          </a:p>
        </p:txBody>
      </p:sp>
      <p:sp>
        <p:nvSpPr>
          <p:cNvPr id="12" name="Sub-heading">
            <a:extLst>
              <a:ext uri="{FF2B5EF4-FFF2-40B4-BE49-F238E27FC236}">
                <a16:creationId xmlns:a16="http://schemas.microsoft.com/office/drawing/2014/main" id="{F247DAB5-9184-904C-8ADA-EB59774A98DA}"/>
              </a:ext>
            </a:extLst>
          </p:cNvPr>
          <p:cNvSpPr>
            <a:spLocks noGrp="1"/>
          </p:cNvSpPr>
          <p:nvPr>
            <p:ph type="body" sz="quarter" idx="10" hasCustomPrompt="1"/>
          </p:nvPr>
        </p:nvSpPr>
        <p:spPr>
          <a:xfrm>
            <a:off x="5384799" y="1382713"/>
            <a:ext cx="6256339" cy="644993"/>
          </a:xfrm>
        </p:spPr>
        <p:txBody>
          <a:bodyPr anchor="ctr">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524405" y="2943724"/>
            <a:ext cx="4448193" cy="1019176"/>
          </a:xfrm>
          <a:prstGeom prst="rect">
            <a:avLst/>
          </a:prstGeom>
        </p:spPr>
        <p:txBody>
          <a:bodyPr/>
          <a:lstStyle>
            <a:lvl1pPr>
              <a:defRPr>
                <a:solidFill>
                  <a:schemeClr val="accent1"/>
                </a:solidFill>
              </a:defRPr>
            </a:lvl1pPr>
          </a:lstStyle>
          <a:p>
            <a:r>
              <a:rPr lang="en-GB" dirty="0"/>
              <a:t>CLICK TO EDIT TITLE</a:t>
            </a:r>
            <a:endParaRPr lang="en-US" dirty="0"/>
          </a:p>
        </p:txBody>
      </p:sp>
    </p:spTree>
    <p:extLst>
      <p:ext uri="{BB962C8B-B14F-4D97-AF65-F5344CB8AC3E}">
        <p14:creationId xmlns:p14="http://schemas.microsoft.com/office/powerpoint/2010/main" val="5710113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ub-heading + Content on Sand Bg">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sp>
        <p:nvSpPr>
          <p:cNvPr id="4" name="Content Placeholder ">
            <a:extLst>
              <a:ext uri="{FF2B5EF4-FFF2-40B4-BE49-F238E27FC236}">
                <a16:creationId xmlns:a16="http://schemas.microsoft.com/office/drawing/2014/main" id="{4A0A04E6-82A6-6342-BC69-1852DDFBABAB}"/>
              </a:ext>
            </a:extLst>
          </p:cNvPr>
          <p:cNvSpPr>
            <a:spLocks noGrp="1"/>
          </p:cNvSpPr>
          <p:nvPr>
            <p:ph idx="1" hasCustomPrompt="1"/>
          </p:nvPr>
        </p:nvSpPr>
        <p:spPr>
          <a:xfrm>
            <a:off x="518668" y="2098626"/>
            <a:ext cx="11122470" cy="4369629"/>
          </a:xfrm>
        </p:spPr>
        <p:txBody>
          <a:bodyPr>
            <a:normAutofit lnSpcReduction="10000"/>
          </a:bodyPr>
          <a:lstStyle/>
          <a:p>
            <a:r>
              <a:rPr lang="en-GB" dirty="0"/>
              <a:t>Content placeholder</a:t>
            </a:r>
          </a:p>
        </p:txBody>
      </p:sp>
      <p:sp>
        <p:nvSpPr>
          <p:cNvPr id="5" name="Sub-heading">
            <a:extLst>
              <a:ext uri="{FF2B5EF4-FFF2-40B4-BE49-F238E27FC236}">
                <a16:creationId xmlns:a16="http://schemas.microsoft.com/office/drawing/2014/main" id="{75341AAE-B2DE-0D44-A2FA-007F38E94867}"/>
              </a:ext>
            </a:extLst>
          </p:cNvPr>
          <p:cNvSpPr>
            <a:spLocks noGrp="1"/>
          </p:cNvSpPr>
          <p:nvPr>
            <p:ph type="body" sz="quarter" idx="10" hasCustomPrompt="1"/>
          </p:nvPr>
        </p:nvSpPr>
        <p:spPr>
          <a:xfrm>
            <a:off x="518668" y="1379764"/>
            <a:ext cx="11122470" cy="644993"/>
          </a:xfrm>
        </p:spPr>
        <p:txBody>
          <a:bodyPr anchor="ctr">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518668" y="294054"/>
            <a:ext cx="8328565"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9657585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heading + Content on Pattern Sand Bg">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pic>
        <p:nvPicPr>
          <p:cNvPr id="11" name="Pattern">
            <a:extLst>
              <a:ext uri="{FF2B5EF4-FFF2-40B4-BE49-F238E27FC236}">
                <a16:creationId xmlns:a16="http://schemas.microsoft.com/office/drawing/2014/main" id="{238EDFC1-EE9A-8048-86A1-2E5C9233E777}"/>
              </a:ext>
            </a:extLst>
          </p:cNvPr>
          <p:cNvPicPr>
            <a:picLocks noChangeAspect="1"/>
          </p:cNvPicPr>
          <p:nvPr userDrawn="1"/>
        </p:nvPicPr>
        <p:blipFill rotWithShape="1">
          <a:blip r:embed="rId2" cstate="screen">
            <a:duotone>
              <a:schemeClr val="accent2">
                <a:shade val="45000"/>
                <a:satMod val="135000"/>
              </a:schemeClr>
              <a:prstClr val="white"/>
            </a:duotone>
            <a:alphaModFix amt="60000"/>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a:ext>
            </a:extLst>
          </a:blip>
          <a:srcRect r="668"/>
          <a:stretch/>
        </p:blipFill>
        <p:spPr>
          <a:xfrm>
            <a:off x="1379" y="1342422"/>
            <a:ext cx="12190621" cy="5256000"/>
          </a:xfrm>
          <a:prstGeom prst="rect">
            <a:avLst/>
          </a:prstGeom>
        </p:spPr>
      </p:pic>
      <p:grpSp>
        <p:nvGrpSpPr>
          <p:cNvPr id="13" name="Bottom Corner Cover Ups">
            <a:extLst>
              <a:ext uri="{FF2B5EF4-FFF2-40B4-BE49-F238E27FC236}">
                <a16:creationId xmlns:a16="http://schemas.microsoft.com/office/drawing/2014/main" id="{93D46E69-FB5E-344A-A7B7-752C7C6ECCDD}"/>
              </a:ext>
            </a:extLst>
          </p:cNvPr>
          <p:cNvGrpSpPr/>
          <p:nvPr userDrawn="1"/>
        </p:nvGrpSpPr>
        <p:grpSpPr>
          <a:xfrm>
            <a:off x="0" y="5911729"/>
            <a:ext cx="12192027" cy="949000"/>
            <a:chOff x="0" y="5911729"/>
            <a:chExt cx="12192027" cy="949000"/>
          </a:xfrm>
        </p:grpSpPr>
        <p:pic>
          <p:nvPicPr>
            <p:cNvPr id="14" name="SU.Footer.Shape.White.Cover.R">
              <a:extLst>
                <a:ext uri="{FF2B5EF4-FFF2-40B4-BE49-F238E27FC236}">
                  <a16:creationId xmlns:a16="http://schemas.microsoft.com/office/drawing/2014/main" id="{C3DAB37C-2D70-5C41-B708-179C820942FA}"/>
                </a:ext>
              </a:extLst>
            </p:cNvPr>
            <p:cNvPicPr>
              <a:picLocks noChangeAspect="1"/>
            </p:cNvPicPr>
            <p:nvPr userDrawn="1"/>
          </p:nvPicPr>
          <p:blipFill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l="95482" b="18185"/>
            <a:stretch/>
          </p:blipFill>
          <p:spPr>
            <a:xfrm>
              <a:off x="11641165" y="5911729"/>
              <a:ext cx="550862" cy="949000"/>
            </a:xfrm>
            <a:prstGeom prst="rect">
              <a:avLst/>
            </a:prstGeom>
          </p:spPr>
        </p:pic>
        <p:pic>
          <p:nvPicPr>
            <p:cNvPr id="15" name="SU.Footer.Shape.White.Cover.L">
              <a:extLst>
                <a:ext uri="{FF2B5EF4-FFF2-40B4-BE49-F238E27FC236}">
                  <a16:creationId xmlns:a16="http://schemas.microsoft.com/office/drawing/2014/main" id="{73C9FD76-564E-0348-A31C-D0132A5B66BC}"/>
                </a:ext>
              </a:extLst>
            </p:cNvPr>
            <p:cNvPicPr>
              <a:picLocks noChangeAspect="1"/>
            </p:cNvPicPr>
            <p:nvPr userDrawn="1"/>
          </p:nvPicPr>
          <p:blipFill rotWithShape="1">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rcRect r="95768" b="18185"/>
            <a:stretch/>
          </p:blipFill>
          <p:spPr>
            <a:xfrm>
              <a:off x="0" y="5911729"/>
              <a:ext cx="515938" cy="949000"/>
            </a:xfrm>
            <a:prstGeom prst="rect">
              <a:avLst/>
            </a:prstGeom>
          </p:spPr>
        </p:pic>
      </p:grpSp>
      <p:sp>
        <p:nvSpPr>
          <p:cNvPr id="4" name="Content Placeholder ">
            <a:extLst>
              <a:ext uri="{FF2B5EF4-FFF2-40B4-BE49-F238E27FC236}">
                <a16:creationId xmlns:a16="http://schemas.microsoft.com/office/drawing/2014/main" id="{4A0A04E6-82A6-6342-BC69-1852DDFBABAB}"/>
              </a:ext>
            </a:extLst>
          </p:cNvPr>
          <p:cNvSpPr>
            <a:spLocks noGrp="1"/>
          </p:cNvSpPr>
          <p:nvPr>
            <p:ph idx="1" hasCustomPrompt="1"/>
          </p:nvPr>
        </p:nvSpPr>
        <p:spPr>
          <a:xfrm>
            <a:off x="518668" y="2098626"/>
            <a:ext cx="11122470" cy="4414600"/>
          </a:xfrm>
        </p:spPr>
        <p:txBody>
          <a:bodyPr>
            <a:normAutofit lnSpcReduction="10000"/>
          </a:bodyPr>
          <a:lstStyle/>
          <a:p>
            <a:r>
              <a:rPr lang="en-GB" dirty="0"/>
              <a:t>Content placeholder</a:t>
            </a:r>
          </a:p>
        </p:txBody>
      </p:sp>
      <p:sp>
        <p:nvSpPr>
          <p:cNvPr id="5" name="Sub-heading">
            <a:extLst>
              <a:ext uri="{FF2B5EF4-FFF2-40B4-BE49-F238E27FC236}">
                <a16:creationId xmlns:a16="http://schemas.microsoft.com/office/drawing/2014/main" id="{75341AAE-B2DE-0D44-A2FA-007F38E94867}"/>
              </a:ext>
            </a:extLst>
          </p:cNvPr>
          <p:cNvSpPr>
            <a:spLocks noGrp="1"/>
          </p:cNvSpPr>
          <p:nvPr>
            <p:ph type="body" sz="quarter" idx="10" hasCustomPrompt="1"/>
          </p:nvPr>
        </p:nvSpPr>
        <p:spPr>
          <a:xfrm>
            <a:off x="518668" y="1379764"/>
            <a:ext cx="11122470" cy="644993"/>
          </a:xfrm>
        </p:spPr>
        <p:txBody>
          <a:bodyPr anchor="ctr">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518668" y="286559"/>
            <a:ext cx="8328565"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38628685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heading + Content on Pattern Panel Sand Bg">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pic>
        <p:nvPicPr>
          <p:cNvPr id="11" name="Pattern">
            <a:extLst>
              <a:ext uri="{FF2B5EF4-FFF2-40B4-BE49-F238E27FC236}">
                <a16:creationId xmlns:a16="http://schemas.microsoft.com/office/drawing/2014/main" id="{D1F2E50E-95E6-FC4E-962F-EC9D3C8E6FB6}"/>
              </a:ext>
            </a:extLst>
          </p:cNvPr>
          <p:cNvPicPr>
            <a:picLocks noChangeAspect="1"/>
          </p:cNvPicPr>
          <p:nvPr userDrawn="1"/>
        </p:nvPicPr>
        <p:blipFill rotWithShape="1">
          <a:blip r:embed="rId2" cstate="screen">
            <a:duotone>
              <a:schemeClr val="accent2">
                <a:shade val="45000"/>
                <a:satMod val="135000"/>
              </a:schemeClr>
              <a:prstClr val="white"/>
            </a:duotone>
            <a:alphaModFix amt="60000"/>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a:ext>
            </a:extLst>
          </a:blip>
          <a:srcRect r="67065"/>
          <a:stretch/>
        </p:blipFill>
        <p:spPr>
          <a:xfrm>
            <a:off x="1380" y="1342422"/>
            <a:ext cx="4041984" cy="5256000"/>
          </a:xfrm>
          <a:prstGeom prst="rect">
            <a:avLst/>
          </a:prstGeom>
        </p:spPr>
      </p:pic>
      <p:grpSp>
        <p:nvGrpSpPr>
          <p:cNvPr id="13" name="Bottom Corner Cover Ups">
            <a:extLst>
              <a:ext uri="{FF2B5EF4-FFF2-40B4-BE49-F238E27FC236}">
                <a16:creationId xmlns:a16="http://schemas.microsoft.com/office/drawing/2014/main" id="{B3C7A21B-1B7F-7C48-A146-B42CAF24A16C}"/>
              </a:ext>
            </a:extLst>
          </p:cNvPr>
          <p:cNvGrpSpPr/>
          <p:nvPr userDrawn="1"/>
        </p:nvGrpSpPr>
        <p:grpSpPr>
          <a:xfrm>
            <a:off x="0" y="5911729"/>
            <a:ext cx="12192027" cy="949000"/>
            <a:chOff x="0" y="5911729"/>
            <a:chExt cx="12192027" cy="949000"/>
          </a:xfrm>
        </p:grpSpPr>
        <p:pic>
          <p:nvPicPr>
            <p:cNvPr id="14" name="SU.Footer.Shape.White.Cover.R">
              <a:extLst>
                <a:ext uri="{FF2B5EF4-FFF2-40B4-BE49-F238E27FC236}">
                  <a16:creationId xmlns:a16="http://schemas.microsoft.com/office/drawing/2014/main" id="{4E7E269D-C46B-D74D-ADD3-C0B4C411F72A}"/>
                </a:ext>
              </a:extLst>
            </p:cNvPr>
            <p:cNvPicPr>
              <a:picLocks noChangeAspect="1"/>
            </p:cNvPicPr>
            <p:nvPr userDrawn="1"/>
          </p:nvPicPr>
          <p:blipFill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l="95482" b="18185"/>
            <a:stretch/>
          </p:blipFill>
          <p:spPr>
            <a:xfrm>
              <a:off x="11641165" y="5911729"/>
              <a:ext cx="550862" cy="949000"/>
            </a:xfrm>
            <a:prstGeom prst="rect">
              <a:avLst/>
            </a:prstGeom>
          </p:spPr>
        </p:pic>
        <p:pic>
          <p:nvPicPr>
            <p:cNvPr id="15" name="SU.Footer.Shape.White.Cover.L">
              <a:extLst>
                <a:ext uri="{FF2B5EF4-FFF2-40B4-BE49-F238E27FC236}">
                  <a16:creationId xmlns:a16="http://schemas.microsoft.com/office/drawing/2014/main" id="{643164C7-3D42-2F47-9B4F-124EA0300755}"/>
                </a:ext>
              </a:extLst>
            </p:cNvPr>
            <p:cNvPicPr>
              <a:picLocks noChangeAspect="1"/>
            </p:cNvPicPr>
            <p:nvPr userDrawn="1"/>
          </p:nvPicPr>
          <p:blipFill rotWithShape="1">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rcRect r="95768" b="18185"/>
            <a:stretch/>
          </p:blipFill>
          <p:spPr>
            <a:xfrm>
              <a:off x="0" y="5911729"/>
              <a:ext cx="515938" cy="949000"/>
            </a:xfrm>
            <a:prstGeom prst="rect">
              <a:avLst/>
            </a:prstGeom>
          </p:spPr>
        </p:pic>
      </p:grpSp>
      <p:sp>
        <p:nvSpPr>
          <p:cNvPr id="4" name="Content Placeholder ">
            <a:extLst>
              <a:ext uri="{FF2B5EF4-FFF2-40B4-BE49-F238E27FC236}">
                <a16:creationId xmlns:a16="http://schemas.microsoft.com/office/drawing/2014/main" id="{4A0A04E6-82A6-6342-BC69-1852DDFBABAB}"/>
              </a:ext>
            </a:extLst>
          </p:cNvPr>
          <p:cNvSpPr>
            <a:spLocks noGrp="1"/>
          </p:cNvSpPr>
          <p:nvPr>
            <p:ph idx="1" hasCustomPrompt="1"/>
          </p:nvPr>
        </p:nvSpPr>
        <p:spPr>
          <a:xfrm>
            <a:off x="4298506" y="1446551"/>
            <a:ext cx="7342632" cy="5066675"/>
          </a:xfrm>
        </p:spPr>
        <p:txBody>
          <a:bodyPr>
            <a:normAutofit lnSpcReduction="10000"/>
          </a:bodyPr>
          <a:lstStyle/>
          <a:p>
            <a:r>
              <a:rPr lang="en-GB" dirty="0"/>
              <a:t>Content placeholder</a:t>
            </a:r>
          </a:p>
        </p:txBody>
      </p:sp>
      <p:sp>
        <p:nvSpPr>
          <p:cNvPr id="5" name="Sub-heading">
            <a:extLst>
              <a:ext uri="{FF2B5EF4-FFF2-40B4-BE49-F238E27FC236}">
                <a16:creationId xmlns:a16="http://schemas.microsoft.com/office/drawing/2014/main" id="{75341AAE-B2DE-0D44-A2FA-007F38E94867}"/>
              </a:ext>
            </a:extLst>
          </p:cNvPr>
          <p:cNvSpPr>
            <a:spLocks noGrp="1"/>
          </p:cNvSpPr>
          <p:nvPr>
            <p:ph type="body" sz="quarter" idx="10" hasCustomPrompt="1"/>
          </p:nvPr>
        </p:nvSpPr>
        <p:spPr>
          <a:xfrm>
            <a:off x="518668" y="1446551"/>
            <a:ext cx="3524695" cy="5066674"/>
          </a:xfrm>
        </p:spPr>
        <p:txBody>
          <a:bodyPr anchor="t">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518668" y="286559"/>
            <a:ext cx="8328565"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22053906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ual Layout Slide on Sand Bg">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sp>
        <p:nvSpPr>
          <p:cNvPr id="8" name="White Rectangle">
            <a:extLst>
              <a:ext uri="{FF2B5EF4-FFF2-40B4-BE49-F238E27FC236}">
                <a16:creationId xmlns:a16="http://schemas.microsoft.com/office/drawing/2014/main" id="{16180752-C10C-8440-9EE3-94FE745DE7CB}"/>
              </a:ext>
            </a:extLst>
          </p:cNvPr>
          <p:cNvSpPr/>
          <p:nvPr userDrawn="1"/>
        </p:nvSpPr>
        <p:spPr>
          <a:xfrm>
            <a:off x="0" y="0"/>
            <a:ext cx="12192000" cy="13389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Content Placeholder  2">
            <a:extLst>
              <a:ext uri="{FF2B5EF4-FFF2-40B4-BE49-F238E27FC236}">
                <a16:creationId xmlns:a16="http://schemas.microsoft.com/office/drawing/2014/main" id="{3DFF6234-ED27-674E-B499-43815E04B1F3}"/>
              </a:ext>
            </a:extLst>
          </p:cNvPr>
          <p:cNvSpPr>
            <a:spLocks noGrp="1"/>
          </p:cNvSpPr>
          <p:nvPr>
            <p:ph idx="12" hasCustomPrompt="1"/>
          </p:nvPr>
        </p:nvSpPr>
        <p:spPr>
          <a:xfrm>
            <a:off x="6305552" y="2093512"/>
            <a:ext cx="5335586" cy="4427209"/>
          </a:xfrm>
        </p:spPr>
        <p:txBody>
          <a:bodyPr>
            <a:normAutofit lnSpcReduction="10000"/>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i="1">
                <a:solidFill>
                  <a:srgbClr val="4D5356"/>
                </a:solidFill>
              </a:defRPr>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GB" dirty="0"/>
              <a:t>Content placeholder</a:t>
            </a:r>
          </a:p>
        </p:txBody>
      </p:sp>
      <p:sp>
        <p:nvSpPr>
          <p:cNvPr id="16" name="Sub-heading 2">
            <a:extLst>
              <a:ext uri="{FF2B5EF4-FFF2-40B4-BE49-F238E27FC236}">
                <a16:creationId xmlns:a16="http://schemas.microsoft.com/office/drawing/2014/main" id="{566B889E-5E19-884B-A6F6-A481CC7DE2E3}"/>
              </a:ext>
            </a:extLst>
          </p:cNvPr>
          <p:cNvSpPr>
            <a:spLocks noGrp="1"/>
          </p:cNvSpPr>
          <p:nvPr>
            <p:ph type="body" sz="quarter" idx="13" hasCustomPrompt="1"/>
          </p:nvPr>
        </p:nvSpPr>
        <p:spPr>
          <a:xfrm>
            <a:off x="6305552" y="1382145"/>
            <a:ext cx="5335586" cy="644993"/>
          </a:xfrm>
        </p:spPr>
        <p:txBody>
          <a:bodyPr anchor="ctr">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1"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2" name="Title 2">
            <a:extLst>
              <a:ext uri="{FF2B5EF4-FFF2-40B4-BE49-F238E27FC236}">
                <a16:creationId xmlns:a16="http://schemas.microsoft.com/office/drawing/2014/main" id="{F6537FBF-A738-EB4D-9E99-BDECCAA2CE51}"/>
              </a:ext>
            </a:extLst>
          </p:cNvPr>
          <p:cNvSpPr>
            <a:spLocks noGrp="1"/>
          </p:cNvSpPr>
          <p:nvPr>
            <p:ph type="body" sz="quarter" idx="14" hasCustomPrompt="1"/>
          </p:nvPr>
        </p:nvSpPr>
        <p:spPr>
          <a:xfrm>
            <a:off x="6305550" y="234093"/>
            <a:ext cx="5335587" cy="1019176"/>
          </a:xfrm>
        </p:spPr>
        <p:txBody>
          <a:bodyPr/>
          <a:lstStyle>
            <a:lvl1pPr marL="0" indent="0">
              <a:buFontTx/>
              <a:buNone/>
              <a:defRPr lang="en-GB" sz="3200" b="1" i="1" kern="1200" dirty="0" smtClean="0">
                <a:solidFill>
                  <a:schemeClr val="accent1"/>
                </a:solidFill>
                <a:latin typeface="Trebuchet MS" panose="020B0703020202090204" pitchFamily="34" charset="0"/>
                <a:ea typeface="+mj-ea"/>
                <a:cs typeface="+mj-cs"/>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dirty="0"/>
              <a:t>CLICK TO EDIT TITLE</a:t>
            </a:r>
          </a:p>
        </p:txBody>
      </p:sp>
      <p:sp>
        <p:nvSpPr>
          <p:cNvPr id="19" name="Content Placeholder 1">
            <a:extLst>
              <a:ext uri="{FF2B5EF4-FFF2-40B4-BE49-F238E27FC236}">
                <a16:creationId xmlns:a16="http://schemas.microsoft.com/office/drawing/2014/main" id="{1F49F80C-ACC3-A44A-8CC6-3C5EDE180965}"/>
              </a:ext>
            </a:extLst>
          </p:cNvPr>
          <p:cNvSpPr>
            <a:spLocks noGrp="1"/>
          </p:cNvSpPr>
          <p:nvPr>
            <p:ph idx="1" hasCustomPrompt="1"/>
          </p:nvPr>
        </p:nvSpPr>
        <p:spPr>
          <a:xfrm>
            <a:off x="518668" y="2098626"/>
            <a:ext cx="5367782" cy="4422095"/>
          </a:xfrm>
        </p:spPr>
        <p:txBody>
          <a:bodyPr>
            <a:normAutofit lnSpcReduction="10000"/>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solidFill>
                  <a:srgbClr val="4D5356"/>
                </a:solidFill>
              </a:defRPr>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GB" dirty="0"/>
              <a:t>Content placeholder</a:t>
            </a:r>
          </a:p>
        </p:txBody>
      </p:sp>
      <p:sp>
        <p:nvSpPr>
          <p:cNvPr id="20" name="Sub-heading 1">
            <a:extLst>
              <a:ext uri="{FF2B5EF4-FFF2-40B4-BE49-F238E27FC236}">
                <a16:creationId xmlns:a16="http://schemas.microsoft.com/office/drawing/2014/main" id="{B3F930F9-C039-AF47-823C-5530804EC881}"/>
              </a:ext>
            </a:extLst>
          </p:cNvPr>
          <p:cNvSpPr>
            <a:spLocks noGrp="1"/>
          </p:cNvSpPr>
          <p:nvPr>
            <p:ph type="body" sz="quarter" idx="10" hasCustomPrompt="1"/>
          </p:nvPr>
        </p:nvSpPr>
        <p:spPr>
          <a:xfrm>
            <a:off x="518668" y="1379764"/>
            <a:ext cx="5367782" cy="644993"/>
          </a:xfrm>
        </p:spPr>
        <p:txBody>
          <a:bodyPr anchor="ctr">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1" name="Title 1">
            <a:extLst>
              <a:ext uri="{FF2B5EF4-FFF2-40B4-BE49-F238E27FC236}">
                <a16:creationId xmlns:a16="http://schemas.microsoft.com/office/drawing/2014/main" id="{9EDA3B2F-BE8B-BF42-ABB3-E31B7ECCE836}"/>
              </a:ext>
            </a:extLst>
          </p:cNvPr>
          <p:cNvSpPr>
            <a:spLocks noGrp="1"/>
          </p:cNvSpPr>
          <p:nvPr>
            <p:ph type="title" hasCustomPrompt="1"/>
          </p:nvPr>
        </p:nvSpPr>
        <p:spPr>
          <a:xfrm>
            <a:off x="518669" y="286559"/>
            <a:ext cx="5367782"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11855852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xColumns Layout Slide on Sand Bg">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sp>
        <p:nvSpPr>
          <p:cNvPr id="11" name="White Rectangle">
            <a:extLst>
              <a:ext uri="{FF2B5EF4-FFF2-40B4-BE49-F238E27FC236}">
                <a16:creationId xmlns:a16="http://schemas.microsoft.com/office/drawing/2014/main" id="{257E3393-912E-0B49-AEEE-D6B9ACB96FDA}"/>
              </a:ext>
            </a:extLst>
          </p:cNvPr>
          <p:cNvSpPr/>
          <p:nvPr userDrawn="1"/>
        </p:nvSpPr>
        <p:spPr>
          <a:xfrm>
            <a:off x="0" y="0"/>
            <a:ext cx="12192000" cy="13389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Content Placeholder 3">
            <a:extLst>
              <a:ext uri="{FF2B5EF4-FFF2-40B4-BE49-F238E27FC236}">
                <a16:creationId xmlns:a16="http://schemas.microsoft.com/office/drawing/2014/main" id="{7D3B1D8D-243B-DA40-B75D-A969A88B2F8F}"/>
              </a:ext>
            </a:extLst>
          </p:cNvPr>
          <p:cNvSpPr>
            <a:spLocks noGrp="1"/>
          </p:cNvSpPr>
          <p:nvPr>
            <p:ph idx="12" hasCustomPrompt="1"/>
          </p:nvPr>
        </p:nvSpPr>
        <p:spPr>
          <a:xfrm>
            <a:off x="8041138" y="2093513"/>
            <a:ext cx="3600000" cy="4404724"/>
          </a:xfrm>
        </p:spPr>
        <p:txBody>
          <a:bodyPr>
            <a:normAutofit lnSpcReduction="10000"/>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i="0"/>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GB" dirty="0"/>
              <a:t>Content placeholder</a:t>
            </a:r>
          </a:p>
        </p:txBody>
      </p:sp>
      <p:sp>
        <p:nvSpPr>
          <p:cNvPr id="16" name="Sub-heading 3">
            <a:extLst>
              <a:ext uri="{FF2B5EF4-FFF2-40B4-BE49-F238E27FC236}">
                <a16:creationId xmlns:a16="http://schemas.microsoft.com/office/drawing/2014/main" id="{651902F8-552C-7C40-AA8D-2CE4C4E180B0}"/>
              </a:ext>
            </a:extLst>
          </p:cNvPr>
          <p:cNvSpPr>
            <a:spLocks noGrp="1"/>
          </p:cNvSpPr>
          <p:nvPr>
            <p:ph type="body" sz="quarter" idx="13" hasCustomPrompt="1"/>
          </p:nvPr>
        </p:nvSpPr>
        <p:spPr>
          <a:xfrm>
            <a:off x="8041138" y="1382145"/>
            <a:ext cx="3600000" cy="644993"/>
          </a:xfrm>
        </p:spPr>
        <p:txBody>
          <a:bodyPr anchor="ctr">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17" name="Title 3">
            <a:extLst>
              <a:ext uri="{FF2B5EF4-FFF2-40B4-BE49-F238E27FC236}">
                <a16:creationId xmlns:a16="http://schemas.microsoft.com/office/drawing/2014/main" id="{D70127F6-1B72-C84F-9735-3D0725E985F3}"/>
              </a:ext>
            </a:extLst>
          </p:cNvPr>
          <p:cNvSpPr>
            <a:spLocks noGrp="1"/>
          </p:cNvSpPr>
          <p:nvPr>
            <p:ph type="body" sz="quarter" idx="14" hasCustomPrompt="1"/>
          </p:nvPr>
        </p:nvSpPr>
        <p:spPr>
          <a:xfrm>
            <a:off x="8041133" y="229952"/>
            <a:ext cx="3600000" cy="1060426"/>
          </a:xfrm>
        </p:spPr>
        <p:txBody>
          <a:bodyPr anchor="t">
            <a:normAutofit/>
          </a:bodyPr>
          <a:lstStyle>
            <a:lvl1pPr marL="0" indent="0">
              <a:buFontTx/>
              <a:buNone/>
              <a:defRPr sz="3200" b="1" i="0">
                <a:solidFill>
                  <a:schemeClr val="accent1"/>
                </a:solidFill>
                <a:latin typeface="Trebuchet MS" panose="020B0703020202090204" pitchFamily="34" charset="0"/>
              </a:defRPr>
            </a:lvl1pPr>
            <a:lvl2pPr marL="457200" indent="0">
              <a:buFontTx/>
              <a:buNone/>
              <a:defRPr b="1" i="1">
                <a:solidFill>
                  <a:schemeClr val="accent1"/>
                </a:solidFill>
                <a:latin typeface="Trebuchet MS" panose="020B0703020202090204" pitchFamily="34" charset="0"/>
              </a:defRPr>
            </a:lvl2pPr>
            <a:lvl3pPr marL="914400" indent="0">
              <a:buFontTx/>
              <a:buNone/>
              <a:defRPr b="1" i="1">
                <a:solidFill>
                  <a:schemeClr val="accent1"/>
                </a:solidFill>
                <a:latin typeface="Trebuchet MS" panose="020B0703020202090204" pitchFamily="34" charset="0"/>
              </a:defRPr>
            </a:lvl3pPr>
            <a:lvl4pPr marL="1371600" indent="0">
              <a:buFontTx/>
              <a:buNone/>
              <a:defRPr b="1" i="1">
                <a:solidFill>
                  <a:schemeClr val="accent1"/>
                </a:solidFill>
                <a:latin typeface="Trebuchet MS" panose="020B0703020202090204" pitchFamily="34" charset="0"/>
              </a:defRPr>
            </a:lvl4pPr>
            <a:lvl5pPr marL="1828800" indent="0" algn="l">
              <a:buFontTx/>
              <a:buNone/>
              <a:defRPr sz="3200" i="1">
                <a:solidFill>
                  <a:schemeClr val="accent1"/>
                </a:solidFill>
                <a:latin typeface="Trebuchet MS" panose="020B0703020202090204" pitchFamily="34" charset="0"/>
              </a:defRPr>
            </a:lvl5pPr>
          </a:lstStyle>
          <a:p>
            <a:pPr lvl="0"/>
            <a:r>
              <a:rPr lang="en-GB" dirty="0"/>
              <a:t>CLICK TO EDIT TITLE </a:t>
            </a:r>
          </a:p>
        </p:txBody>
      </p:sp>
      <p:sp>
        <p:nvSpPr>
          <p:cNvPr id="26" name="Content Placeholder  2">
            <a:extLst>
              <a:ext uri="{FF2B5EF4-FFF2-40B4-BE49-F238E27FC236}">
                <a16:creationId xmlns:a16="http://schemas.microsoft.com/office/drawing/2014/main" id="{26B27DB4-949B-464F-A1EF-C46A3C3631C1}"/>
              </a:ext>
            </a:extLst>
          </p:cNvPr>
          <p:cNvSpPr>
            <a:spLocks noGrp="1"/>
          </p:cNvSpPr>
          <p:nvPr>
            <p:ph idx="15" hasCustomPrompt="1"/>
          </p:nvPr>
        </p:nvSpPr>
        <p:spPr>
          <a:xfrm>
            <a:off x="4279902" y="2093513"/>
            <a:ext cx="3599998" cy="4404724"/>
          </a:xfrm>
        </p:spPr>
        <p:txBody>
          <a:bodyPr>
            <a:normAutofit lnSpcReduction="10000"/>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i="0"/>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GB" dirty="0"/>
              <a:t>Content placeholder</a:t>
            </a:r>
          </a:p>
        </p:txBody>
      </p:sp>
      <p:sp>
        <p:nvSpPr>
          <p:cNvPr id="27" name="Sub-heading 2">
            <a:extLst>
              <a:ext uri="{FF2B5EF4-FFF2-40B4-BE49-F238E27FC236}">
                <a16:creationId xmlns:a16="http://schemas.microsoft.com/office/drawing/2014/main" id="{26C885C7-ECC4-4F47-8909-3F2435E1935F}"/>
              </a:ext>
            </a:extLst>
          </p:cNvPr>
          <p:cNvSpPr>
            <a:spLocks noGrp="1"/>
          </p:cNvSpPr>
          <p:nvPr>
            <p:ph type="body" sz="quarter" idx="16" hasCustomPrompt="1"/>
          </p:nvPr>
        </p:nvSpPr>
        <p:spPr>
          <a:xfrm>
            <a:off x="4279902" y="1382145"/>
            <a:ext cx="3599998" cy="644993"/>
          </a:xfrm>
        </p:spPr>
        <p:txBody>
          <a:bodyPr anchor="ctr">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8" name="Title 2">
            <a:extLst>
              <a:ext uri="{FF2B5EF4-FFF2-40B4-BE49-F238E27FC236}">
                <a16:creationId xmlns:a16="http://schemas.microsoft.com/office/drawing/2014/main" id="{58332A8F-EAE9-F94C-83E3-1D8BA1D91921}"/>
              </a:ext>
            </a:extLst>
          </p:cNvPr>
          <p:cNvSpPr>
            <a:spLocks noGrp="1"/>
          </p:cNvSpPr>
          <p:nvPr>
            <p:ph type="body" sz="quarter" idx="17" hasCustomPrompt="1"/>
          </p:nvPr>
        </p:nvSpPr>
        <p:spPr>
          <a:xfrm>
            <a:off x="4279900" y="229952"/>
            <a:ext cx="3600000" cy="1060426"/>
          </a:xfrm>
        </p:spPr>
        <p:txBody>
          <a:bodyPr anchor="t">
            <a:normAutofit/>
          </a:bodyPr>
          <a:lstStyle>
            <a:lvl1pPr marL="0" indent="0">
              <a:buFontTx/>
              <a:buNone/>
              <a:defRPr sz="3200" b="1" i="0">
                <a:solidFill>
                  <a:schemeClr val="accent1"/>
                </a:solidFill>
                <a:latin typeface="Trebuchet MS" panose="020B0703020202090204" pitchFamily="34" charset="0"/>
              </a:defRPr>
            </a:lvl1pPr>
            <a:lvl2pPr marL="457200" indent="0">
              <a:buFontTx/>
              <a:buNone/>
              <a:defRPr b="1" i="1">
                <a:solidFill>
                  <a:schemeClr val="accent1"/>
                </a:solidFill>
                <a:latin typeface="Trebuchet MS" panose="020B0703020202090204" pitchFamily="34" charset="0"/>
              </a:defRPr>
            </a:lvl2pPr>
            <a:lvl3pPr marL="914400" indent="0">
              <a:buFontTx/>
              <a:buNone/>
              <a:defRPr b="1" i="1">
                <a:solidFill>
                  <a:schemeClr val="accent1"/>
                </a:solidFill>
                <a:latin typeface="Trebuchet MS" panose="020B0703020202090204" pitchFamily="34" charset="0"/>
              </a:defRPr>
            </a:lvl3pPr>
            <a:lvl4pPr marL="1371600" indent="0">
              <a:buFontTx/>
              <a:buNone/>
              <a:defRPr b="1" i="1">
                <a:solidFill>
                  <a:schemeClr val="accent1"/>
                </a:solidFill>
                <a:latin typeface="Trebuchet MS" panose="020B0703020202090204" pitchFamily="34" charset="0"/>
              </a:defRPr>
            </a:lvl4pPr>
            <a:lvl5pPr marL="1828800" indent="0" algn="l">
              <a:buFontTx/>
              <a:buNone/>
              <a:defRPr sz="3200" i="1">
                <a:solidFill>
                  <a:schemeClr val="accent1"/>
                </a:solidFill>
                <a:latin typeface="Trebuchet MS" panose="020B0703020202090204" pitchFamily="34" charset="0"/>
              </a:defRPr>
            </a:lvl5pPr>
          </a:lstStyle>
          <a:p>
            <a:pPr lvl="0"/>
            <a:r>
              <a:rPr lang="en-GB" dirty="0"/>
              <a:t>CLICK TO EDIT TITLE </a:t>
            </a:r>
          </a:p>
        </p:txBody>
      </p:sp>
      <p:sp>
        <p:nvSpPr>
          <p:cNvPr id="29" name="Content Placeholder 1">
            <a:extLst>
              <a:ext uri="{FF2B5EF4-FFF2-40B4-BE49-F238E27FC236}">
                <a16:creationId xmlns:a16="http://schemas.microsoft.com/office/drawing/2014/main" id="{F2D4C76D-E14A-6D42-98D9-5AB41C4534F2}"/>
              </a:ext>
            </a:extLst>
          </p:cNvPr>
          <p:cNvSpPr>
            <a:spLocks noGrp="1"/>
          </p:cNvSpPr>
          <p:nvPr>
            <p:ph idx="1" hasCustomPrompt="1"/>
          </p:nvPr>
        </p:nvSpPr>
        <p:spPr>
          <a:xfrm>
            <a:off x="518667" y="2093513"/>
            <a:ext cx="3600000" cy="4404724"/>
          </a:xfrm>
        </p:spPr>
        <p:txBody>
          <a:bodyPr>
            <a:normAutofit lnSpcReduction="10000"/>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GB" dirty="0"/>
              <a:t>Content placeholder</a:t>
            </a:r>
          </a:p>
        </p:txBody>
      </p:sp>
      <p:sp>
        <p:nvSpPr>
          <p:cNvPr id="30" name="Sub-heading 1">
            <a:extLst>
              <a:ext uri="{FF2B5EF4-FFF2-40B4-BE49-F238E27FC236}">
                <a16:creationId xmlns:a16="http://schemas.microsoft.com/office/drawing/2014/main" id="{E5ACC0B6-8927-2744-B7D5-8F74BBD9FF40}"/>
              </a:ext>
            </a:extLst>
          </p:cNvPr>
          <p:cNvSpPr>
            <a:spLocks noGrp="1"/>
          </p:cNvSpPr>
          <p:nvPr>
            <p:ph type="body" sz="quarter" idx="10" hasCustomPrompt="1"/>
          </p:nvPr>
        </p:nvSpPr>
        <p:spPr>
          <a:xfrm>
            <a:off x="518667" y="1382145"/>
            <a:ext cx="3600000" cy="644993"/>
          </a:xfrm>
        </p:spPr>
        <p:txBody>
          <a:bodyPr anchor="ctr">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31" name="Title 1">
            <a:extLst>
              <a:ext uri="{FF2B5EF4-FFF2-40B4-BE49-F238E27FC236}">
                <a16:creationId xmlns:a16="http://schemas.microsoft.com/office/drawing/2014/main" id="{92EB4B94-2979-2E4C-BC92-09558809B4B0}"/>
              </a:ext>
            </a:extLst>
          </p:cNvPr>
          <p:cNvSpPr>
            <a:spLocks noGrp="1"/>
          </p:cNvSpPr>
          <p:nvPr>
            <p:ph type="body" sz="quarter" idx="18" hasCustomPrompt="1"/>
          </p:nvPr>
        </p:nvSpPr>
        <p:spPr>
          <a:xfrm>
            <a:off x="518667" y="229952"/>
            <a:ext cx="3600000" cy="1060426"/>
          </a:xfrm>
        </p:spPr>
        <p:txBody>
          <a:bodyPr anchor="t">
            <a:normAutofit/>
          </a:bodyPr>
          <a:lstStyle>
            <a:lvl1pPr marL="0" indent="0">
              <a:buFontTx/>
              <a:buNone/>
              <a:defRPr sz="3200" b="1" i="0">
                <a:solidFill>
                  <a:schemeClr val="accent1"/>
                </a:solidFill>
                <a:latin typeface="Trebuchet MS" panose="020B0703020202090204" pitchFamily="34" charset="0"/>
              </a:defRPr>
            </a:lvl1pPr>
            <a:lvl2pPr marL="457200" indent="0">
              <a:buFontTx/>
              <a:buNone/>
              <a:defRPr b="1" i="1">
                <a:solidFill>
                  <a:schemeClr val="accent1"/>
                </a:solidFill>
                <a:latin typeface="Trebuchet MS" panose="020B0703020202090204" pitchFamily="34" charset="0"/>
              </a:defRPr>
            </a:lvl2pPr>
            <a:lvl3pPr marL="914400" indent="0">
              <a:buFontTx/>
              <a:buNone/>
              <a:defRPr b="1" i="1">
                <a:solidFill>
                  <a:schemeClr val="accent1"/>
                </a:solidFill>
                <a:latin typeface="Trebuchet MS" panose="020B0703020202090204" pitchFamily="34" charset="0"/>
              </a:defRPr>
            </a:lvl3pPr>
            <a:lvl4pPr marL="1371600" indent="0">
              <a:buFontTx/>
              <a:buNone/>
              <a:defRPr b="1" i="1">
                <a:solidFill>
                  <a:schemeClr val="accent1"/>
                </a:solidFill>
                <a:latin typeface="Trebuchet MS" panose="020B0703020202090204" pitchFamily="34" charset="0"/>
              </a:defRPr>
            </a:lvl4pPr>
            <a:lvl5pPr marL="1828800" indent="0" algn="l">
              <a:buFontTx/>
              <a:buNone/>
              <a:defRPr sz="3200" i="1">
                <a:solidFill>
                  <a:schemeClr val="accent1"/>
                </a:solidFill>
                <a:latin typeface="Trebuchet MS" panose="020B0703020202090204" pitchFamily="34" charset="0"/>
              </a:defRPr>
            </a:lvl5pPr>
          </a:lstStyle>
          <a:p>
            <a:pPr lvl="0"/>
            <a:r>
              <a:rPr lang="en-GB" dirty="0"/>
              <a:t>CLICK TO EDIT TITLE </a:t>
            </a:r>
          </a:p>
        </p:txBody>
      </p:sp>
    </p:spTree>
    <p:extLst>
      <p:ext uri="{BB962C8B-B14F-4D97-AF65-F5344CB8AC3E}">
        <p14:creationId xmlns:p14="http://schemas.microsoft.com/office/powerpoint/2010/main" val="22634897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Divider Slide on Sand Bg">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pic>
        <p:nvPicPr>
          <p:cNvPr id="17" name="Pattern Sand Bottom">
            <a:extLst>
              <a:ext uri="{FF2B5EF4-FFF2-40B4-BE49-F238E27FC236}">
                <a16:creationId xmlns:a16="http://schemas.microsoft.com/office/drawing/2014/main" id="{5F8180FE-41B2-8F47-AF2E-24E5C9A6174B}"/>
              </a:ext>
            </a:extLst>
          </p:cNvPr>
          <p:cNvPicPr>
            <a:picLocks noChangeAspect="1"/>
          </p:cNvPicPr>
          <p:nvPr userDrawn="1"/>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5866" t="5503" r="48528" b="71220"/>
          <a:stretch/>
        </p:blipFill>
        <p:spPr>
          <a:xfrm>
            <a:off x="197368" y="4478953"/>
            <a:ext cx="4785278" cy="2148599"/>
          </a:xfrm>
          <a:prstGeom prst="rect">
            <a:avLst/>
          </a:prstGeom>
        </p:spPr>
      </p:pic>
      <p:pic>
        <p:nvPicPr>
          <p:cNvPr id="8" name="Pattern Top">
            <a:extLst>
              <a:ext uri="{FF2B5EF4-FFF2-40B4-BE49-F238E27FC236}">
                <a16:creationId xmlns:a16="http://schemas.microsoft.com/office/drawing/2014/main" id="{2C99B27B-2E8D-C04F-BC82-C62BE7870952}"/>
              </a:ext>
            </a:extLst>
          </p:cNvPr>
          <p:cNvPicPr>
            <a:picLocks noChangeAspect="1"/>
          </p:cNvPicPr>
          <p:nvPr userDrawn="1"/>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5866" t="5503" r="48528" b="71220"/>
          <a:stretch/>
        </p:blipFill>
        <p:spPr>
          <a:xfrm flipV="1">
            <a:off x="187320" y="-43952"/>
            <a:ext cx="4785278" cy="2148599"/>
          </a:xfrm>
          <a:prstGeom prst="rect">
            <a:avLst/>
          </a:prstGeom>
        </p:spPr>
      </p:pic>
      <p:sp>
        <p:nvSpPr>
          <p:cNvPr id="10" name="Content Placeholder ">
            <a:extLst>
              <a:ext uri="{FF2B5EF4-FFF2-40B4-BE49-F238E27FC236}">
                <a16:creationId xmlns:a16="http://schemas.microsoft.com/office/drawing/2014/main" id="{1E5D113C-3036-C842-BC1F-5B0180C05F49}"/>
              </a:ext>
            </a:extLst>
          </p:cNvPr>
          <p:cNvSpPr>
            <a:spLocks noGrp="1"/>
          </p:cNvSpPr>
          <p:nvPr>
            <p:ph idx="1" hasCustomPrompt="1"/>
          </p:nvPr>
        </p:nvSpPr>
        <p:spPr>
          <a:xfrm>
            <a:off x="5384800" y="2097153"/>
            <a:ext cx="6256338" cy="4416074"/>
          </a:xfrm>
        </p:spPr>
        <p:txBody>
          <a:bodyPr>
            <a:normAutofit lnSpcReduction="10000"/>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GB" dirty="0"/>
              <a:t>Content placeholder</a:t>
            </a:r>
          </a:p>
        </p:txBody>
      </p:sp>
      <p:sp>
        <p:nvSpPr>
          <p:cNvPr id="12" name="Sub-heading">
            <a:extLst>
              <a:ext uri="{FF2B5EF4-FFF2-40B4-BE49-F238E27FC236}">
                <a16:creationId xmlns:a16="http://schemas.microsoft.com/office/drawing/2014/main" id="{F247DAB5-9184-904C-8ADA-EB59774A98DA}"/>
              </a:ext>
            </a:extLst>
          </p:cNvPr>
          <p:cNvSpPr>
            <a:spLocks noGrp="1"/>
          </p:cNvSpPr>
          <p:nvPr>
            <p:ph type="body" sz="quarter" idx="10" hasCustomPrompt="1"/>
          </p:nvPr>
        </p:nvSpPr>
        <p:spPr>
          <a:xfrm>
            <a:off x="5384798" y="1384865"/>
            <a:ext cx="6256339" cy="631312"/>
          </a:xfrm>
        </p:spPr>
        <p:txBody>
          <a:bodyPr anchor="ctr">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524405" y="2943724"/>
            <a:ext cx="4448193" cy="1019176"/>
          </a:xfrm>
          <a:prstGeom prst="rect">
            <a:avLst/>
          </a:prstGeom>
        </p:spPr>
        <p:txBody>
          <a:bodyPr/>
          <a:lstStyle>
            <a:lvl1pPr>
              <a:defRPr>
                <a:solidFill>
                  <a:schemeClr val="accent1"/>
                </a:solidFill>
              </a:defRPr>
            </a:lvl1pPr>
          </a:lstStyle>
          <a:p>
            <a:r>
              <a:rPr lang="en-GB" dirty="0"/>
              <a:t>CLICK TO EDIT TITLE</a:t>
            </a:r>
            <a:endParaRPr lang="en-US" dirty="0"/>
          </a:p>
        </p:txBody>
      </p:sp>
    </p:spTree>
    <p:extLst>
      <p:ext uri="{BB962C8B-B14F-4D97-AF65-F5344CB8AC3E}">
        <p14:creationId xmlns:p14="http://schemas.microsoft.com/office/powerpoint/2010/main" val="13268603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heading + Content on Maroon Bg">
    <p:bg>
      <p:bgPr>
        <a:solidFill>
          <a:schemeClr val="accent1"/>
        </a:solidFill>
        <a:effectLst/>
      </p:bgPr>
    </p:bg>
    <p:spTree>
      <p:nvGrpSpPr>
        <p:cNvPr id="1" name=""/>
        <p:cNvGrpSpPr/>
        <p:nvPr/>
      </p:nvGrpSpPr>
      <p:grpSpPr>
        <a:xfrm>
          <a:off x="0" y="0"/>
          <a:ext cx="0" cy="0"/>
          <a:chOff x="0" y="0"/>
          <a:chExt cx="0" cy="0"/>
        </a:xfrm>
      </p:grpSpPr>
      <p:sp>
        <p:nvSpPr>
          <p:cNvPr id="10" name="Content Placeholder ">
            <a:extLst>
              <a:ext uri="{FF2B5EF4-FFF2-40B4-BE49-F238E27FC236}">
                <a16:creationId xmlns:a16="http://schemas.microsoft.com/office/drawing/2014/main" id="{1E5D113C-3036-C842-BC1F-5B0180C05F49}"/>
              </a:ext>
            </a:extLst>
          </p:cNvPr>
          <p:cNvSpPr>
            <a:spLocks noGrp="1"/>
          </p:cNvSpPr>
          <p:nvPr>
            <p:ph idx="1" hasCustomPrompt="1"/>
          </p:nvPr>
        </p:nvSpPr>
        <p:spPr>
          <a:xfrm>
            <a:off x="518668" y="2098626"/>
            <a:ext cx="11122470" cy="4407105"/>
          </a:xfrm>
        </p:spPr>
        <p:txBody>
          <a:bodyPr>
            <a:normAutofit lnSpcReduction="10000"/>
          </a:bodyPr>
          <a:lstStyle>
            <a:lvl1pPr>
              <a:defRPr>
                <a:solidFill>
                  <a:schemeClr val="bg2"/>
                </a:solidFill>
              </a:defRPr>
            </a:lvl1pPr>
          </a:lstStyle>
          <a:p>
            <a:r>
              <a:rPr lang="en-GB" dirty="0"/>
              <a:t>Content placeholder</a:t>
            </a:r>
          </a:p>
        </p:txBody>
      </p:sp>
      <p:sp>
        <p:nvSpPr>
          <p:cNvPr id="12" name="Sub-heading">
            <a:extLst>
              <a:ext uri="{FF2B5EF4-FFF2-40B4-BE49-F238E27FC236}">
                <a16:creationId xmlns:a16="http://schemas.microsoft.com/office/drawing/2014/main" id="{F247DAB5-9184-904C-8ADA-EB59774A98DA}"/>
              </a:ext>
            </a:extLst>
          </p:cNvPr>
          <p:cNvSpPr>
            <a:spLocks noGrp="1"/>
          </p:cNvSpPr>
          <p:nvPr>
            <p:ph type="body" sz="quarter" idx="10" hasCustomPrompt="1"/>
          </p:nvPr>
        </p:nvSpPr>
        <p:spPr>
          <a:xfrm>
            <a:off x="518668" y="1379764"/>
            <a:ext cx="11122470" cy="644993"/>
          </a:xfrm>
          <a:noFill/>
        </p:spPr>
        <p:txBody>
          <a:bodyPr anchor="ctr">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518668" y="286559"/>
            <a:ext cx="8328565"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32872259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ub-heading + Content on Pattern Maroon Bg">
    <p:bg>
      <p:bgPr>
        <a:solidFill>
          <a:schemeClr val="accent1"/>
        </a:solidFill>
        <a:effectLst/>
      </p:bgPr>
    </p:bg>
    <p:spTree>
      <p:nvGrpSpPr>
        <p:cNvPr id="1" name=""/>
        <p:cNvGrpSpPr/>
        <p:nvPr/>
      </p:nvGrpSpPr>
      <p:grpSpPr>
        <a:xfrm>
          <a:off x="0" y="0"/>
          <a:ext cx="0" cy="0"/>
          <a:chOff x="0" y="0"/>
          <a:chExt cx="0" cy="0"/>
        </a:xfrm>
      </p:grpSpPr>
      <p:pic>
        <p:nvPicPr>
          <p:cNvPr id="25" name="Pattern">
            <a:extLst>
              <a:ext uri="{FF2B5EF4-FFF2-40B4-BE49-F238E27FC236}">
                <a16:creationId xmlns:a16="http://schemas.microsoft.com/office/drawing/2014/main" id="{4226EFA1-497F-5A4F-8521-91A0CFCC6FAD}"/>
              </a:ext>
            </a:extLst>
          </p:cNvPr>
          <p:cNvPicPr>
            <a:picLocks noChangeAspect="1"/>
          </p:cNvPicPr>
          <p:nvPr userDrawn="1"/>
        </p:nvPicPr>
        <p:blipFill rotWithShape="1">
          <a:blip r:embed="rId2" cstate="screen">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a:ext>
            </a:extLst>
          </a:blip>
          <a:srcRect r="668"/>
          <a:stretch/>
        </p:blipFill>
        <p:spPr>
          <a:xfrm>
            <a:off x="1379" y="1342422"/>
            <a:ext cx="12190621" cy="5256000"/>
          </a:xfrm>
          <a:prstGeom prst="rect">
            <a:avLst/>
          </a:prstGeom>
        </p:spPr>
      </p:pic>
      <p:grpSp>
        <p:nvGrpSpPr>
          <p:cNvPr id="26" name="Bottom Corner Cover Ups">
            <a:extLst>
              <a:ext uri="{FF2B5EF4-FFF2-40B4-BE49-F238E27FC236}">
                <a16:creationId xmlns:a16="http://schemas.microsoft.com/office/drawing/2014/main" id="{12DF9248-7DA5-8141-89FC-ECD244595B6B}"/>
              </a:ext>
            </a:extLst>
          </p:cNvPr>
          <p:cNvGrpSpPr/>
          <p:nvPr userDrawn="1"/>
        </p:nvGrpSpPr>
        <p:grpSpPr>
          <a:xfrm>
            <a:off x="0" y="5911729"/>
            <a:ext cx="12192027" cy="949000"/>
            <a:chOff x="0" y="5911729"/>
            <a:chExt cx="12192027" cy="949000"/>
          </a:xfrm>
        </p:grpSpPr>
        <p:pic>
          <p:nvPicPr>
            <p:cNvPr id="27" name="SU.Footer.Shape.White.Cover.R">
              <a:extLst>
                <a:ext uri="{FF2B5EF4-FFF2-40B4-BE49-F238E27FC236}">
                  <a16:creationId xmlns:a16="http://schemas.microsoft.com/office/drawing/2014/main" id="{44528E5A-08AB-2F40-85F7-9CF023074800}"/>
                </a:ext>
              </a:extLst>
            </p:cNvPr>
            <p:cNvPicPr>
              <a:picLocks noChangeAspect="1"/>
            </p:cNvPicPr>
            <p:nvPr userDrawn="1"/>
          </p:nvPicPr>
          <p:blipFill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l="95482" b="18185"/>
            <a:stretch/>
          </p:blipFill>
          <p:spPr>
            <a:xfrm>
              <a:off x="11641165" y="5911729"/>
              <a:ext cx="550862" cy="949000"/>
            </a:xfrm>
            <a:prstGeom prst="rect">
              <a:avLst/>
            </a:prstGeom>
          </p:spPr>
        </p:pic>
        <p:pic>
          <p:nvPicPr>
            <p:cNvPr id="28" name="SU.Footer.Shape.White.Cover.L">
              <a:extLst>
                <a:ext uri="{FF2B5EF4-FFF2-40B4-BE49-F238E27FC236}">
                  <a16:creationId xmlns:a16="http://schemas.microsoft.com/office/drawing/2014/main" id="{D874E491-8EBD-0144-BAB4-4A1A86F2BCF0}"/>
                </a:ext>
              </a:extLst>
            </p:cNvPr>
            <p:cNvPicPr>
              <a:picLocks noChangeAspect="1"/>
            </p:cNvPicPr>
            <p:nvPr userDrawn="1"/>
          </p:nvPicPr>
          <p:blipFill rotWithShape="1">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rcRect r="95768" b="18185"/>
            <a:stretch/>
          </p:blipFill>
          <p:spPr>
            <a:xfrm>
              <a:off x="0" y="5911729"/>
              <a:ext cx="515938" cy="949000"/>
            </a:xfrm>
            <a:prstGeom prst="rect">
              <a:avLst/>
            </a:prstGeom>
          </p:spPr>
        </p:pic>
      </p:grpSp>
      <p:sp>
        <p:nvSpPr>
          <p:cNvPr id="4" name="Content Placeholder ">
            <a:extLst>
              <a:ext uri="{FF2B5EF4-FFF2-40B4-BE49-F238E27FC236}">
                <a16:creationId xmlns:a16="http://schemas.microsoft.com/office/drawing/2014/main" id="{4A0A04E6-82A6-6342-BC69-1852DDFBABAB}"/>
              </a:ext>
            </a:extLst>
          </p:cNvPr>
          <p:cNvSpPr>
            <a:spLocks noGrp="1"/>
          </p:cNvSpPr>
          <p:nvPr>
            <p:ph idx="1" hasCustomPrompt="1"/>
          </p:nvPr>
        </p:nvSpPr>
        <p:spPr>
          <a:xfrm>
            <a:off x="518668" y="2098627"/>
            <a:ext cx="11122470" cy="4414600"/>
          </a:xfrm>
        </p:spPr>
        <p:txBody>
          <a:bodyPr>
            <a:normAutofit lnSpcReduction="10000"/>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solidFill>
                  <a:schemeClr val="bg1"/>
                </a:solidFill>
              </a:defRPr>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GB" dirty="0"/>
              <a:t>Content placeholder</a:t>
            </a:r>
          </a:p>
        </p:txBody>
      </p:sp>
      <p:sp>
        <p:nvSpPr>
          <p:cNvPr id="5" name="Sub-heading">
            <a:extLst>
              <a:ext uri="{FF2B5EF4-FFF2-40B4-BE49-F238E27FC236}">
                <a16:creationId xmlns:a16="http://schemas.microsoft.com/office/drawing/2014/main" id="{75341AAE-B2DE-0D44-A2FA-007F38E94867}"/>
              </a:ext>
            </a:extLst>
          </p:cNvPr>
          <p:cNvSpPr>
            <a:spLocks noGrp="1"/>
          </p:cNvSpPr>
          <p:nvPr>
            <p:ph type="body" sz="quarter" idx="10" hasCustomPrompt="1"/>
          </p:nvPr>
        </p:nvSpPr>
        <p:spPr>
          <a:xfrm>
            <a:off x="518668" y="1379764"/>
            <a:ext cx="11122470" cy="644993"/>
          </a:xfrm>
        </p:spPr>
        <p:txBody>
          <a:bodyPr anchor="ctr">
            <a:normAutofit/>
          </a:bodyPr>
          <a:lstStyle>
            <a:lvl1pPr marL="0" indent="0" algn="l" defTabSz="914400" rtl="0" eaLnBrk="1" latinLnBrk="0" hangingPunct="1">
              <a:lnSpc>
                <a:spcPct val="100000"/>
              </a:lnSpc>
              <a:spcBef>
                <a:spcPts val="1000"/>
              </a:spcBef>
              <a:buClr>
                <a:schemeClr val="accent2"/>
              </a:buClr>
              <a:buFontTx/>
              <a:buNone/>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518668" y="286559"/>
            <a:ext cx="8328565"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1200790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ub-heading + Content on Pattern Panel Maroon Bg">
    <p:bg>
      <p:bgPr>
        <a:solidFill>
          <a:schemeClr val="accent1"/>
        </a:solidFill>
        <a:effectLst/>
      </p:bgPr>
    </p:bg>
    <p:spTree>
      <p:nvGrpSpPr>
        <p:cNvPr id="1" name=""/>
        <p:cNvGrpSpPr/>
        <p:nvPr/>
      </p:nvGrpSpPr>
      <p:grpSpPr>
        <a:xfrm>
          <a:off x="0" y="0"/>
          <a:ext cx="0" cy="0"/>
          <a:chOff x="0" y="0"/>
          <a:chExt cx="0" cy="0"/>
        </a:xfrm>
      </p:grpSpPr>
      <p:pic>
        <p:nvPicPr>
          <p:cNvPr id="20" name="Pattern">
            <a:extLst>
              <a:ext uri="{FF2B5EF4-FFF2-40B4-BE49-F238E27FC236}">
                <a16:creationId xmlns:a16="http://schemas.microsoft.com/office/drawing/2014/main" id="{4A2374C0-3B03-8F48-9525-7E36392B299D}"/>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r="67065"/>
          <a:stretch/>
        </p:blipFill>
        <p:spPr>
          <a:xfrm>
            <a:off x="1380" y="1342422"/>
            <a:ext cx="4041984" cy="5256000"/>
          </a:xfrm>
          <a:prstGeom prst="rect">
            <a:avLst/>
          </a:prstGeom>
        </p:spPr>
      </p:pic>
      <p:grpSp>
        <p:nvGrpSpPr>
          <p:cNvPr id="21" name="Bottom Corner Cover Ups">
            <a:extLst>
              <a:ext uri="{FF2B5EF4-FFF2-40B4-BE49-F238E27FC236}">
                <a16:creationId xmlns:a16="http://schemas.microsoft.com/office/drawing/2014/main" id="{27B58CE0-B94F-A74F-AF83-E7C43D629945}"/>
              </a:ext>
            </a:extLst>
          </p:cNvPr>
          <p:cNvGrpSpPr/>
          <p:nvPr userDrawn="1"/>
        </p:nvGrpSpPr>
        <p:grpSpPr>
          <a:xfrm>
            <a:off x="0" y="5911729"/>
            <a:ext cx="12192027" cy="949000"/>
            <a:chOff x="0" y="5911729"/>
            <a:chExt cx="12192027" cy="949000"/>
          </a:xfrm>
        </p:grpSpPr>
        <p:pic>
          <p:nvPicPr>
            <p:cNvPr id="22" name="SU.Footer.Shape.White.Cover.R">
              <a:extLst>
                <a:ext uri="{FF2B5EF4-FFF2-40B4-BE49-F238E27FC236}">
                  <a16:creationId xmlns:a16="http://schemas.microsoft.com/office/drawing/2014/main" id="{96365ED4-3E98-AF49-A700-D17226523700}"/>
                </a:ext>
              </a:extLst>
            </p:cNvPr>
            <p:cNvPicPr>
              <a:picLocks noChangeAspect="1"/>
            </p:cNvPicPr>
            <p:nvPr userDrawn="1"/>
          </p:nvPicPr>
          <p:blipFill rotWithShape="1">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l="95482" b="18185"/>
            <a:stretch/>
          </p:blipFill>
          <p:spPr>
            <a:xfrm>
              <a:off x="11641165" y="5911729"/>
              <a:ext cx="550862" cy="949000"/>
            </a:xfrm>
            <a:prstGeom prst="rect">
              <a:avLst/>
            </a:prstGeom>
          </p:spPr>
        </p:pic>
        <p:pic>
          <p:nvPicPr>
            <p:cNvPr id="23" name="SU.Footer.Shape.White.Cover.L">
              <a:extLst>
                <a:ext uri="{FF2B5EF4-FFF2-40B4-BE49-F238E27FC236}">
                  <a16:creationId xmlns:a16="http://schemas.microsoft.com/office/drawing/2014/main" id="{D3178EAC-4321-104D-9E00-9ED1994E171E}"/>
                </a:ext>
              </a:extLst>
            </p:cNvPr>
            <p:cNvPicPr>
              <a:picLocks noChangeAspect="1"/>
            </p:cNvPicPr>
            <p:nvPr userDrawn="1"/>
          </p:nvPicPr>
          <p:blipFill rotWithShape="1">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rcRect r="95768" b="18185"/>
            <a:stretch/>
          </p:blipFill>
          <p:spPr>
            <a:xfrm>
              <a:off x="0" y="5911729"/>
              <a:ext cx="515938" cy="949000"/>
            </a:xfrm>
            <a:prstGeom prst="rect">
              <a:avLst/>
            </a:prstGeom>
          </p:spPr>
        </p:pic>
      </p:grpSp>
      <p:sp>
        <p:nvSpPr>
          <p:cNvPr id="4" name="Content Placeholder ">
            <a:extLst>
              <a:ext uri="{FF2B5EF4-FFF2-40B4-BE49-F238E27FC236}">
                <a16:creationId xmlns:a16="http://schemas.microsoft.com/office/drawing/2014/main" id="{4A0A04E6-82A6-6342-BC69-1852DDFBABAB}"/>
              </a:ext>
            </a:extLst>
          </p:cNvPr>
          <p:cNvSpPr>
            <a:spLocks noGrp="1"/>
          </p:cNvSpPr>
          <p:nvPr>
            <p:ph idx="1" hasCustomPrompt="1"/>
          </p:nvPr>
        </p:nvSpPr>
        <p:spPr>
          <a:xfrm>
            <a:off x="4298506" y="1439056"/>
            <a:ext cx="7342632" cy="5074170"/>
          </a:xfrm>
        </p:spPr>
        <p:txBody>
          <a:bodyPr>
            <a:normAutofit lnSpcReduction="10000"/>
          </a:bodyPr>
          <a:lstStyle>
            <a:lvl1pPr>
              <a:defRPr>
                <a:solidFill>
                  <a:schemeClr val="bg2"/>
                </a:solidFill>
              </a:defRPr>
            </a:lvl1pPr>
          </a:lstStyle>
          <a:p>
            <a:r>
              <a:rPr lang="en-GB" dirty="0"/>
              <a:t>Content placeholder</a:t>
            </a:r>
          </a:p>
        </p:txBody>
      </p:sp>
      <p:sp>
        <p:nvSpPr>
          <p:cNvPr id="5" name="Sub-heading">
            <a:extLst>
              <a:ext uri="{FF2B5EF4-FFF2-40B4-BE49-F238E27FC236}">
                <a16:creationId xmlns:a16="http://schemas.microsoft.com/office/drawing/2014/main" id="{75341AAE-B2DE-0D44-A2FA-007F38E94867}"/>
              </a:ext>
            </a:extLst>
          </p:cNvPr>
          <p:cNvSpPr>
            <a:spLocks noGrp="1"/>
          </p:cNvSpPr>
          <p:nvPr>
            <p:ph type="body" sz="quarter" idx="10" hasCustomPrompt="1"/>
          </p:nvPr>
        </p:nvSpPr>
        <p:spPr>
          <a:xfrm>
            <a:off x="518668" y="1438309"/>
            <a:ext cx="3524695" cy="5074939"/>
          </a:xfrm>
        </p:spPr>
        <p:txBody>
          <a:bodyPr anchor="t">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518668" y="286559"/>
            <a:ext cx="8328565"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41276157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ual Layout Slide on Maroon Bg">
    <p:bg>
      <p:bgPr>
        <a:solidFill>
          <a:schemeClr val="accent1"/>
        </a:solidFill>
        <a:effectLst/>
      </p:bgPr>
    </p:bg>
    <p:spTree>
      <p:nvGrpSpPr>
        <p:cNvPr id="1" name=""/>
        <p:cNvGrpSpPr/>
        <p:nvPr/>
      </p:nvGrpSpPr>
      <p:grpSpPr>
        <a:xfrm>
          <a:off x="0" y="0"/>
          <a:ext cx="0" cy="0"/>
          <a:chOff x="0" y="0"/>
          <a:chExt cx="0" cy="0"/>
        </a:xfrm>
      </p:grpSpPr>
      <p:sp>
        <p:nvSpPr>
          <p:cNvPr id="3" name="White Rectangle">
            <a:extLst>
              <a:ext uri="{FF2B5EF4-FFF2-40B4-BE49-F238E27FC236}">
                <a16:creationId xmlns:a16="http://schemas.microsoft.com/office/drawing/2014/main" id="{D2611FE4-4CE8-7644-A6FD-ABFB5B5B8D60}"/>
              </a:ext>
            </a:extLst>
          </p:cNvPr>
          <p:cNvSpPr/>
          <p:nvPr userDrawn="1"/>
        </p:nvSpPr>
        <p:spPr>
          <a:xfrm>
            <a:off x="0" y="0"/>
            <a:ext cx="12192000" cy="13389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Content Placeholder  2">
            <a:extLst>
              <a:ext uri="{FF2B5EF4-FFF2-40B4-BE49-F238E27FC236}">
                <a16:creationId xmlns:a16="http://schemas.microsoft.com/office/drawing/2014/main" id="{5BA92924-BA89-854C-8409-64B301FD09C2}"/>
              </a:ext>
            </a:extLst>
          </p:cNvPr>
          <p:cNvSpPr>
            <a:spLocks noGrp="1"/>
          </p:cNvSpPr>
          <p:nvPr>
            <p:ph idx="12" hasCustomPrompt="1"/>
          </p:nvPr>
        </p:nvSpPr>
        <p:spPr>
          <a:xfrm>
            <a:off x="6305552" y="2093512"/>
            <a:ext cx="5335586" cy="4397229"/>
          </a:xfrm>
        </p:spPr>
        <p:txBody>
          <a:bodyPr>
            <a:normAutofit lnSpcReduction="10000"/>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i="1">
                <a:solidFill>
                  <a:schemeClr val="bg2"/>
                </a:solidFill>
              </a:defRPr>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GB" dirty="0"/>
              <a:t>Content placeholder</a:t>
            </a:r>
          </a:p>
        </p:txBody>
      </p:sp>
      <p:sp>
        <p:nvSpPr>
          <p:cNvPr id="17" name="Sub-heading 2">
            <a:extLst>
              <a:ext uri="{FF2B5EF4-FFF2-40B4-BE49-F238E27FC236}">
                <a16:creationId xmlns:a16="http://schemas.microsoft.com/office/drawing/2014/main" id="{90BCFF40-F87E-ED46-9480-AC27B8F7C8FD}"/>
              </a:ext>
            </a:extLst>
          </p:cNvPr>
          <p:cNvSpPr>
            <a:spLocks noGrp="1"/>
          </p:cNvSpPr>
          <p:nvPr>
            <p:ph type="body" sz="quarter" idx="13" hasCustomPrompt="1"/>
          </p:nvPr>
        </p:nvSpPr>
        <p:spPr>
          <a:xfrm>
            <a:off x="6305552" y="1382145"/>
            <a:ext cx="5335586" cy="644993"/>
          </a:xfrm>
        </p:spPr>
        <p:txBody>
          <a:bodyPr anchor="ctr">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1"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2" name="Title 2">
            <a:extLst>
              <a:ext uri="{FF2B5EF4-FFF2-40B4-BE49-F238E27FC236}">
                <a16:creationId xmlns:a16="http://schemas.microsoft.com/office/drawing/2014/main" id="{24773FA7-6E41-CA4A-B944-CFB56DE6214C}"/>
              </a:ext>
            </a:extLst>
          </p:cNvPr>
          <p:cNvSpPr>
            <a:spLocks noGrp="1"/>
          </p:cNvSpPr>
          <p:nvPr>
            <p:ph type="body" sz="quarter" idx="14" hasCustomPrompt="1"/>
          </p:nvPr>
        </p:nvSpPr>
        <p:spPr>
          <a:xfrm>
            <a:off x="6305550" y="234093"/>
            <a:ext cx="5335587" cy="1071642"/>
          </a:xfrm>
        </p:spPr>
        <p:txBody>
          <a:bodyPr/>
          <a:lstStyle>
            <a:lvl1pPr marL="0" indent="0">
              <a:buFontTx/>
              <a:buNone/>
              <a:defRPr lang="en-GB" sz="3200" b="1" i="1" kern="1200" dirty="0" smtClean="0">
                <a:solidFill>
                  <a:schemeClr val="accent1"/>
                </a:solidFill>
                <a:latin typeface="Trebuchet MS" panose="020B0703020202090204" pitchFamily="34" charset="0"/>
                <a:ea typeface="+mj-ea"/>
                <a:cs typeface="+mj-cs"/>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dirty="0"/>
              <a:t>CLICK TO EDIT TITLE</a:t>
            </a:r>
          </a:p>
        </p:txBody>
      </p:sp>
      <p:sp>
        <p:nvSpPr>
          <p:cNvPr id="19" name="Content Placeholder 1">
            <a:extLst>
              <a:ext uri="{FF2B5EF4-FFF2-40B4-BE49-F238E27FC236}">
                <a16:creationId xmlns:a16="http://schemas.microsoft.com/office/drawing/2014/main" id="{EDE1645F-7F5E-DF4A-92A3-FB3C5E5CD282}"/>
              </a:ext>
            </a:extLst>
          </p:cNvPr>
          <p:cNvSpPr>
            <a:spLocks noGrp="1"/>
          </p:cNvSpPr>
          <p:nvPr>
            <p:ph idx="1" hasCustomPrompt="1"/>
          </p:nvPr>
        </p:nvSpPr>
        <p:spPr>
          <a:xfrm>
            <a:off x="518668" y="2098626"/>
            <a:ext cx="5367782" cy="4397229"/>
          </a:xfrm>
        </p:spPr>
        <p:txBody>
          <a:bodyPr>
            <a:normAutofit lnSpcReduction="10000"/>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solidFill>
                  <a:schemeClr val="bg2"/>
                </a:solidFill>
              </a:defRPr>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GB" dirty="0"/>
              <a:t>Content placeholder</a:t>
            </a:r>
          </a:p>
        </p:txBody>
      </p:sp>
      <p:sp>
        <p:nvSpPr>
          <p:cNvPr id="20" name="Sub-heading 1">
            <a:extLst>
              <a:ext uri="{FF2B5EF4-FFF2-40B4-BE49-F238E27FC236}">
                <a16:creationId xmlns:a16="http://schemas.microsoft.com/office/drawing/2014/main" id="{D7D43BA8-224C-6246-ABDE-468543E9DE18}"/>
              </a:ext>
            </a:extLst>
          </p:cNvPr>
          <p:cNvSpPr>
            <a:spLocks noGrp="1"/>
          </p:cNvSpPr>
          <p:nvPr>
            <p:ph type="body" sz="quarter" idx="10" hasCustomPrompt="1"/>
          </p:nvPr>
        </p:nvSpPr>
        <p:spPr>
          <a:xfrm>
            <a:off x="518668" y="1379764"/>
            <a:ext cx="5367782" cy="644993"/>
          </a:xfrm>
        </p:spPr>
        <p:txBody>
          <a:bodyPr anchor="ctr">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1" name="Title 1">
            <a:extLst>
              <a:ext uri="{FF2B5EF4-FFF2-40B4-BE49-F238E27FC236}">
                <a16:creationId xmlns:a16="http://schemas.microsoft.com/office/drawing/2014/main" id="{8A004F2E-DDA4-A340-97A9-41B223F5D4A9}"/>
              </a:ext>
            </a:extLst>
          </p:cNvPr>
          <p:cNvSpPr>
            <a:spLocks noGrp="1"/>
          </p:cNvSpPr>
          <p:nvPr>
            <p:ph type="title" hasCustomPrompt="1"/>
          </p:nvPr>
        </p:nvSpPr>
        <p:spPr>
          <a:xfrm>
            <a:off x="518669" y="286559"/>
            <a:ext cx="5367782"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15824384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xColumns Layout Slide on Maroon Bg">
    <p:bg>
      <p:bgPr>
        <a:solidFill>
          <a:schemeClr val="accent1"/>
        </a:solidFill>
        <a:effectLst/>
      </p:bgPr>
    </p:bg>
    <p:spTree>
      <p:nvGrpSpPr>
        <p:cNvPr id="1" name=""/>
        <p:cNvGrpSpPr/>
        <p:nvPr/>
      </p:nvGrpSpPr>
      <p:grpSpPr>
        <a:xfrm>
          <a:off x="0" y="0"/>
          <a:ext cx="0" cy="0"/>
          <a:chOff x="0" y="0"/>
          <a:chExt cx="0" cy="0"/>
        </a:xfrm>
      </p:grpSpPr>
      <p:sp>
        <p:nvSpPr>
          <p:cNvPr id="12" name="White Rectangle">
            <a:extLst>
              <a:ext uri="{FF2B5EF4-FFF2-40B4-BE49-F238E27FC236}">
                <a16:creationId xmlns:a16="http://schemas.microsoft.com/office/drawing/2014/main" id="{1A1C789A-0612-3644-A79B-9492F3528D52}"/>
              </a:ext>
            </a:extLst>
          </p:cNvPr>
          <p:cNvSpPr/>
          <p:nvPr userDrawn="1"/>
        </p:nvSpPr>
        <p:spPr>
          <a:xfrm>
            <a:off x="0" y="0"/>
            <a:ext cx="12192000" cy="13389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Content Placeholder 3">
            <a:extLst>
              <a:ext uri="{FF2B5EF4-FFF2-40B4-BE49-F238E27FC236}">
                <a16:creationId xmlns:a16="http://schemas.microsoft.com/office/drawing/2014/main" id="{B63BC844-4DA9-DB4A-A3AA-E8A8209E0994}"/>
              </a:ext>
            </a:extLst>
          </p:cNvPr>
          <p:cNvSpPr>
            <a:spLocks noGrp="1"/>
          </p:cNvSpPr>
          <p:nvPr>
            <p:ph idx="12" hasCustomPrompt="1"/>
          </p:nvPr>
        </p:nvSpPr>
        <p:spPr>
          <a:xfrm>
            <a:off x="8041138" y="2093513"/>
            <a:ext cx="3600000" cy="4419714"/>
          </a:xfrm>
        </p:spPr>
        <p:txBody>
          <a:bodyPr>
            <a:normAutofit lnSpcReduction="10000"/>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i="0">
                <a:solidFill>
                  <a:schemeClr val="bg1"/>
                </a:solidFill>
              </a:defRPr>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GB" dirty="0"/>
              <a:t>Content placeholder</a:t>
            </a:r>
          </a:p>
        </p:txBody>
      </p:sp>
      <p:sp>
        <p:nvSpPr>
          <p:cNvPr id="25" name="Sub-heading 3">
            <a:extLst>
              <a:ext uri="{FF2B5EF4-FFF2-40B4-BE49-F238E27FC236}">
                <a16:creationId xmlns:a16="http://schemas.microsoft.com/office/drawing/2014/main" id="{D8F5F88C-07A7-2147-A0EA-3CBC0139E676}"/>
              </a:ext>
            </a:extLst>
          </p:cNvPr>
          <p:cNvSpPr>
            <a:spLocks noGrp="1"/>
          </p:cNvSpPr>
          <p:nvPr>
            <p:ph type="body" sz="quarter" idx="13" hasCustomPrompt="1"/>
          </p:nvPr>
        </p:nvSpPr>
        <p:spPr>
          <a:xfrm>
            <a:off x="8041138" y="1382145"/>
            <a:ext cx="3600000" cy="644993"/>
          </a:xfrm>
        </p:spPr>
        <p:txBody>
          <a:bodyPr anchor="ctr">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6" name="Title 3">
            <a:extLst>
              <a:ext uri="{FF2B5EF4-FFF2-40B4-BE49-F238E27FC236}">
                <a16:creationId xmlns:a16="http://schemas.microsoft.com/office/drawing/2014/main" id="{29E07662-F181-D847-979F-68604D400655}"/>
              </a:ext>
            </a:extLst>
          </p:cNvPr>
          <p:cNvSpPr>
            <a:spLocks noGrp="1"/>
          </p:cNvSpPr>
          <p:nvPr>
            <p:ph type="body" sz="quarter" idx="14" hasCustomPrompt="1"/>
          </p:nvPr>
        </p:nvSpPr>
        <p:spPr>
          <a:xfrm>
            <a:off x="8041138" y="230572"/>
            <a:ext cx="3600000" cy="1060426"/>
          </a:xfrm>
        </p:spPr>
        <p:txBody>
          <a:bodyPr anchor="t">
            <a:normAutofit/>
          </a:bodyPr>
          <a:lstStyle>
            <a:lvl1pPr marL="0" indent="0">
              <a:buFontTx/>
              <a:buNone/>
              <a:defRPr sz="3200" b="1" i="0">
                <a:solidFill>
                  <a:schemeClr val="accent1"/>
                </a:solidFill>
                <a:latin typeface="Trebuchet MS" panose="020B0703020202090204" pitchFamily="34" charset="0"/>
              </a:defRPr>
            </a:lvl1pPr>
            <a:lvl2pPr marL="457200" indent="0">
              <a:buFontTx/>
              <a:buNone/>
              <a:defRPr b="1" i="1">
                <a:solidFill>
                  <a:schemeClr val="accent1"/>
                </a:solidFill>
                <a:latin typeface="Trebuchet MS" panose="020B0703020202090204" pitchFamily="34" charset="0"/>
              </a:defRPr>
            </a:lvl2pPr>
            <a:lvl3pPr marL="914400" indent="0">
              <a:buFontTx/>
              <a:buNone/>
              <a:defRPr b="1" i="1">
                <a:solidFill>
                  <a:schemeClr val="accent1"/>
                </a:solidFill>
                <a:latin typeface="Trebuchet MS" panose="020B0703020202090204" pitchFamily="34" charset="0"/>
              </a:defRPr>
            </a:lvl3pPr>
            <a:lvl4pPr marL="1371600" indent="0">
              <a:buFontTx/>
              <a:buNone/>
              <a:defRPr b="1" i="1">
                <a:solidFill>
                  <a:schemeClr val="accent1"/>
                </a:solidFill>
                <a:latin typeface="Trebuchet MS" panose="020B0703020202090204" pitchFamily="34" charset="0"/>
              </a:defRPr>
            </a:lvl4pPr>
            <a:lvl5pPr marL="1828800" indent="0" algn="l">
              <a:buFontTx/>
              <a:buNone/>
              <a:defRPr sz="3200" i="1">
                <a:solidFill>
                  <a:schemeClr val="accent1"/>
                </a:solidFill>
                <a:latin typeface="Trebuchet MS" panose="020B0703020202090204" pitchFamily="34" charset="0"/>
              </a:defRPr>
            </a:lvl5pPr>
          </a:lstStyle>
          <a:p>
            <a:pPr lvl="0"/>
            <a:r>
              <a:rPr lang="en-GB" dirty="0"/>
              <a:t>CLICK TO EDIT TITLE </a:t>
            </a:r>
          </a:p>
        </p:txBody>
      </p:sp>
      <p:sp>
        <p:nvSpPr>
          <p:cNvPr id="27" name="Content Placeholder  2">
            <a:extLst>
              <a:ext uri="{FF2B5EF4-FFF2-40B4-BE49-F238E27FC236}">
                <a16:creationId xmlns:a16="http://schemas.microsoft.com/office/drawing/2014/main" id="{81BE3FB5-7628-A44F-8346-A0EAD26BDE0D}"/>
              </a:ext>
            </a:extLst>
          </p:cNvPr>
          <p:cNvSpPr>
            <a:spLocks noGrp="1"/>
          </p:cNvSpPr>
          <p:nvPr>
            <p:ph idx="15" hasCustomPrompt="1"/>
          </p:nvPr>
        </p:nvSpPr>
        <p:spPr>
          <a:xfrm>
            <a:off x="4279902" y="2093513"/>
            <a:ext cx="3599998" cy="4419714"/>
          </a:xfrm>
        </p:spPr>
        <p:txBody>
          <a:bodyPr>
            <a:normAutofit lnSpcReduction="10000"/>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i="0">
                <a:solidFill>
                  <a:schemeClr val="bg1"/>
                </a:solidFill>
              </a:defRPr>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GB" dirty="0"/>
              <a:t>Content placeholder</a:t>
            </a:r>
          </a:p>
        </p:txBody>
      </p:sp>
      <p:sp>
        <p:nvSpPr>
          <p:cNvPr id="28" name="Sub-heading 2">
            <a:extLst>
              <a:ext uri="{FF2B5EF4-FFF2-40B4-BE49-F238E27FC236}">
                <a16:creationId xmlns:a16="http://schemas.microsoft.com/office/drawing/2014/main" id="{733D04FF-BCA2-1642-A192-144D8BEEF295}"/>
              </a:ext>
            </a:extLst>
          </p:cNvPr>
          <p:cNvSpPr>
            <a:spLocks noGrp="1"/>
          </p:cNvSpPr>
          <p:nvPr>
            <p:ph type="body" sz="quarter" idx="16" hasCustomPrompt="1"/>
          </p:nvPr>
        </p:nvSpPr>
        <p:spPr>
          <a:xfrm>
            <a:off x="4279902" y="1382145"/>
            <a:ext cx="3599998" cy="644993"/>
          </a:xfrm>
        </p:spPr>
        <p:txBody>
          <a:bodyPr anchor="ctr">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9" name="Title 2">
            <a:extLst>
              <a:ext uri="{FF2B5EF4-FFF2-40B4-BE49-F238E27FC236}">
                <a16:creationId xmlns:a16="http://schemas.microsoft.com/office/drawing/2014/main" id="{FC4B0CEE-DA4A-3244-81A8-3C23508A14A6}"/>
              </a:ext>
            </a:extLst>
          </p:cNvPr>
          <p:cNvSpPr>
            <a:spLocks noGrp="1"/>
          </p:cNvSpPr>
          <p:nvPr>
            <p:ph type="body" sz="quarter" idx="17" hasCustomPrompt="1"/>
          </p:nvPr>
        </p:nvSpPr>
        <p:spPr>
          <a:xfrm>
            <a:off x="4279900" y="229952"/>
            <a:ext cx="3600000" cy="1060426"/>
          </a:xfrm>
        </p:spPr>
        <p:txBody>
          <a:bodyPr anchor="t">
            <a:normAutofit/>
          </a:bodyPr>
          <a:lstStyle>
            <a:lvl1pPr marL="0" indent="0">
              <a:buFontTx/>
              <a:buNone/>
              <a:defRPr sz="3200" b="1" i="0">
                <a:solidFill>
                  <a:schemeClr val="accent1"/>
                </a:solidFill>
                <a:latin typeface="Trebuchet MS" panose="020B0703020202090204" pitchFamily="34" charset="0"/>
              </a:defRPr>
            </a:lvl1pPr>
            <a:lvl2pPr marL="457200" indent="0">
              <a:buFontTx/>
              <a:buNone/>
              <a:defRPr b="1" i="1">
                <a:solidFill>
                  <a:schemeClr val="accent1"/>
                </a:solidFill>
                <a:latin typeface="Trebuchet MS" panose="020B0703020202090204" pitchFamily="34" charset="0"/>
              </a:defRPr>
            </a:lvl2pPr>
            <a:lvl3pPr marL="914400" indent="0">
              <a:buFontTx/>
              <a:buNone/>
              <a:defRPr b="1" i="1">
                <a:solidFill>
                  <a:schemeClr val="accent1"/>
                </a:solidFill>
                <a:latin typeface="Trebuchet MS" panose="020B0703020202090204" pitchFamily="34" charset="0"/>
              </a:defRPr>
            </a:lvl3pPr>
            <a:lvl4pPr marL="1371600" indent="0">
              <a:buFontTx/>
              <a:buNone/>
              <a:defRPr b="1" i="1">
                <a:solidFill>
                  <a:schemeClr val="accent1"/>
                </a:solidFill>
                <a:latin typeface="Trebuchet MS" panose="020B0703020202090204" pitchFamily="34" charset="0"/>
              </a:defRPr>
            </a:lvl4pPr>
            <a:lvl5pPr marL="1828800" indent="0" algn="l">
              <a:buFontTx/>
              <a:buNone/>
              <a:defRPr sz="3200" i="1">
                <a:solidFill>
                  <a:schemeClr val="accent1"/>
                </a:solidFill>
                <a:latin typeface="Trebuchet MS" panose="020B0703020202090204" pitchFamily="34" charset="0"/>
              </a:defRPr>
            </a:lvl5pPr>
          </a:lstStyle>
          <a:p>
            <a:pPr lvl="0"/>
            <a:r>
              <a:rPr lang="en-GB" dirty="0"/>
              <a:t>CLICK TO EDIT TITLE </a:t>
            </a:r>
          </a:p>
        </p:txBody>
      </p:sp>
      <p:sp>
        <p:nvSpPr>
          <p:cNvPr id="30" name="Content Placeholder 1">
            <a:extLst>
              <a:ext uri="{FF2B5EF4-FFF2-40B4-BE49-F238E27FC236}">
                <a16:creationId xmlns:a16="http://schemas.microsoft.com/office/drawing/2014/main" id="{86AEBDB5-8697-1944-A7CB-0C142AFA549A}"/>
              </a:ext>
            </a:extLst>
          </p:cNvPr>
          <p:cNvSpPr>
            <a:spLocks noGrp="1"/>
          </p:cNvSpPr>
          <p:nvPr>
            <p:ph idx="1" hasCustomPrompt="1"/>
          </p:nvPr>
        </p:nvSpPr>
        <p:spPr>
          <a:xfrm>
            <a:off x="518667" y="2093513"/>
            <a:ext cx="3600000" cy="4419714"/>
          </a:xfrm>
        </p:spPr>
        <p:txBody>
          <a:bodyPr>
            <a:normAutofit lnSpcReduction="10000"/>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solidFill>
                  <a:schemeClr val="bg1"/>
                </a:solidFill>
              </a:defRPr>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GB" dirty="0"/>
              <a:t>Content placeholder</a:t>
            </a:r>
          </a:p>
        </p:txBody>
      </p:sp>
      <p:sp>
        <p:nvSpPr>
          <p:cNvPr id="31" name="Sub-heading 1">
            <a:extLst>
              <a:ext uri="{FF2B5EF4-FFF2-40B4-BE49-F238E27FC236}">
                <a16:creationId xmlns:a16="http://schemas.microsoft.com/office/drawing/2014/main" id="{609BD0E6-9034-2C40-A3D4-10BA44739DF5}"/>
              </a:ext>
            </a:extLst>
          </p:cNvPr>
          <p:cNvSpPr>
            <a:spLocks noGrp="1"/>
          </p:cNvSpPr>
          <p:nvPr>
            <p:ph type="body" sz="quarter" idx="10" hasCustomPrompt="1"/>
          </p:nvPr>
        </p:nvSpPr>
        <p:spPr>
          <a:xfrm>
            <a:off x="518667" y="1382145"/>
            <a:ext cx="3600000" cy="644993"/>
          </a:xfrm>
        </p:spPr>
        <p:txBody>
          <a:bodyPr anchor="ctr">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32" name="Title 1">
            <a:extLst>
              <a:ext uri="{FF2B5EF4-FFF2-40B4-BE49-F238E27FC236}">
                <a16:creationId xmlns:a16="http://schemas.microsoft.com/office/drawing/2014/main" id="{BAE43938-8335-A749-BAE2-E305CF007394}"/>
              </a:ext>
            </a:extLst>
          </p:cNvPr>
          <p:cNvSpPr>
            <a:spLocks noGrp="1"/>
          </p:cNvSpPr>
          <p:nvPr>
            <p:ph type="body" sz="quarter" idx="18" hasCustomPrompt="1"/>
          </p:nvPr>
        </p:nvSpPr>
        <p:spPr>
          <a:xfrm>
            <a:off x="518667" y="229952"/>
            <a:ext cx="3600000" cy="1060426"/>
          </a:xfrm>
        </p:spPr>
        <p:txBody>
          <a:bodyPr anchor="t">
            <a:normAutofit/>
          </a:bodyPr>
          <a:lstStyle>
            <a:lvl1pPr marL="0" indent="0">
              <a:buFontTx/>
              <a:buNone/>
              <a:defRPr sz="3200" b="1" i="0">
                <a:solidFill>
                  <a:schemeClr val="accent1"/>
                </a:solidFill>
                <a:latin typeface="Trebuchet MS" panose="020B0703020202090204" pitchFamily="34" charset="0"/>
              </a:defRPr>
            </a:lvl1pPr>
            <a:lvl2pPr marL="457200" indent="0">
              <a:buFontTx/>
              <a:buNone/>
              <a:defRPr b="1" i="1">
                <a:solidFill>
                  <a:schemeClr val="accent1"/>
                </a:solidFill>
                <a:latin typeface="Trebuchet MS" panose="020B0703020202090204" pitchFamily="34" charset="0"/>
              </a:defRPr>
            </a:lvl2pPr>
            <a:lvl3pPr marL="914400" indent="0">
              <a:buFontTx/>
              <a:buNone/>
              <a:defRPr b="1" i="1">
                <a:solidFill>
                  <a:schemeClr val="accent1"/>
                </a:solidFill>
                <a:latin typeface="Trebuchet MS" panose="020B0703020202090204" pitchFamily="34" charset="0"/>
              </a:defRPr>
            </a:lvl3pPr>
            <a:lvl4pPr marL="1371600" indent="0">
              <a:buFontTx/>
              <a:buNone/>
              <a:defRPr b="1" i="1">
                <a:solidFill>
                  <a:schemeClr val="accent1"/>
                </a:solidFill>
                <a:latin typeface="Trebuchet MS" panose="020B0703020202090204" pitchFamily="34" charset="0"/>
              </a:defRPr>
            </a:lvl4pPr>
            <a:lvl5pPr marL="1828800" indent="0" algn="l">
              <a:buFontTx/>
              <a:buNone/>
              <a:defRPr sz="3200" i="1">
                <a:solidFill>
                  <a:schemeClr val="accent1"/>
                </a:solidFill>
                <a:latin typeface="Trebuchet MS" panose="020B0703020202090204" pitchFamily="34" charset="0"/>
              </a:defRPr>
            </a:lvl5pPr>
          </a:lstStyle>
          <a:p>
            <a:pPr lvl="0"/>
            <a:r>
              <a:rPr lang="en-GB" dirty="0"/>
              <a:t>CLICK TO EDIT TITLE </a:t>
            </a:r>
          </a:p>
        </p:txBody>
      </p:sp>
    </p:spTree>
    <p:extLst>
      <p:ext uri="{BB962C8B-B14F-4D97-AF65-F5344CB8AC3E}">
        <p14:creationId xmlns:p14="http://schemas.microsoft.com/office/powerpoint/2010/main" val="128060244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ection Divider Slide on Maroon Bg">
    <p:bg>
      <p:bgPr>
        <a:solidFill>
          <a:schemeClr val="accent1"/>
        </a:solidFill>
        <a:effectLst/>
      </p:bgPr>
    </p:bg>
    <p:spTree>
      <p:nvGrpSpPr>
        <p:cNvPr id="1" name=""/>
        <p:cNvGrpSpPr/>
        <p:nvPr/>
      </p:nvGrpSpPr>
      <p:grpSpPr>
        <a:xfrm>
          <a:off x="0" y="0"/>
          <a:ext cx="0" cy="0"/>
          <a:chOff x="0" y="0"/>
          <a:chExt cx="0" cy="0"/>
        </a:xfrm>
      </p:grpSpPr>
      <p:pic>
        <p:nvPicPr>
          <p:cNvPr id="17" name="Pattern Maroon Bottom">
            <a:extLst>
              <a:ext uri="{FF2B5EF4-FFF2-40B4-BE49-F238E27FC236}">
                <a16:creationId xmlns:a16="http://schemas.microsoft.com/office/drawing/2014/main" id="{5F8180FE-41B2-8F47-AF2E-24E5C9A6174B}"/>
              </a:ext>
            </a:extLst>
          </p:cNvPr>
          <p:cNvPicPr>
            <a:picLocks noChangeAspect="1"/>
          </p:cNvPicPr>
          <p:nvPr userDrawn="1"/>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5866" t="5503" r="48528" b="71220"/>
          <a:stretch/>
        </p:blipFill>
        <p:spPr>
          <a:xfrm>
            <a:off x="197368" y="4471002"/>
            <a:ext cx="4785278" cy="2148599"/>
          </a:xfrm>
          <a:prstGeom prst="rect">
            <a:avLst/>
          </a:prstGeom>
        </p:spPr>
      </p:pic>
      <p:pic>
        <p:nvPicPr>
          <p:cNvPr id="19" name="Pattern Maroon Top">
            <a:extLst>
              <a:ext uri="{FF2B5EF4-FFF2-40B4-BE49-F238E27FC236}">
                <a16:creationId xmlns:a16="http://schemas.microsoft.com/office/drawing/2014/main" id="{DA8894CA-8492-9F40-AA7E-A17D05BCB387}"/>
              </a:ext>
            </a:extLst>
          </p:cNvPr>
          <p:cNvPicPr>
            <a:picLocks noChangeAspect="1"/>
          </p:cNvPicPr>
          <p:nvPr userDrawn="1"/>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5866" t="5503" r="48528" b="85515"/>
          <a:stretch/>
        </p:blipFill>
        <p:spPr>
          <a:xfrm rot="10800000">
            <a:off x="225944" y="1341306"/>
            <a:ext cx="4785278" cy="829101"/>
          </a:xfrm>
          <a:prstGeom prst="rect">
            <a:avLst/>
          </a:prstGeom>
        </p:spPr>
      </p:pic>
      <p:pic>
        <p:nvPicPr>
          <p:cNvPr id="18" name="Pattern Sand Top">
            <a:extLst>
              <a:ext uri="{FF2B5EF4-FFF2-40B4-BE49-F238E27FC236}">
                <a16:creationId xmlns:a16="http://schemas.microsoft.com/office/drawing/2014/main" id="{3962A34F-1D66-A649-83D7-69B392B6F66F}"/>
              </a:ext>
            </a:extLst>
          </p:cNvPr>
          <p:cNvPicPr>
            <a:picLocks noChangeAspect="1"/>
          </p:cNvPicPr>
          <p:nvPr userDrawn="1"/>
        </p:nvPicPr>
        <p:blipFill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l="15866" t="14321" r="48528" b="71220"/>
          <a:stretch/>
        </p:blipFill>
        <p:spPr>
          <a:xfrm rot="10800000">
            <a:off x="227250" y="-42185"/>
            <a:ext cx="4785278" cy="1376863"/>
          </a:xfrm>
          <a:prstGeom prst="rect">
            <a:avLst/>
          </a:prstGeom>
        </p:spPr>
      </p:pic>
      <p:sp>
        <p:nvSpPr>
          <p:cNvPr id="10" name="Content Placeholder ">
            <a:extLst>
              <a:ext uri="{FF2B5EF4-FFF2-40B4-BE49-F238E27FC236}">
                <a16:creationId xmlns:a16="http://schemas.microsoft.com/office/drawing/2014/main" id="{1E5D113C-3036-C842-BC1F-5B0180C05F49}"/>
              </a:ext>
            </a:extLst>
          </p:cNvPr>
          <p:cNvSpPr>
            <a:spLocks noGrp="1"/>
          </p:cNvSpPr>
          <p:nvPr>
            <p:ph idx="1" hasCustomPrompt="1"/>
          </p:nvPr>
        </p:nvSpPr>
        <p:spPr>
          <a:xfrm>
            <a:off x="5384800" y="2101463"/>
            <a:ext cx="6256338" cy="4419258"/>
          </a:xfrm>
        </p:spPr>
        <p:txBody>
          <a:bodyPr>
            <a:normAutofit lnSpcReduction="10000"/>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solidFill>
                  <a:schemeClr val="bg2"/>
                </a:solidFill>
              </a:defRPr>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GB" dirty="0"/>
              <a:t>Content placeholder</a:t>
            </a:r>
          </a:p>
        </p:txBody>
      </p:sp>
      <p:sp>
        <p:nvSpPr>
          <p:cNvPr id="12" name="Sub-heading">
            <a:extLst>
              <a:ext uri="{FF2B5EF4-FFF2-40B4-BE49-F238E27FC236}">
                <a16:creationId xmlns:a16="http://schemas.microsoft.com/office/drawing/2014/main" id="{F247DAB5-9184-904C-8ADA-EB59774A98DA}"/>
              </a:ext>
            </a:extLst>
          </p:cNvPr>
          <p:cNvSpPr>
            <a:spLocks noGrp="1"/>
          </p:cNvSpPr>
          <p:nvPr>
            <p:ph type="body" sz="quarter" idx="10" hasCustomPrompt="1"/>
          </p:nvPr>
        </p:nvSpPr>
        <p:spPr>
          <a:xfrm>
            <a:off x="5384798" y="1376838"/>
            <a:ext cx="6256339" cy="644993"/>
          </a:xfrm>
        </p:spPr>
        <p:txBody>
          <a:bodyPr anchor="ctr">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515938" y="2943724"/>
            <a:ext cx="4453200" cy="1019176"/>
          </a:xfrm>
          <a:prstGeom prst="rect">
            <a:avLst/>
          </a:prstGeom>
        </p:spPr>
        <p:txBody>
          <a:bodyPr/>
          <a:lstStyle>
            <a:lvl1pPr>
              <a:defRPr>
                <a:solidFill>
                  <a:schemeClr val="bg2"/>
                </a:solidFill>
              </a:defRPr>
            </a:lvl1pPr>
          </a:lstStyle>
          <a:p>
            <a:r>
              <a:rPr lang="en-GB" dirty="0"/>
              <a:t>CLICK TO EDIT TITLE</a:t>
            </a:r>
            <a:endParaRPr lang="en-US" dirty="0"/>
          </a:p>
        </p:txBody>
      </p:sp>
    </p:spTree>
    <p:extLst>
      <p:ext uri="{BB962C8B-B14F-4D97-AF65-F5344CB8AC3E}">
        <p14:creationId xmlns:p14="http://schemas.microsoft.com/office/powerpoint/2010/main" val="12408259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ub-heading + Content on Steel Grey Bg">
    <p:bg>
      <p:bgPr>
        <a:solidFill>
          <a:schemeClr val="tx1"/>
        </a:solidFill>
        <a:effectLst/>
      </p:bgPr>
    </p:bg>
    <p:spTree>
      <p:nvGrpSpPr>
        <p:cNvPr id="1" name=""/>
        <p:cNvGrpSpPr/>
        <p:nvPr/>
      </p:nvGrpSpPr>
      <p:grpSpPr>
        <a:xfrm>
          <a:off x="0" y="0"/>
          <a:ext cx="0" cy="0"/>
          <a:chOff x="0" y="0"/>
          <a:chExt cx="0" cy="0"/>
        </a:xfrm>
      </p:grpSpPr>
      <p:sp>
        <p:nvSpPr>
          <p:cNvPr id="4" name="Content Placeholder ">
            <a:extLst>
              <a:ext uri="{FF2B5EF4-FFF2-40B4-BE49-F238E27FC236}">
                <a16:creationId xmlns:a16="http://schemas.microsoft.com/office/drawing/2014/main" id="{4A0A04E6-82A6-6342-BC69-1852DDFBABAB}"/>
              </a:ext>
            </a:extLst>
          </p:cNvPr>
          <p:cNvSpPr>
            <a:spLocks noGrp="1"/>
          </p:cNvSpPr>
          <p:nvPr>
            <p:ph idx="1" hasCustomPrompt="1"/>
          </p:nvPr>
        </p:nvSpPr>
        <p:spPr>
          <a:xfrm>
            <a:off x="518668" y="2098626"/>
            <a:ext cx="11122470" cy="4422095"/>
          </a:xfrm>
        </p:spPr>
        <p:txBody>
          <a:bodyPr>
            <a:normAutofit lnSpcReduction="10000"/>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solidFill>
                  <a:schemeClr val="bg1"/>
                </a:solidFill>
              </a:defRPr>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GB" dirty="0"/>
              <a:t>Content placeholder</a:t>
            </a:r>
          </a:p>
        </p:txBody>
      </p:sp>
      <p:sp>
        <p:nvSpPr>
          <p:cNvPr id="5" name="Sub-heading">
            <a:extLst>
              <a:ext uri="{FF2B5EF4-FFF2-40B4-BE49-F238E27FC236}">
                <a16:creationId xmlns:a16="http://schemas.microsoft.com/office/drawing/2014/main" id="{75341AAE-B2DE-0D44-A2FA-007F38E94867}"/>
              </a:ext>
            </a:extLst>
          </p:cNvPr>
          <p:cNvSpPr>
            <a:spLocks noGrp="1"/>
          </p:cNvSpPr>
          <p:nvPr>
            <p:ph type="body" sz="quarter" idx="10" hasCustomPrompt="1"/>
          </p:nvPr>
        </p:nvSpPr>
        <p:spPr>
          <a:xfrm>
            <a:off x="518668" y="1379764"/>
            <a:ext cx="11122470" cy="644993"/>
          </a:xfrm>
        </p:spPr>
        <p:txBody>
          <a:bodyPr anchor="ctr">
            <a:normAutofit/>
          </a:bodyPr>
          <a:lstStyle>
            <a:lvl1pPr marL="0" indent="0" algn="l" defTabSz="914400" rtl="0" eaLnBrk="1" latinLnBrk="0" hangingPunct="1">
              <a:lnSpc>
                <a:spcPct val="100000"/>
              </a:lnSpc>
              <a:spcBef>
                <a:spcPts val="1000"/>
              </a:spcBef>
              <a:buClr>
                <a:schemeClr val="accent2"/>
              </a:buClr>
              <a:buFontTx/>
              <a:buNone/>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518668" y="283213"/>
            <a:ext cx="8328565" cy="1052880"/>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155917440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ub-heading + Content on Pattern Steel Grey Bg">
    <p:bg>
      <p:bgPr>
        <a:solidFill>
          <a:schemeClr val="tx1"/>
        </a:solidFill>
        <a:effectLst/>
      </p:bgPr>
    </p:bg>
    <p:spTree>
      <p:nvGrpSpPr>
        <p:cNvPr id="1" name=""/>
        <p:cNvGrpSpPr/>
        <p:nvPr/>
      </p:nvGrpSpPr>
      <p:grpSpPr>
        <a:xfrm>
          <a:off x="0" y="0"/>
          <a:ext cx="0" cy="0"/>
          <a:chOff x="0" y="0"/>
          <a:chExt cx="0" cy="0"/>
        </a:xfrm>
      </p:grpSpPr>
      <p:pic>
        <p:nvPicPr>
          <p:cNvPr id="15" name="Pattern">
            <a:extLst>
              <a:ext uri="{FF2B5EF4-FFF2-40B4-BE49-F238E27FC236}">
                <a16:creationId xmlns:a16="http://schemas.microsoft.com/office/drawing/2014/main" id="{C0EE66DB-533C-E64C-B3D1-64CA280079A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r="668"/>
          <a:stretch/>
        </p:blipFill>
        <p:spPr>
          <a:xfrm>
            <a:off x="1379" y="1342422"/>
            <a:ext cx="12190621" cy="5256000"/>
          </a:xfrm>
          <a:prstGeom prst="rect">
            <a:avLst/>
          </a:prstGeom>
        </p:spPr>
      </p:pic>
      <p:grpSp>
        <p:nvGrpSpPr>
          <p:cNvPr id="3" name="Bottom Corner Cover Ups">
            <a:extLst>
              <a:ext uri="{FF2B5EF4-FFF2-40B4-BE49-F238E27FC236}">
                <a16:creationId xmlns:a16="http://schemas.microsoft.com/office/drawing/2014/main" id="{5005E7C9-6600-A544-AFA5-371577BEB73F}"/>
              </a:ext>
            </a:extLst>
          </p:cNvPr>
          <p:cNvGrpSpPr/>
          <p:nvPr userDrawn="1"/>
        </p:nvGrpSpPr>
        <p:grpSpPr>
          <a:xfrm>
            <a:off x="0" y="5911729"/>
            <a:ext cx="12192027" cy="949000"/>
            <a:chOff x="0" y="5911729"/>
            <a:chExt cx="12192027" cy="949000"/>
          </a:xfrm>
        </p:grpSpPr>
        <p:pic>
          <p:nvPicPr>
            <p:cNvPr id="9" name="SU.Footer.Shape.White.Cover.R">
              <a:extLst>
                <a:ext uri="{FF2B5EF4-FFF2-40B4-BE49-F238E27FC236}">
                  <a16:creationId xmlns:a16="http://schemas.microsoft.com/office/drawing/2014/main" id="{1D0C4382-EBF0-994D-87EB-841AE6F0FD2B}"/>
                </a:ext>
              </a:extLst>
            </p:cNvPr>
            <p:cNvPicPr>
              <a:picLocks noChangeAspect="1"/>
            </p:cNvPicPr>
            <p:nvPr userDrawn="1"/>
          </p:nvPicPr>
          <p:blipFill rotWithShape="1">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l="95482" b="18185"/>
            <a:stretch/>
          </p:blipFill>
          <p:spPr>
            <a:xfrm>
              <a:off x="11641165" y="5911729"/>
              <a:ext cx="550862" cy="949000"/>
            </a:xfrm>
            <a:prstGeom prst="rect">
              <a:avLst/>
            </a:prstGeom>
          </p:spPr>
        </p:pic>
        <p:pic>
          <p:nvPicPr>
            <p:cNvPr id="10" name="SU.Footer.Shape.White.Cover.L">
              <a:extLst>
                <a:ext uri="{FF2B5EF4-FFF2-40B4-BE49-F238E27FC236}">
                  <a16:creationId xmlns:a16="http://schemas.microsoft.com/office/drawing/2014/main" id="{A9785C11-D389-7D4F-9474-E4C97B9273D0}"/>
                </a:ext>
              </a:extLst>
            </p:cNvPr>
            <p:cNvPicPr>
              <a:picLocks noChangeAspect="1"/>
            </p:cNvPicPr>
            <p:nvPr userDrawn="1"/>
          </p:nvPicPr>
          <p:blipFill rotWithShape="1">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rcRect r="95768" b="18185"/>
            <a:stretch/>
          </p:blipFill>
          <p:spPr>
            <a:xfrm>
              <a:off x="0" y="5911729"/>
              <a:ext cx="515938" cy="949000"/>
            </a:xfrm>
            <a:prstGeom prst="rect">
              <a:avLst/>
            </a:prstGeom>
          </p:spPr>
        </p:pic>
      </p:grpSp>
      <p:sp>
        <p:nvSpPr>
          <p:cNvPr id="4" name="Content Placeholder ">
            <a:extLst>
              <a:ext uri="{FF2B5EF4-FFF2-40B4-BE49-F238E27FC236}">
                <a16:creationId xmlns:a16="http://schemas.microsoft.com/office/drawing/2014/main" id="{4A0A04E6-82A6-6342-BC69-1852DDFBABAB}"/>
              </a:ext>
            </a:extLst>
          </p:cNvPr>
          <p:cNvSpPr>
            <a:spLocks noGrp="1"/>
          </p:cNvSpPr>
          <p:nvPr>
            <p:ph idx="1" hasCustomPrompt="1"/>
          </p:nvPr>
        </p:nvSpPr>
        <p:spPr>
          <a:xfrm>
            <a:off x="518668" y="2098627"/>
            <a:ext cx="11122470" cy="4414600"/>
          </a:xfrm>
        </p:spPr>
        <p:txBody>
          <a:bodyPr>
            <a:normAutofit lnSpcReduction="10000"/>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solidFill>
                  <a:schemeClr val="bg1"/>
                </a:solidFill>
              </a:defRPr>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GB" dirty="0"/>
              <a:t>Content placeholder</a:t>
            </a:r>
          </a:p>
        </p:txBody>
      </p:sp>
      <p:sp>
        <p:nvSpPr>
          <p:cNvPr id="5" name="Sub-heading">
            <a:extLst>
              <a:ext uri="{FF2B5EF4-FFF2-40B4-BE49-F238E27FC236}">
                <a16:creationId xmlns:a16="http://schemas.microsoft.com/office/drawing/2014/main" id="{75341AAE-B2DE-0D44-A2FA-007F38E94867}"/>
              </a:ext>
            </a:extLst>
          </p:cNvPr>
          <p:cNvSpPr>
            <a:spLocks noGrp="1"/>
          </p:cNvSpPr>
          <p:nvPr>
            <p:ph type="body" sz="quarter" idx="10" hasCustomPrompt="1"/>
          </p:nvPr>
        </p:nvSpPr>
        <p:spPr>
          <a:xfrm>
            <a:off x="518668" y="1379764"/>
            <a:ext cx="11122470" cy="644993"/>
          </a:xfrm>
        </p:spPr>
        <p:txBody>
          <a:bodyPr anchor="ctr">
            <a:normAutofit/>
          </a:bodyPr>
          <a:lstStyle>
            <a:lvl1pPr marL="0" indent="0" algn="l" defTabSz="914400" rtl="0" eaLnBrk="1" latinLnBrk="0" hangingPunct="1">
              <a:lnSpc>
                <a:spcPct val="100000"/>
              </a:lnSpc>
              <a:spcBef>
                <a:spcPts val="1000"/>
              </a:spcBef>
              <a:buClr>
                <a:schemeClr val="accent2"/>
              </a:buClr>
              <a:buFontTx/>
              <a:buNone/>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518668" y="286559"/>
            <a:ext cx="8328565"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415175374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Sub-heading + Content on Pattern Panel Steel Grey Bg">
    <p:bg>
      <p:bgPr>
        <a:solidFill>
          <a:schemeClr val="tx1"/>
        </a:solidFill>
        <a:effectLst/>
      </p:bgPr>
    </p:bg>
    <p:spTree>
      <p:nvGrpSpPr>
        <p:cNvPr id="1" name=""/>
        <p:cNvGrpSpPr/>
        <p:nvPr/>
      </p:nvGrpSpPr>
      <p:grpSpPr>
        <a:xfrm>
          <a:off x="0" y="0"/>
          <a:ext cx="0" cy="0"/>
          <a:chOff x="0" y="0"/>
          <a:chExt cx="0" cy="0"/>
        </a:xfrm>
      </p:grpSpPr>
      <p:pic>
        <p:nvPicPr>
          <p:cNvPr id="12" name="Pattern">
            <a:extLst>
              <a:ext uri="{FF2B5EF4-FFF2-40B4-BE49-F238E27FC236}">
                <a16:creationId xmlns:a16="http://schemas.microsoft.com/office/drawing/2014/main" id="{D5786CBE-E2DA-F242-8EF3-D86AFD777300}"/>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r="69167"/>
          <a:stretch/>
        </p:blipFill>
        <p:spPr>
          <a:xfrm>
            <a:off x="1380" y="1342422"/>
            <a:ext cx="3784040" cy="5256000"/>
          </a:xfrm>
          <a:prstGeom prst="rect">
            <a:avLst/>
          </a:prstGeom>
        </p:spPr>
      </p:pic>
      <p:grpSp>
        <p:nvGrpSpPr>
          <p:cNvPr id="15" name="Bottom Corner Cover Ups">
            <a:extLst>
              <a:ext uri="{FF2B5EF4-FFF2-40B4-BE49-F238E27FC236}">
                <a16:creationId xmlns:a16="http://schemas.microsoft.com/office/drawing/2014/main" id="{F6742E16-A430-8D49-8E48-2E7C539F8975}"/>
              </a:ext>
            </a:extLst>
          </p:cNvPr>
          <p:cNvGrpSpPr/>
          <p:nvPr userDrawn="1"/>
        </p:nvGrpSpPr>
        <p:grpSpPr>
          <a:xfrm>
            <a:off x="0" y="5911729"/>
            <a:ext cx="12192027" cy="949000"/>
            <a:chOff x="0" y="5911729"/>
            <a:chExt cx="12192027" cy="949000"/>
          </a:xfrm>
        </p:grpSpPr>
        <p:pic>
          <p:nvPicPr>
            <p:cNvPr id="16" name="SU.Footer.Shape.White.Cover.R">
              <a:extLst>
                <a:ext uri="{FF2B5EF4-FFF2-40B4-BE49-F238E27FC236}">
                  <a16:creationId xmlns:a16="http://schemas.microsoft.com/office/drawing/2014/main" id="{36D2AD46-C46A-354E-BEB5-538F821ABE2A}"/>
                </a:ext>
              </a:extLst>
            </p:cNvPr>
            <p:cNvPicPr>
              <a:picLocks noChangeAspect="1"/>
            </p:cNvPicPr>
            <p:nvPr userDrawn="1"/>
          </p:nvPicPr>
          <p:blipFill rotWithShape="1">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l="95482" b="18185"/>
            <a:stretch/>
          </p:blipFill>
          <p:spPr>
            <a:xfrm>
              <a:off x="11641165" y="5911729"/>
              <a:ext cx="550862" cy="949000"/>
            </a:xfrm>
            <a:prstGeom prst="rect">
              <a:avLst/>
            </a:prstGeom>
          </p:spPr>
        </p:pic>
        <p:pic>
          <p:nvPicPr>
            <p:cNvPr id="17" name="SU.Footer.Shape.White.Cover.L">
              <a:extLst>
                <a:ext uri="{FF2B5EF4-FFF2-40B4-BE49-F238E27FC236}">
                  <a16:creationId xmlns:a16="http://schemas.microsoft.com/office/drawing/2014/main" id="{FCFD9C81-5F69-5644-80F4-B4957DB6B590}"/>
                </a:ext>
              </a:extLst>
            </p:cNvPr>
            <p:cNvPicPr>
              <a:picLocks noChangeAspect="1"/>
            </p:cNvPicPr>
            <p:nvPr userDrawn="1"/>
          </p:nvPicPr>
          <p:blipFill rotWithShape="1">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rcRect r="95768" b="18185"/>
            <a:stretch/>
          </p:blipFill>
          <p:spPr>
            <a:xfrm>
              <a:off x="0" y="5911729"/>
              <a:ext cx="515938" cy="949000"/>
            </a:xfrm>
            <a:prstGeom prst="rect">
              <a:avLst/>
            </a:prstGeom>
          </p:spPr>
        </p:pic>
      </p:grpSp>
      <p:sp>
        <p:nvSpPr>
          <p:cNvPr id="14" name="Content Placeholder ">
            <a:extLst>
              <a:ext uri="{FF2B5EF4-FFF2-40B4-BE49-F238E27FC236}">
                <a16:creationId xmlns:a16="http://schemas.microsoft.com/office/drawing/2014/main" id="{D0E9C235-E1AC-4547-A3F0-A9434CA86FFA}"/>
              </a:ext>
            </a:extLst>
          </p:cNvPr>
          <p:cNvSpPr>
            <a:spLocks noGrp="1"/>
          </p:cNvSpPr>
          <p:nvPr>
            <p:ph idx="12" hasCustomPrompt="1"/>
          </p:nvPr>
        </p:nvSpPr>
        <p:spPr>
          <a:xfrm>
            <a:off x="4043364" y="1439056"/>
            <a:ext cx="7814339" cy="5074170"/>
          </a:xfrm>
        </p:spPr>
        <p:txBody>
          <a:bodyPr>
            <a:normAutofit lnSpcReduction="10000"/>
          </a:bodyPr>
          <a:lstStyle>
            <a:lvl1pPr>
              <a:defRPr>
                <a:solidFill>
                  <a:schemeClr val="bg1"/>
                </a:solidFill>
              </a:defRPr>
            </a:lvl1pPr>
          </a:lstStyle>
          <a:p>
            <a:r>
              <a:rPr lang="en-GB" dirty="0"/>
              <a:t>Content placeholder</a:t>
            </a:r>
          </a:p>
        </p:txBody>
      </p:sp>
      <p:sp>
        <p:nvSpPr>
          <p:cNvPr id="13" name="Sub-heading">
            <a:extLst>
              <a:ext uri="{FF2B5EF4-FFF2-40B4-BE49-F238E27FC236}">
                <a16:creationId xmlns:a16="http://schemas.microsoft.com/office/drawing/2014/main" id="{4F600B9D-C6D1-B541-84C3-79F974E4691D}"/>
              </a:ext>
            </a:extLst>
          </p:cNvPr>
          <p:cNvSpPr>
            <a:spLocks noGrp="1"/>
          </p:cNvSpPr>
          <p:nvPr>
            <p:ph type="body" sz="quarter" idx="10" hasCustomPrompt="1"/>
          </p:nvPr>
        </p:nvSpPr>
        <p:spPr>
          <a:xfrm>
            <a:off x="518668" y="1437745"/>
            <a:ext cx="3266751" cy="5075482"/>
          </a:xfrm>
        </p:spPr>
        <p:txBody>
          <a:bodyPr anchor="t">
            <a:normAutofit/>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lang="en-GB" sz="2800" b="0" i="0" kern="120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518668" y="286559"/>
            <a:ext cx="8328565"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283485296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ual Layout Slide on Steel Grey Bg">
    <p:bg>
      <p:bgPr>
        <a:solidFill>
          <a:schemeClr val="tx1"/>
        </a:solidFill>
        <a:effectLst/>
      </p:bgPr>
    </p:bg>
    <p:spTree>
      <p:nvGrpSpPr>
        <p:cNvPr id="1" name=""/>
        <p:cNvGrpSpPr/>
        <p:nvPr/>
      </p:nvGrpSpPr>
      <p:grpSpPr>
        <a:xfrm>
          <a:off x="0" y="0"/>
          <a:ext cx="0" cy="0"/>
          <a:chOff x="0" y="0"/>
          <a:chExt cx="0" cy="0"/>
        </a:xfrm>
      </p:grpSpPr>
      <p:sp>
        <p:nvSpPr>
          <p:cNvPr id="9" name="White Rectangle">
            <a:extLst>
              <a:ext uri="{FF2B5EF4-FFF2-40B4-BE49-F238E27FC236}">
                <a16:creationId xmlns:a16="http://schemas.microsoft.com/office/drawing/2014/main" id="{E092BD89-6351-F14F-99A1-F9ED46FD8A3D}"/>
              </a:ext>
            </a:extLst>
          </p:cNvPr>
          <p:cNvSpPr/>
          <p:nvPr userDrawn="1"/>
        </p:nvSpPr>
        <p:spPr>
          <a:xfrm>
            <a:off x="0" y="0"/>
            <a:ext cx="12192000" cy="13389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Content Placeholder  2">
            <a:extLst>
              <a:ext uri="{FF2B5EF4-FFF2-40B4-BE49-F238E27FC236}">
                <a16:creationId xmlns:a16="http://schemas.microsoft.com/office/drawing/2014/main" id="{2B59F022-8EBD-944D-810D-855A24D6A260}"/>
              </a:ext>
            </a:extLst>
          </p:cNvPr>
          <p:cNvSpPr>
            <a:spLocks noGrp="1"/>
          </p:cNvSpPr>
          <p:nvPr>
            <p:ph idx="12" hasCustomPrompt="1"/>
          </p:nvPr>
        </p:nvSpPr>
        <p:spPr>
          <a:xfrm>
            <a:off x="6305552" y="2093512"/>
            <a:ext cx="5335586" cy="4414600"/>
          </a:xfrm>
        </p:spPr>
        <p:txBody>
          <a:bodyPr>
            <a:normAutofit lnSpcReduction="10000"/>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i="1">
                <a:solidFill>
                  <a:schemeClr val="bg2"/>
                </a:solidFill>
              </a:defRPr>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GB" dirty="0"/>
              <a:t>Content placeholder</a:t>
            </a:r>
          </a:p>
        </p:txBody>
      </p:sp>
      <p:sp>
        <p:nvSpPr>
          <p:cNvPr id="13" name="Sub-heading 2">
            <a:extLst>
              <a:ext uri="{FF2B5EF4-FFF2-40B4-BE49-F238E27FC236}">
                <a16:creationId xmlns:a16="http://schemas.microsoft.com/office/drawing/2014/main" id="{DBCB0F0E-2CA6-9B47-B078-4D0CBA22AA46}"/>
              </a:ext>
            </a:extLst>
          </p:cNvPr>
          <p:cNvSpPr>
            <a:spLocks noGrp="1"/>
          </p:cNvSpPr>
          <p:nvPr>
            <p:ph type="body" sz="quarter" idx="13" hasCustomPrompt="1"/>
          </p:nvPr>
        </p:nvSpPr>
        <p:spPr>
          <a:xfrm>
            <a:off x="6305552" y="1382145"/>
            <a:ext cx="5335586" cy="644993"/>
          </a:xfrm>
        </p:spPr>
        <p:txBody>
          <a:bodyPr anchor="ctr">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1"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17" name="Title 2">
            <a:extLst>
              <a:ext uri="{FF2B5EF4-FFF2-40B4-BE49-F238E27FC236}">
                <a16:creationId xmlns:a16="http://schemas.microsoft.com/office/drawing/2014/main" id="{EB87052C-3318-B443-ACEB-EB3464C7D937}"/>
              </a:ext>
            </a:extLst>
          </p:cNvPr>
          <p:cNvSpPr>
            <a:spLocks noGrp="1"/>
          </p:cNvSpPr>
          <p:nvPr>
            <p:ph type="body" sz="quarter" idx="14" hasCustomPrompt="1"/>
          </p:nvPr>
        </p:nvSpPr>
        <p:spPr>
          <a:xfrm>
            <a:off x="6305550" y="234093"/>
            <a:ext cx="5335587" cy="1071641"/>
          </a:xfrm>
        </p:spPr>
        <p:txBody>
          <a:bodyPr/>
          <a:lstStyle>
            <a:lvl1pPr marL="0" indent="0">
              <a:buFontTx/>
              <a:buNone/>
              <a:defRPr lang="en-GB" sz="3200" b="1" i="1" kern="1200" dirty="0" smtClean="0">
                <a:solidFill>
                  <a:schemeClr val="accent1"/>
                </a:solidFill>
                <a:latin typeface="Trebuchet MS" panose="020B0703020202090204" pitchFamily="34" charset="0"/>
                <a:ea typeface="+mj-ea"/>
                <a:cs typeface="+mj-cs"/>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dirty="0"/>
              <a:t>CLICK TO EDIT TITLE</a:t>
            </a:r>
          </a:p>
        </p:txBody>
      </p:sp>
      <p:sp>
        <p:nvSpPr>
          <p:cNvPr id="10" name="Content Placeholder 1">
            <a:extLst>
              <a:ext uri="{FF2B5EF4-FFF2-40B4-BE49-F238E27FC236}">
                <a16:creationId xmlns:a16="http://schemas.microsoft.com/office/drawing/2014/main" id="{1E5D113C-3036-C842-BC1F-5B0180C05F49}"/>
              </a:ext>
            </a:extLst>
          </p:cNvPr>
          <p:cNvSpPr>
            <a:spLocks noGrp="1"/>
          </p:cNvSpPr>
          <p:nvPr>
            <p:ph idx="1" hasCustomPrompt="1"/>
          </p:nvPr>
        </p:nvSpPr>
        <p:spPr>
          <a:xfrm>
            <a:off x="518668" y="2098626"/>
            <a:ext cx="5367782" cy="4414600"/>
          </a:xfrm>
        </p:spPr>
        <p:txBody>
          <a:bodyPr>
            <a:normAutofit lnSpcReduction="10000"/>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solidFill>
                  <a:schemeClr val="bg2"/>
                </a:solidFill>
              </a:defRPr>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GB" dirty="0"/>
              <a:t>Content placeholder</a:t>
            </a:r>
          </a:p>
        </p:txBody>
      </p:sp>
      <p:sp>
        <p:nvSpPr>
          <p:cNvPr id="12" name="Sub-heading 1">
            <a:extLst>
              <a:ext uri="{FF2B5EF4-FFF2-40B4-BE49-F238E27FC236}">
                <a16:creationId xmlns:a16="http://schemas.microsoft.com/office/drawing/2014/main" id="{F247DAB5-9184-904C-8ADA-EB59774A98DA}"/>
              </a:ext>
            </a:extLst>
          </p:cNvPr>
          <p:cNvSpPr>
            <a:spLocks noGrp="1"/>
          </p:cNvSpPr>
          <p:nvPr>
            <p:ph type="body" sz="quarter" idx="10" hasCustomPrompt="1"/>
          </p:nvPr>
        </p:nvSpPr>
        <p:spPr>
          <a:xfrm>
            <a:off x="518668" y="1379764"/>
            <a:ext cx="5367782" cy="644993"/>
          </a:xfrm>
        </p:spPr>
        <p:txBody>
          <a:bodyPr anchor="ctr">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1">
            <a:extLst>
              <a:ext uri="{FF2B5EF4-FFF2-40B4-BE49-F238E27FC236}">
                <a16:creationId xmlns:a16="http://schemas.microsoft.com/office/drawing/2014/main" id="{4F38FE0C-DEEE-374F-87A7-4115B8F04250}"/>
              </a:ext>
            </a:extLst>
          </p:cNvPr>
          <p:cNvSpPr>
            <a:spLocks noGrp="1"/>
          </p:cNvSpPr>
          <p:nvPr>
            <p:ph type="title" hasCustomPrompt="1"/>
          </p:nvPr>
        </p:nvSpPr>
        <p:spPr>
          <a:xfrm>
            <a:off x="518669" y="286559"/>
            <a:ext cx="5367782"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116789789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xColumns Layout Slide on Steel Grey Bg">
    <p:bg>
      <p:bgPr>
        <a:solidFill>
          <a:schemeClr val="tx1"/>
        </a:solidFill>
        <a:effectLst/>
      </p:bgPr>
    </p:bg>
    <p:spTree>
      <p:nvGrpSpPr>
        <p:cNvPr id="1" name=""/>
        <p:cNvGrpSpPr/>
        <p:nvPr/>
      </p:nvGrpSpPr>
      <p:grpSpPr>
        <a:xfrm>
          <a:off x="0" y="0"/>
          <a:ext cx="0" cy="0"/>
          <a:chOff x="0" y="0"/>
          <a:chExt cx="0" cy="0"/>
        </a:xfrm>
      </p:grpSpPr>
      <p:sp>
        <p:nvSpPr>
          <p:cNvPr id="12" name="White Rectangle">
            <a:extLst>
              <a:ext uri="{FF2B5EF4-FFF2-40B4-BE49-F238E27FC236}">
                <a16:creationId xmlns:a16="http://schemas.microsoft.com/office/drawing/2014/main" id="{F91E8B35-3A4B-C141-A1D0-4589A2506ABF}"/>
              </a:ext>
            </a:extLst>
          </p:cNvPr>
          <p:cNvSpPr/>
          <p:nvPr userDrawn="1"/>
        </p:nvSpPr>
        <p:spPr>
          <a:xfrm>
            <a:off x="0" y="0"/>
            <a:ext cx="12192000" cy="13389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Content Placeholder 3">
            <a:extLst>
              <a:ext uri="{FF2B5EF4-FFF2-40B4-BE49-F238E27FC236}">
                <a16:creationId xmlns:a16="http://schemas.microsoft.com/office/drawing/2014/main" id="{BBB9A18E-F7B6-1241-9C63-76045CF56253}"/>
              </a:ext>
            </a:extLst>
          </p:cNvPr>
          <p:cNvSpPr>
            <a:spLocks noGrp="1"/>
          </p:cNvSpPr>
          <p:nvPr>
            <p:ph idx="12" hasCustomPrompt="1"/>
          </p:nvPr>
        </p:nvSpPr>
        <p:spPr>
          <a:xfrm>
            <a:off x="8041138" y="2093512"/>
            <a:ext cx="3600000" cy="4412219"/>
          </a:xfrm>
        </p:spPr>
        <p:txBody>
          <a:bodyPr>
            <a:normAutofit lnSpcReduction="10000"/>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i="0">
                <a:solidFill>
                  <a:schemeClr val="bg1"/>
                </a:solidFill>
              </a:defRPr>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GB" dirty="0"/>
              <a:t>Content placeholder</a:t>
            </a:r>
          </a:p>
        </p:txBody>
      </p:sp>
      <p:sp>
        <p:nvSpPr>
          <p:cNvPr id="34" name="Sub-heading 3">
            <a:extLst>
              <a:ext uri="{FF2B5EF4-FFF2-40B4-BE49-F238E27FC236}">
                <a16:creationId xmlns:a16="http://schemas.microsoft.com/office/drawing/2014/main" id="{73E54803-8D9E-3F45-B6AB-224557321092}"/>
              </a:ext>
            </a:extLst>
          </p:cNvPr>
          <p:cNvSpPr>
            <a:spLocks noGrp="1"/>
          </p:cNvSpPr>
          <p:nvPr>
            <p:ph type="body" sz="quarter" idx="13" hasCustomPrompt="1"/>
          </p:nvPr>
        </p:nvSpPr>
        <p:spPr>
          <a:xfrm>
            <a:off x="8041138" y="1382145"/>
            <a:ext cx="3600000" cy="644993"/>
          </a:xfrm>
        </p:spPr>
        <p:txBody>
          <a:bodyPr anchor="ctr">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35" name="Title 3">
            <a:extLst>
              <a:ext uri="{FF2B5EF4-FFF2-40B4-BE49-F238E27FC236}">
                <a16:creationId xmlns:a16="http://schemas.microsoft.com/office/drawing/2014/main" id="{16F8BEA3-5345-1748-AA80-5B585F793FE9}"/>
              </a:ext>
            </a:extLst>
          </p:cNvPr>
          <p:cNvSpPr>
            <a:spLocks noGrp="1"/>
          </p:cNvSpPr>
          <p:nvPr>
            <p:ph type="body" sz="quarter" idx="14" hasCustomPrompt="1"/>
          </p:nvPr>
        </p:nvSpPr>
        <p:spPr>
          <a:xfrm>
            <a:off x="8041138" y="229951"/>
            <a:ext cx="3600000" cy="1053551"/>
          </a:xfrm>
        </p:spPr>
        <p:txBody>
          <a:bodyPr anchor="t">
            <a:normAutofit/>
          </a:bodyPr>
          <a:lstStyle>
            <a:lvl1pPr marL="0" indent="0">
              <a:buFontTx/>
              <a:buNone/>
              <a:defRPr sz="3200" b="1" i="0">
                <a:solidFill>
                  <a:schemeClr val="accent1"/>
                </a:solidFill>
                <a:latin typeface="Trebuchet MS" panose="020B0703020202090204" pitchFamily="34" charset="0"/>
              </a:defRPr>
            </a:lvl1pPr>
            <a:lvl2pPr marL="457200" indent="0">
              <a:buFontTx/>
              <a:buNone/>
              <a:defRPr b="1" i="1">
                <a:solidFill>
                  <a:schemeClr val="accent1"/>
                </a:solidFill>
                <a:latin typeface="Trebuchet MS" panose="020B0703020202090204" pitchFamily="34" charset="0"/>
              </a:defRPr>
            </a:lvl2pPr>
            <a:lvl3pPr marL="914400" indent="0">
              <a:buFontTx/>
              <a:buNone/>
              <a:defRPr b="1" i="1">
                <a:solidFill>
                  <a:schemeClr val="accent1"/>
                </a:solidFill>
                <a:latin typeface="Trebuchet MS" panose="020B0703020202090204" pitchFamily="34" charset="0"/>
              </a:defRPr>
            </a:lvl3pPr>
            <a:lvl4pPr marL="1371600" indent="0">
              <a:buFontTx/>
              <a:buNone/>
              <a:defRPr b="1" i="1">
                <a:solidFill>
                  <a:schemeClr val="accent1"/>
                </a:solidFill>
                <a:latin typeface="Trebuchet MS" panose="020B0703020202090204" pitchFamily="34" charset="0"/>
              </a:defRPr>
            </a:lvl4pPr>
            <a:lvl5pPr marL="1828800" indent="0" algn="l">
              <a:buFontTx/>
              <a:buNone/>
              <a:defRPr sz="3200" i="1">
                <a:solidFill>
                  <a:schemeClr val="accent1"/>
                </a:solidFill>
                <a:latin typeface="Trebuchet MS" panose="020B0703020202090204" pitchFamily="34" charset="0"/>
              </a:defRPr>
            </a:lvl5pPr>
          </a:lstStyle>
          <a:p>
            <a:pPr lvl="0"/>
            <a:r>
              <a:rPr lang="en-GB" dirty="0"/>
              <a:t>CLICK TO EDIT TITLE </a:t>
            </a:r>
          </a:p>
        </p:txBody>
      </p:sp>
      <p:sp>
        <p:nvSpPr>
          <p:cNvPr id="36" name="Content Placeholder  2">
            <a:extLst>
              <a:ext uri="{FF2B5EF4-FFF2-40B4-BE49-F238E27FC236}">
                <a16:creationId xmlns:a16="http://schemas.microsoft.com/office/drawing/2014/main" id="{88B2884D-0365-B541-8F3C-C51C6A73AE24}"/>
              </a:ext>
            </a:extLst>
          </p:cNvPr>
          <p:cNvSpPr>
            <a:spLocks noGrp="1"/>
          </p:cNvSpPr>
          <p:nvPr>
            <p:ph idx="15" hasCustomPrompt="1"/>
          </p:nvPr>
        </p:nvSpPr>
        <p:spPr>
          <a:xfrm>
            <a:off x="4279902" y="2093512"/>
            <a:ext cx="3599998" cy="4412219"/>
          </a:xfrm>
        </p:spPr>
        <p:txBody>
          <a:bodyPr>
            <a:normAutofit lnSpcReduction="10000"/>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i="0">
                <a:solidFill>
                  <a:schemeClr val="bg1"/>
                </a:solidFill>
              </a:defRPr>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GB" dirty="0"/>
              <a:t>Content placeholder</a:t>
            </a:r>
          </a:p>
        </p:txBody>
      </p:sp>
      <p:sp>
        <p:nvSpPr>
          <p:cNvPr id="37" name="Sub-heading 2">
            <a:extLst>
              <a:ext uri="{FF2B5EF4-FFF2-40B4-BE49-F238E27FC236}">
                <a16:creationId xmlns:a16="http://schemas.microsoft.com/office/drawing/2014/main" id="{6D580DE4-7F66-D04D-B514-60DB430392E6}"/>
              </a:ext>
            </a:extLst>
          </p:cNvPr>
          <p:cNvSpPr>
            <a:spLocks noGrp="1"/>
          </p:cNvSpPr>
          <p:nvPr>
            <p:ph type="body" sz="quarter" idx="16" hasCustomPrompt="1"/>
          </p:nvPr>
        </p:nvSpPr>
        <p:spPr>
          <a:xfrm>
            <a:off x="4279902" y="1382145"/>
            <a:ext cx="3599998" cy="644993"/>
          </a:xfrm>
        </p:spPr>
        <p:txBody>
          <a:bodyPr anchor="ctr">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38" name="Title 2">
            <a:extLst>
              <a:ext uri="{FF2B5EF4-FFF2-40B4-BE49-F238E27FC236}">
                <a16:creationId xmlns:a16="http://schemas.microsoft.com/office/drawing/2014/main" id="{A6F7933B-A88D-C34B-BD54-79381E7FAA12}"/>
              </a:ext>
            </a:extLst>
          </p:cNvPr>
          <p:cNvSpPr>
            <a:spLocks noGrp="1"/>
          </p:cNvSpPr>
          <p:nvPr>
            <p:ph type="body" sz="quarter" idx="17" hasCustomPrompt="1"/>
          </p:nvPr>
        </p:nvSpPr>
        <p:spPr>
          <a:xfrm>
            <a:off x="4279900" y="229952"/>
            <a:ext cx="3600000" cy="1060426"/>
          </a:xfrm>
        </p:spPr>
        <p:txBody>
          <a:bodyPr anchor="t">
            <a:normAutofit/>
          </a:bodyPr>
          <a:lstStyle>
            <a:lvl1pPr marL="0" indent="0">
              <a:buFontTx/>
              <a:buNone/>
              <a:defRPr sz="3200" b="1" i="0">
                <a:solidFill>
                  <a:schemeClr val="accent1"/>
                </a:solidFill>
                <a:latin typeface="Trebuchet MS" panose="020B0703020202090204" pitchFamily="34" charset="0"/>
              </a:defRPr>
            </a:lvl1pPr>
            <a:lvl2pPr marL="457200" indent="0">
              <a:buFontTx/>
              <a:buNone/>
              <a:defRPr b="1" i="1">
                <a:solidFill>
                  <a:schemeClr val="accent1"/>
                </a:solidFill>
                <a:latin typeface="Trebuchet MS" panose="020B0703020202090204" pitchFamily="34" charset="0"/>
              </a:defRPr>
            </a:lvl2pPr>
            <a:lvl3pPr marL="914400" indent="0">
              <a:buFontTx/>
              <a:buNone/>
              <a:defRPr b="1" i="1">
                <a:solidFill>
                  <a:schemeClr val="accent1"/>
                </a:solidFill>
                <a:latin typeface="Trebuchet MS" panose="020B0703020202090204" pitchFamily="34" charset="0"/>
              </a:defRPr>
            </a:lvl3pPr>
            <a:lvl4pPr marL="1371600" indent="0">
              <a:buFontTx/>
              <a:buNone/>
              <a:defRPr b="1" i="1">
                <a:solidFill>
                  <a:schemeClr val="accent1"/>
                </a:solidFill>
                <a:latin typeface="Trebuchet MS" panose="020B0703020202090204" pitchFamily="34" charset="0"/>
              </a:defRPr>
            </a:lvl4pPr>
            <a:lvl5pPr marL="1828800" indent="0" algn="l">
              <a:buFontTx/>
              <a:buNone/>
              <a:defRPr sz="3200" i="1">
                <a:solidFill>
                  <a:schemeClr val="accent1"/>
                </a:solidFill>
                <a:latin typeface="Trebuchet MS" panose="020B0703020202090204" pitchFamily="34" charset="0"/>
              </a:defRPr>
            </a:lvl5pPr>
          </a:lstStyle>
          <a:p>
            <a:pPr lvl="0"/>
            <a:r>
              <a:rPr lang="en-GB" dirty="0"/>
              <a:t>CLICK TO EDIT TITLE </a:t>
            </a:r>
          </a:p>
        </p:txBody>
      </p:sp>
      <p:sp>
        <p:nvSpPr>
          <p:cNvPr id="39" name="Content Placeholder 1">
            <a:extLst>
              <a:ext uri="{FF2B5EF4-FFF2-40B4-BE49-F238E27FC236}">
                <a16:creationId xmlns:a16="http://schemas.microsoft.com/office/drawing/2014/main" id="{2A0A52AC-CBA4-EA46-BD1B-323F4DB40054}"/>
              </a:ext>
            </a:extLst>
          </p:cNvPr>
          <p:cNvSpPr>
            <a:spLocks noGrp="1"/>
          </p:cNvSpPr>
          <p:nvPr>
            <p:ph idx="1" hasCustomPrompt="1"/>
          </p:nvPr>
        </p:nvSpPr>
        <p:spPr>
          <a:xfrm>
            <a:off x="518667" y="2093512"/>
            <a:ext cx="3600000" cy="4412219"/>
          </a:xfrm>
        </p:spPr>
        <p:txBody>
          <a:bodyPr>
            <a:normAutofit lnSpcReduction="10000"/>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solidFill>
                  <a:schemeClr val="bg1"/>
                </a:solidFill>
              </a:defRPr>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GB" dirty="0"/>
              <a:t>Content placeholder</a:t>
            </a:r>
          </a:p>
        </p:txBody>
      </p:sp>
      <p:sp>
        <p:nvSpPr>
          <p:cNvPr id="40" name="Sub-heading 1">
            <a:extLst>
              <a:ext uri="{FF2B5EF4-FFF2-40B4-BE49-F238E27FC236}">
                <a16:creationId xmlns:a16="http://schemas.microsoft.com/office/drawing/2014/main" id="{CA2CC1C2-E7EE-0648-820D-BC18F6B33876}"/>
              </a:ext>
            </a:extLst>
          </p:cNvPr>
          <p:cNvSpPr>
            <a:spLocks noGrp="1"/>
          </p:cNvSpPr>
          <p:nvPr>
            <p:ph type="body" sz="quarter" idx="10" hasCustomPrompt="1"/>
          </p:nvPr>
        </p:nvSpPr>
        <p:spPr>
          <a:xfrm>
            <a:off x="518667" y="1382145"/>
            <a:ext cx="3600000" cy="644993"/>
          </a:xfrm>
        </p:spPr>
        <p:txBody>
          <a:bodyPr anchor="ctr">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41" name="Title 1">
            <a:extLst>
              <a:ext uri="{FF2B5EF4-FFF2-40B4-BE49-F238E27FC236}">
                <a16:creationId xmlns:a16="http://schemas.microsoft.com/office/drawing/2014/main" id="{60F85EF3-BC19-7441-B388-C54874512683}"/>
              </a:ext>
            </a:extLst>
          </p:cNvPr>
          <p:cNvSpPr>
            <a:spLocks noGrp="1"/>
          </p:cNvSpPr>
          <p:nvPr>
            <p:ph type="body" sz="quarter" idx="18" hasCustomPrompt="1"/>
          </p:nvPr>
        </p:nvSpPr>
        <p:spPr>
          <a:xfrm>
            <a:off x="518667" y="229952"/>
            <a:ext cx="3600000" cy="1060426"/>
          </a:xfrm>
        </p:spPr>
        <p:txBody>
          <a:bodyPr anchor="t">
            <a:normAutofit/>
          </a:bodyPr>
          <a:lstStyle>
            <a:lvl1pPr marL="0" indent="0">
              <a:buFontTx/>
              <a:buNone/>
              <a:defRPr sz="3200" b="1" i="0">
                <a:solidFill>
                  <a:schemeClr val="accent1"/>
                </a:solidFill>
                <a:latin typeface="Trebuchet MS" panose="020B0703020202090204" pitchFamily="34" charset="0"/>
              </a:defRPr>
            </a:lvl1pPr>
            <a:lvl2pPr marL="457200" indent="0">
              <a:buFontTx/>
              <a:buNone/>
              <a:defRPr b="1" i="1">
                <a:solidFill>
                  <a:schemeClr val="accent1"/>
                </a:solidFill>
                <a:latin typeface="Trebuchet MS" panose="020B0703020202090204" pitchFamily="34" charset="0"/>
              </a:defRPr>
            </a:lvl2pPr>
            <a:lvl3pPr marL="914400" indent="0">
              <a:buFontTx/>
              <a:buNone/>
              <a:defRPr b="1" i="1">
                <a:solidFill>
                  <a:schemeClr val="accent1"/>
                </a:solidFill>
                <a:latin typeface="Trebuchet MS" panose="020B0703020202090204" pitchFamily="34" charset="0"/>
              </a:defRPr>
            </a:lvl3pPr>
            <a:lvl4pPr marL="1371600" indent="0">
              <a:buFontTx/>
              <a:buNone/>
              <a:defRPr b="1" i="1">
                <a:solidFill>
                  <a:schemeClr val="accent1"/>
                </a:solidFill>
                <a:latin typeface="Trebuchet MS" panose="020B0703020202090204" pitchFamily="34" charset="0"/>
              </a:defRPr>
            </a:lvl4pPr>
            <a:lvl5pPr marL="1828800" indent="0" algn="l">
              <a:buFontTx/>
              <a:buNone/>
              <a:defRPr sz="3200" i="1">
                <a:solidFill>
                  <a:schemeClr val="accent1"/>
                </a:solidFill>
                <a:latin typeface="Trebuchet MS" panose="020B0703020202090204" pitchFamily="34" charset="0"/>
              </a:defRPr>
            </a:lvl5pPr>
          </a:lstStyle>
          <a:p>
            <a:pPr lvl="0"/>
            <a:r>
              <a:rPr lang="en-GB" dirty="0"/>
              <a:t>CLICK TO EDIT TITLE </a:t>
            </a:r>
          </a:p>
        </p:txBody>
      </p:sp>
    </p:spTree>
    <p:extLst>
      <p:ext uri="{BB962C8B-B14F-4D97-AF65-F5344CB8AC3E}">
        <p14:creationId xmlns:p14="http://schemas.microsoft.com/office/powerpoint/2010/main" val="130228432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ection Divider Slide on Steel Grey Bg">
    <p:bg>
      <p:bgPr>
        <a:solidFill>
          <a:schemeClr val="tx1"/>
        </a:solidFill>
        <a:effectLst/>
      </p:bgPr>
    </p:bg>
    <p:spTree>
      <p:nvGrpSpPr>
        <p:cNvPr id="1" name=""/>
        <p:cNvGrpSpPr/>
        <p:nvPr/>
      </p:nvGrpSpPr>
      <p:grpSpPr>
        <a:xfrm>
          <a:off x="0" y="0"/>
          <a:ext cx="0" cy="0"/>
          <a:chOff x="0" y="0"/>
          <a:chExt cx="0" cy="0"/>
        </a:xfrm>
      </p:grpSpPr>
      <p:pic>
        <p:nvPicPr>
          <p:cNvPr id="17" name="Pattern Grey Bottom">
            <a:extLst>
              <a:ext uri="{FF2B5EF4-FFF2-40B4-BE49-F238E27FC236}">
                <a16:creationId xmlns:a16="http://schemas.microsoft.com/office/drawing/2014/main" id="{5F8180FE-41B2-8F47-AF2E-24E5C9A6174B}"/>
              </a:ext>
            </a:extLst>
          </p:cNvPr>
          <p:cNvPicPr>
            <a:picLocks noChangeAspect="1"/>
          </p:cNvPicPr>
          <p:nvPr userDrawn="1"/>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5866" t="5503" r="48528" b="71220"/>
          <a:stretch/>
        </p:blipFill>
        <p:spPr>
          <a:xfrm>
            <a:off x="197368" y="4471002"/>
            <a:ext cx="4785278" cy="2148599"/>
          </a:xfrm>
          <a:prstGeom prst="rect">
            <a:avLst/>
          </a:prstGeom>
        </p:spPr>
      </p:pic>
      <p:pic>
        <p:nvPicPr>
          <p:cNvPr id="19" name="Pattern Grey Top">
            <a:extLst>
              <a:ext uri="{FF2B5EF4-FFF2-40B4-BE49-F238E27FC236}">
                <a16:creationId xmlns:a16="http://schemas.microsoft.com/office/drawing/2014/main" id="{DA8894CA-8492-9F40-AA7E-A17D05BCB387}"/>
              </a:ext>
            </a:extLst>
          </p:cNvPr>
          <p:cNvPicPr>
            <a:picLocks noChangeAspect="1"/>
          </p:cNvPicPr>
          <p:nvPr userDrawn="1"/>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5866" t="5503" r="48528" b="85515"/>
          <a:stretch/>
        </p:blipFill>
        <p:spPr>
          <a:xfrm rot="10800000">
            <a:off x="225944" y="1334680"/>
            <a:ext cx="4785278" cy="829101"/>
          </a:xfrm>
          <a:prstGeom prst="rect">
            <a:avLst/>
          </a:prstGeom>
        </p:spPr>
      </p:pic>
      <p:pic>
        <p:nvPicPr>
          <p:cNvPr id="18" name="Pattern Sand Top">
            <a:extLst>
              <a:ext uri="{FF2B5EF4-FFF2-40B4-BE49-F238E27FC236}">
                <a16:creationId xmlns:a16="http://schemas.microsoft.com/office/drawing/2014/main" id="{3962A34F-1D66-A649-83D7-69B392B6F66F}"/>
              </a:ext>
            </a:extLst>
          </p:cNvPr>
          <p:cNvPicPr>
            <a:picLocks noChangeAspect="1"/>
          </p:cNvPicPr>
          <p:nvPr userDrawn="1"/>
        </p:nvPicPr>
        <p:blipFill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l="15866" t="14321" r="48528" b="71220"/>
          <a:stretch/>
        </p:blipFill>
        <p:spPr>
          <a:xfrm rot="10800000">
            <a:off x="227250" y="-42183"/>
            <a:ext cx="4785278" cy="1376862"/>
          </a:xfrm>
          <a:prstGeom prst="rect">
            <a:avLst/>
          </a:prstGeom>
        </p:spPr>
      </p:pic>
      <p:sp>
        <p:nvSpPr>
          <p:cNvPr id="10" name="Content Placeholder ">
            <a:extLst>
              <a:ext uri="{FF2B5EF4-FFF2-40B4-BE49-F238E27FC236}">
                <a16:creationId xmlns:a16="http://schemas.microsoft.com/office/drawing/2014/main" id="{1E5D113C-3036-C842-BC1F-5B0180C05F49}"/>
              </a:ext>
            </a:extLst>
          </p:cNvPr>
          <p:cNvSpPr>
            <a:spLocks noGrp="1"/>
          </p:cNvSpPr>
          <p:nvPr>
            <p:ph idx="1" hasCustomPrompt="1"/>
          </p:nvPr>
        </p:nvSpPr>
        <p:spPr>
          <a:xfrm>
            <a:off x="5384800" y="2096645"/>
            <a:ext cx="6256338" cy="4416581"/>
          </a:xfrm>
        </p:spPr>
        <p:txBody>
          <a:bodyPr>
            <a:normAutofit lnSpcReduction="10000"/>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solidFill>
                  <a:schemeClr val="bg1"/>
                </a:solidFill>
              </a:defRPr>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GB" dirty="0"/>
              <a:t>Content placeholder</a:t>
            </a:r>
          </a:p>
        </p:txBody>
      </p:sp>
      <p:sp>
        <p:nvSpPr>
          <p:cNvPr id="12" name="Sub-heading">
            <a:extLst>
              <a:ext uri="{FF2B5EF4-FFF2-40B4-BE49-F238E27FC236}">
                <a16:creationId xmlns:a16="http://schemas.microsoft.com/office/drawing/2014/main" id="{F247DAB5-9184-904C-8ADA-EB59774A98DA}"/>
              </a:ext>
            </a:extLst>
          </p:cNvPr>
          <p:cNvSpPr>
            <a:spLocks noGrp="1"/>
          </p:cNvSpPr>
          <p:nvPr>
            <p:ph type="body" sz="quarter" idx="10" hasCustomPrompt="1"/>
          </p:nvPr>
        </p:nvSpPr>
        <p:spPr>
          <a:xfrm>
            <a:off x="5384798" y="1381173"/>
            <a:ext cx="6256339" cy="644993"/>
          </a:xfrm>
        </p:spPr>
        <p:txBody>
          <a:bodyPr anchor="ctr">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515938" y="2943724"/>
            <a:ext cx="4453200" cy="1019176"/>
          </a:xfrm>
          <a:prstGeom prst="rect">
            <a:avLst/>
          </a:prstGeom>
        </p:spPr>
        <p:txBody>
          <a:bodyPr/>
          <a:lstStyle>
            <a:lvl1pPr>
              <a:defRPr>
                <a:solidFill>
                  <a:schemeClr val="bg2"/>
                </a:solidFill>
              </a:defRPr>
            </a:lvl1pPr>
          </a:lstStyle>
          <a:p>
            <a:r>
              <a:rPr lang="en-GB" dirty="0"/>
              <a:t>CLICK TO EDIT TITLE</a:t>
            </a:r>
            <a:endParaRPr lang="en-US" dirty="0"/>
          </a:p>
        </p:txBody>
      </p:sp>
    </p:spTree>
    <p:extLst>
      <p:ext uri="{BB962C8B-B14F-4D97-AF65-F5344CB8AC3E}">
        <p14:creationId xmlns:p14="http://schemas.microsoft.com/office/powerpoint/2010/main" val="2719127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2.sv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1.png"/><Relationship Id="rId30" Type="http://schemas.openxmlformats.org/officeDocument/2006/relationships/image" Target="../media/image4.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White.Banner.Top">
            <a:extLst>
              <a:ext uri="{FF2B5EF4-FFF2-40B4-BE49-F238E27FC236}">
                <a16:creationId xmlns:a16="http://schemas.microsoft.com/office/drawing/2014/main" id="{D70D17EB-87E2-EC45-B0B0-B16E5C2558F6}"/>
              </a:ext>
            </a:extLst>
          </p:cNvPr>
          <p:cNvSpPr/>
          <p:nvPr userDrawn="1"/>
        </p:nvSpPr>
        <p:spPr>
          <a:xfrm>
            <a:off x="0" y="0"/>
            <a:ext cx="12192000" cy="13414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6" name="SU.Footer.Shape.White">
            <a:extLst>
              <a:ext uri="{FF2B5EF4-FFF2-40B4-BE49-F238E27FC236}">
                <a16:creationId xmlns:a16="http://schemas.microsoft.com/office/drawing/2014/main" id="{C2021710-E914-7244-8A47-3745EFB08A9D}"/>
              </a:ext>
            </a:extLst>
          </p:cNvPr>
          <p:cNvPicPr>
            <a:picLocks noChangeAspect="1"/>
          </p:cNvPicPr>
          <p:nvPr userDrawn="1"/>
        </p:nvPicPr>
        <p:blipFill rotWithShape="1">
          <a:blip r:embed="rId27" cstate="screen">
            <a:extLst>
              <a:ext uri="{28A0092B-C50C-407E-A947-70E740481C1C}">
                <a14:useLocalDpi xmlns:a14="http://schemas.microsoft.com/office/drawing/2010/main"/>
              </a:ext>
              <a:ext uri="{96DAC541-7B7A-43D3-8B79-37D633B846F1}">
                <asvg:svgBlip xmlns:asvg="http://schemas.microsoft.com/office/drawing/2016/SVG/main" r:embed="rId28"/>
              </a:ext>
            </a:extLst>
          </a:blip>
          <a:srcRect b="18185"/>
          <a:stretch/>
        </p:blipFill>
        <p:spPr>
          <a:xfrm>
            <a:off x="0" y="5909001"/>
            <a:ext cx="12192000" cy="948999"/>
          </a:xfrm>
          <a:prstGeom prst="rect">
            <a:avLst/>
          </a:prstGeom>
        </p:spPr>
      </p:pic>
      <p:sp>
        <p:nvSpPr>
          <p:cNvPr id="9" name="Footer">
            <a:extLst>
              <a:ext uri="{FF2B5EF4-FFF2-40B4-BE49-F238E27FC236}">
                <a16:creationId xmlns:a16="http://schemas.microsoft.com/office/drawing/2014/main" id="{5DE18A1C-E612-604E-AA9F-9A73E465BA68}"/>
              </a:ext>
            </a:extLst>
          </p:cNvPr>
          <p:cNvSpPr txBox="1">
            <a:spLocks/>
          </p:cNvSpPr>
          <p:nvPr userDrawn="1"/>
        </p:nvSpPr>
        <p:spPr>
          <a:xfrm>
            <a:off x="515938" y="6597651"/>
            <a:ext cx="11125200" cy="266492"/>
          </a:xfrm>
          <a:prstGeom prst="rect">
            <a:avLst/>
          </a:prstGeom>
        </p:spPr>
        <p:txBody>
          <a:bodyPr anchor="t">
            <a:noAutofit/>
          </a:bodyPr>
          <a:lstStyle>
            <a:lvl1pPr marL="0" indent="0" algn="l" defTabSz="914400" rtl="0" eaLnBrk="1" latinLnBrk="0" hangingPunct="1">
              <a:lnSpc>
                <a:spcPct val="100000"/>
              </a:lnSpc>
              <a:spcBef>
                <a:spcPts val="1000"/>
              </a:spcBef>
              <a:buClr>
                <a:schemeClr val="accent2"/>
              </a:buClr>
              <a:buFontTx/>
              <a:buNone/>
              <a:defRPr lang="en-GB" sz="1000" b="1" i="0" kern="1200" dirty="0">
                <a:solidFill>
                  <a:schemeClr val="accent1"/>
                </a:solidFill>
                <a:latin typeface="Trebuchet MS" panose="020B0703020202090204" pitchFamily="34" charset="0"/>
                <a:ea typeface="+mn-ea"/>
                <a:cs typeface="Calibri Light" panose="020F0302020204030204" pitchFamily="34" charset="0"/>
              </a:defRPr>
            </a:lvl1pPr>
            <a:lvl2pPr marL="685800" indent="-228600" algn="l" defTabSz="914400" rtl="0" eaLnBrk="1" latinLnBrk="0" hangingPunct="1">
              <a:lnSpc>
                <a:spcPct val="100000"/>
              </a:lnSpc>
              <a:spcBef>
                <a:spcPts val="500"/>
              </a:spcBef>
              <a:buClr>
                <a:schemeClr val="accent2"/>
              </a:buClr>
              <a:buFont typeface="Arial" panose="020B0604020202020204" pitchFamily="34" charset="0"/>
              <a:buChar char="•"/>
              <a:defRPr sz="2200" b="0" i="0" kern="1200">
                <a:solidFill>
                  <a:schemeClr val="tx1"/>
                </a:solidFill>
                <a:latin typeface="Calibri Light" panose="020F0302020204030204" pitchFamily="34" charset="0"/>
                <a:ea typeface="+mn-ea"/>
                <a:cs typeface="Calibri Light" panose="020F0302020204030204" pitchFamily="34" charset="0"/>
              </a:defRPr>
            </a:lvl2pPr>
            <a:lvl3pPr marL="1143000" indent="-228600" algn="l" defTabSz="914400" rtl="0" eaLnBrk="1" latinLnBrk="0" hangingPunct="1">
              <a:lnSpc>
                <a:spcPct val="100000"/>
              </a:lnSpc>
              <a:spcBef>
                <a:spcPts val="500"/>
              </a:spcBef>
              <a:buClr>
                <a:schemeClr val="accent2"/>
              </a:buClr>
              <a:buFont typeface="Arial" panose="020B0604020202020204" pitchFamily="34" charset="0"/>
              <a:buChar char="•"/>
              <a:defRPr sz="2000" b="0" i="0" kern="1200">
                <a:solidFill>
                  <a:schemeClr val="tx1"/>
                </a:solidFill>
                <a:latin typeface="Calibri Light" panose="020F0302020204030204" pitchFamily="34" charset="0"/>
                <a:ea typeface="+mn-ea"/>
                <a:cs typeface="Calibri Light" panose="020F0302020204030204" pitchFamily="34" charset="0"/>
              </a:defRPr>
            </a:lvl3pPr>
            <a:lvl4pPr marL="1600200" indent="-228600" algn="l" defTabSz="914400" rtl="0" eaLnBrk="1" latinLnBrk="0" hangingPunct="1">
              <a:lnSpc>
                <a:spcPct val="100000"/>
              </a:lnSpc>
              <a:spcBef>
                <a:spcPts val="500"/>
              </a:spcBef>
              <a:buClr>
                <a:schemeClr val="accent2"/>
              </a:buClr>
              <a:buFont typeface="Arial" panose="020B0604020202020204" pitchFamily="34" charset="0"/>
              <a:buChar char="•"/>
              <a:defRPr sz="1800" b="0" i="0" kern="1200">
                <a:solidFill>
                  <a:schemeClr val="tx1"/>
                </a:solidFill>
                <a:latin typeface="Calibri Light" panose="020F0302020204030204" pitchFamily="34" charset="0"/>
                <a:ea typeface="+mn-ea"/>
                <a:cs typeface="Calibri Light" panose="020F0302020204030204" pitchFamily="34" charset="0"/>
              </a:defRPr>
            </a:lvl4pPr>
            <a:lvl5pPr marL="2057400" indent="-228600" algn="l" defTabSz="914400" rtl="0" eaLnBrk="1" latinLnBrk="0" hangingPunct="1">
              <a:lnSpc>
                <a:spcPct val="100000"/>
              </a:lnSpc>
              <a:spcBef>
                <a:spcPts val="500"/>
              </a:spcBef>
              <a:buClr>
                <a:schemeClr val="accent2"/>
              </a:buClr>
              <a:buFont typeface="Arial" panose="020B0604020202020204" pitchFamily="34" charset="0"/>
              <a:buChar char="•"/>
              <a:defRPr sz="1800" b="0" i="0" kern="1200">
                <a:solidFill>
                  <a:schemeClr val="tx1"/>
                </a:solidFill>
                <a:latin typeface="Calibri Light" panose="020F0302020204030204" pitchFamily="34" charset="0"/>
                <a:ea typeface="+mn-ea"/>
                <a:cs typeface="Calibri Light" panose="020F03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GB" sz="1000" b="0" i="0" dirty="0">
                <a:solidFill>
                  <a:schemeClr val="accent3"/>
                </a:solidFill>
                <a:latin typeface="Trebuchet MS" panose="020B0703020202090204" pitchFamily="34" charset="0"/>
              </a:rPr>
              <a:t>Economic and Management Sciences | </a:t>
            </a:r>
            <a:r>
              <a:rPr lang="en-GB" sz="1000" b="0" i="0" dirty="0" err="1">
                <a:solidFill>
                  <a:schemeClr val="accent3"/>
                </a:solidFill>
                <a:latin typeface="Trebuchet MS" panose="020B0703020202090204" pitchFamily="34" charset="0"/>
              </a:rPr>
              <a:t>EyeNzululwazi</a:t>
            </a:r>
            <a:r>
              <a:rPr lang="en-GB" sz="1000" b="0" i="0" dirty="0">
                <a:solidFill>
                  <a:schemeClr val="accent3"/>
                </a:solidFill>
                <a:latin typeface="Trebuchet MS" panose="020B0703020202090204" pitchFamily="34" charset="0"/>
              </a:rPr>
              <a:t> </a:t>
            </a:r>
            <a:r>
              <a:rPr lang="en-GB" sz="1000" b="0" i="0" dirty="0" err="1">
                <a:solidFill>
                  <a:schemeClr val="accent3"/>
                </a:solidFill>
                <a:latin typeface="Trebuchet MS" panose="020B0703020202090204" pitchFamily="34" charset="0"/>
              </a:rPr>
              <a:t>ngoQoqosho</a:t>
            </a:r>
            <a:r>
              <a:rPr lang="en-GB" sz="1000" b="0" i="0" dirty="0">
                <a:solidFill>
                  <a:schemeClr val="accent3"/>
                </a:solidFill>
                <a:latin typeface="Trebuchet MS" panose="020B0703020202090204" pitchFamily="34" charset="0"/>
              </a:rPr>
              <a:t> </a:t>
            </a:r>
            <a:r>
              <a:rPr lang="en-GB" sz="1000" b="0" i="0" dirty="0" err="1">
                <a:solidFill>
                  <a:schemeClr val="accent3"/>
                </a:solidFill>
                <a:latin typeface="Trebuchet MS" panose="020B0703020202090204" pitchFamily="34" charset="0"/>
              </a:rPr>
              <a:t>noLawulo</a:t>
            </a:r>
            <a:r>
              <a:rPr lang="en-GB" sz="1000" b="0" i="0" dirty="0">
                <a:solidFill>
                  <a:schemeClr val="accent3"/>
                </a:solidFill>
                <a:latin typeface="Trebuchet MS" panose="020B0703020202090204" pitchFamily="34" charset="0"/>
              </a:rPr>
              <a:t> | </a:t>
            </a:r>
            <a:r>
              <a:rPr lang="en-GB" sz="1000" b="0" i="0" dirty="0" err="1">
                <a:solidFill>
                  <a:schemeClr val="accent3"/>
                </a:solidFill>
                <a:latin typeface="Trebuchet MS" panose="020B0703020202090204" pitchFamily="34" charset="0"/>
              </a:rPr>
              <a:t>Ekonomiese</a:t>
            </a:r>
            <a:r>
              <a:rPr lang="en-GB" sz="1000" b="0" i="0" dirty="0">
                <a:solidFill>
                  <a:schemeClr val="accent3"/>
                </a:solidFill>
                <a:latin typeface="Trebuchet MS" panose="020B0703020202090204" pitchFamily="34" charset="0"/>
              </a:rPr>
              <a:t> </a:t>
            </a:r>
            <a:r>
              <a:rPr lang="en-GB" sz="1000" b="0" i="0" dirty="0" err="1">
                <a:solidFill>
                  <a:schemeClr val="accent3"/>
                </a:solidFill>
                <a:latin typeface="Trebuchet MS" panose="020B0703020202090204" pitchFamily="34" charset="0"/>
              </a:rPr>
              <a:t>en</a:t>
            </a:r>
            <a:r>
              <a:rPr lang="en-GB" sz="1000" b="0" i="0" dirty="0">
                <a:solidFill>
                  <a:schemeClr val="accent3"/>
                </a:solidFill>
                <a:latin typeface="Trebuchet MS" panose="020B0703020202090204" pitchFamily="34" charset="0"/>
              </a:rPr>
              <a:t> </a:t>
            </a:r>
            <a:r>
              <a:rPr lang="en-GB" sz="1000" b="0" i="0" dirty="0" err="1">
                <a:solidFill>
                  <a:schemeClr val="accent3"/>
                </a:solidFill>
                <a:latin typeface="Trebuchet MS" panose="020B0703020202090204" pitchFamily="34" charset="0"/>
              </a:rPr>
              <a:t>Bestuurswetenskappe</a:t>
            </a:r>
            <a:endParaRPr lang="en-GB" sz="1000" b="0" i="0" dirty="0">
              <a:solidFill>
                <a:schemeClr val="accent3"/>
              </a:solidFill>
              <a:latin typeface="Trebuchet MS" panose="020B0703020202090204" pitchFamily="34" charset="0"/>
            </a:endParaRPr>
          </a:p>
        </p:txBody>
      </p:sp>
      <p:sp>
        <p:nvSpPr>
          <p:cNvPr id="15" name="SU.Shape" hidden="1">
            <a:extLst>
              <a:ext uri="{FF2B5EF4-FFF2-40B4-BE49-F238E27FC236}">
                <a16:creationId xmlns:a16="http://schemas.microsoft.com/office/drawing/2014/main" id="{050DDAF9-8F3A-0B48-82E1-6040CBB5F5D1}"/>
              </a:ext>
            </a:extLst>
          </p:cNvPr>
          <p:cNvSpPr/>
          <p:nvPr userDrawn="1"/>
        </p:nvSpPr>
        <p:spPr>
          <a:xfrm>
            <a:off x="0" y="1339540"/>
            <a:ext cx="12192000" cy="5259988"/>
          </a:xfrm>
          <a:custGeom>
            <a:avLst/>
            <a:gdLst>
              <a:gd name="connsiteX0" fmla="*/ 76801 w 3455263"/>
              <a:gd name="connsiteY0" fmla="*/ 1812227 h 1812226"/>
              <a:gd name="connsiteX1" fmla="*/ 0 w 3455263"/>
              <a:gd name="connsiteY1" fmla="*/ 1735169 h 1812226"/>
              <a:gd name="connsiteX2" fmla="*/ 0 w 3455263"/>
              <a:gd name="connsiteY2" fmla="*/ 0 h 1812226"/>
              <a:gd name="connsiteX3" fmla="*/ 3455263 w 3455263"/>
              <a:gd name="connsiteY3" fmla="*/ 0 h 1812226"/>
              <a:gd name="connsiteX4" fmla="*/ 3455263 w 3455263"/>
              <a:gd name="connsiteY4" fmla="*/ 1581150 h 1812226"/>
              <a:gd name="connsiteX5" fmla="*/ 3224766 w 3455263"/>
              <a:gd name="connsiteY5" fmla="*/ 1811750 h 1812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55263" h="1812226">
                <a:moveTo>
                  <a:pt x="76801" y="1812227"/>
                </a:moveTo>
                <a:cubicBezTo>
                  <a:pt x="76801" y="1812227"/>
                  <a:pt x="0" y="1812227"/>
                  <a:pt x="0" y="1735169"/>
                </a:cubicBezTo>
                <a:lnTo>
                  <a:pt x="0" y="0"/>
                </a:lnTo>
                <a:lnTo>
                  <a:pt x="3455263" y="0"/>
                </a:lnTo>
                <a:lnTo>
                  <a:pt x="3455263" y="1581150"/>
                </a:lnTo>
                <a:cubicBezTo>
                  <a:pt x="3455263" y="1581150"/>
                  <a:pt x="3455263" y="1811750"/>
                  <a:pt x="3224766" y="1811750"/>
                </a:cubicBezTo>
                <a:close/>
              </a:path>
            </a:pathLst>
          </a:custGeom>
          <a:noFill/>
          <a:ln w="12700" cap="flat">
            <a:noFill/>
            <a:prstDash val="solid"/>
            <a:miter/>
          </a:ln>
        </p:spPr>
        <p:txBody>
          <a:bodyPr rtlCol="0" anchor="ctr"/>
          <a:lstStyle/>
          <a:p>
            <a:endParaRPr lang="en-GB"/>
          </a:p>
        </p:txBody>
      </p:sp>
      <p:sp>
        <p:nvSpPr>
          <p:cNvPr id="3" name="Content placeholder">
            <a:extLst>
              <a:ext uri="{FF2B5EF4-FFF2-40B4-BE49-F238E27FC236}">
                <a16:creationId xmlns:a16="http://schemas.microsoft.com/office/drawing/2014/main" id="{301AC438-5C4B-A74B-973C-02E8105BD4BD}"/>
              </a:ext>
            </a:extLst>
          </p:cNvPr>
          <p:cNvSpPr>
            <a:spLocks noGrp="1"/>
          </p:cNvSpPr>
          <p:nvPr>
            <p:ph type="body" idx="1"/>
          </p:nvPr>
        </p:nvSpPr>
        <p:spPr>
          <a:xfrm>
            <a:off x="515938" y="1426437"/>
            <a:ext cx="11125197" cy="5155610"/>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itle">
            <a:extLst>
              <a:ext uri="{FF2B5EF4-FFF2-40B4-BE49-F238E27FC236}">
                <a16:creationId xmlns:a16="http://schemas.microsoft.com/office/drawing/2014/main" id="{EC044E2A-3062-F245-818F-F465A0481FCB}"/>
              </a:ext>
            </a:extLst>
          </p:cNvPr>
          <p:cNvSpPr>
            <a:spLocks noGrp="1"/>
          </p:cNvSpPr>
          <p:nvPr>
            <p:ph type="title"/>
          </p:nvPr>
        </p:nvSpPr>
        <p:spPr>
          <a:xfrm>
            <a:off x="515938" y="285324"/>
            <a:ext cx="8515636" cy="1052900"/>
          </a:xfrm>
          <a:prstGeom prst="rect">
            <a:avLst/>
          </a:prstGeom>
        </p:spPr>
        <p:txBody>
          <a:bodyPr vert="horz" lIns="91440" tIns="45720" rIns="91440" bIns="45720" rtlCol="0" anchor="t">
            <a:normAutofit/>
          </a:bodyPr>
          <a:lstStyle/>
          <a:p>
            <a:r>
              <a:rPr lang="en-GB" dirty="0"/>
              <a:t>CLICK TO EDIT MASTER TITLE STYLE</a:t>
            </a:r>
            <a:endParaRPr lang="en-US" dirty="0"/>
          </a:p>
        </p:txBody>
      </p:sp>
      <p:pic>
        <p:nvPicPr>
          <p:cNvPr id="8" name="SU Logo">
            <a:extLst>
              <a:ext uri="{FF2B5EF4-FFF2-40B4-BE49-F238E27FC236}">
                <a16:creationId xmlns:a16="http://schemas.microsoft.com/office/drawing/2014/main" id="{4BCB2B4B-739F-974A-8938-B9DE97032C44}"/>
              </a:ext>
            </a:extLst>
          </p:cNvPr>
          <p:cNvPicPr>
            <a:picLocks noChangeAspect="1"/>
          </p:cNvPicPr>
          <p:nvPr userDrawn="1"/>
        </p:nvPicPr>
        <p:blipFill>
          <a:blip r:embed="rId29">
            <a:extLst>
              <a:ext uri="{96DAC541-7B7A-43D3-8B79-37D633B846F1}">
                <asvg:svgBlip xmlns:asvg="http://schemas.microsoft.com/office/drawing/2016/SVG/main" r:embed="rId30"/>
              </a:ext>
            </a:extLst>
          </a:blip>
          <a:srcRect/>
          <a:stretch/>
        </p:blipFill>
        <p:spPr>
          <a:xfrm>
            <a:off x="9138962" y="130470"/>
            <a:ext cx="3053038" cy="1037250"/>
          </a:xfrm>
          <a:prstGeom prst="rect">
            <a:avLst/>
          </a:prstGeom>
        </p:spPr>
      </p:pic>
    </p:spTree>
    <p:extLst>
      <p:ext uri="{BB962C8B-B14F-4D97-AF65-F5344CB8AC3E}">
        <p14:creationId xmlns:p14="http://schemas.microsoft.com/office/powerpoint/2010/main" val="185710988"/>
      </p:ext>
    </p:extLst>
  </p:cSld>
  <p:clrMap bg1="lt1" tx1="dk1" bg2="lt2" tx2="dk2" accent1="accent1" accent2="accent2" accent3="accent3" accent4="accent4" accent5="accent5" accent6="accent6" hlink="hlink" folHlink="folHlink"/>
  <p:sldLayoutIdLst>
    <p:sldLayoutId id="2147483698" r:id="rId1"/>
    <p:sldLayoutId id="2147483697" r:id="rId2"/>
    <p:sldLayoutId id="2147483725" r:id="rId3"/>
    <p:sldLayoutId id="2147483712" r:id="rId4"/>
    <p:sldLayoutId id="2147483716" r:id="rId5"/>
    <p:sldLayoutId id="2147483741" r:id="rId6"/>
    <p:sldLayoutId id="2147483729" r:id="rId7"/>
    <p:sldLayoutId id="2147483749" r:id="rId8"/>
    <p:sldLayoutId id="2147483701" r:id="rId9"/>
    <p:sldLayoutId id="2147483713" r:id="rId10"/>
    <p:sldLayoutId id="2147483724" r:id="rId11"/>
    <p:sldLayoutId id="2147483743" r:id="rId12"/>
    <p:sldLayoutId id="2147483710" r:id="rId13"/>
    <p:sldLayoutId id="2147483750" r:id="rId14"/>
    <p:sldLayoutId id="2147483702" r:id="rId15"/>
    <p:sldLayoutId id="2147483714" r:id="rId16"/>
    <p:sldLayoutId id="2147483722" r:id="rId17"/>
    <p:sldLayoutId id="2147483744" r:id="rId18"/>
    <p:sldLayoutId id="2147483719" r:id="rId19"/>
    <p:sldLayoutId id="2147483751" r:id="rId20"/>
    <p:sldLayoutId id="2147483721" r:id="rId21"/>
    <p:sldLayoutId id="2147483709" r:id="rId22"/>
    <p:sldLayoutId id="2147483718" r:id="rId23"/>
    <p:sldLayoutId id="2147483745" r:id="rId24"/>
    <p:sldLayoutId id="2147483717" r:id="rId25"/>
  </p:sldLayoutIdLst>
  <p:txStyles>
    <p:titleStyle>
      <a:lvl1pPr algn="l" defTabSz="914400" rtl="0" eaLnBrk="1" latinLnBrk="0" hangingPunct="1">
        <a:lnSpc>
          <a:spcPct val="90000"/>
        </a:lnSpc>
        <a:spcBef>
          <a:spcPct val="0"/>
        </a:spcBef>
        <a:buNone/>
        <a:defRPr sz="3200" b="1" i="0" kern="1200">
          <a:solidFill>
            <a:schemeClr val="accent1"/>
          </a:solidFill>
          <a:latin typeface="Trebuchet MS" panose="020B0703020202090204" pitchFamily="34" charset="0"/>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2400" b="0" i="0" kern="1200">
          <a:solidFill>
            <a:schemeClr val="tx1"/>
          </a:solidFill>
          <a:latin typeface="Calibri Light" panose="020F0302020204030204" pitchFamily="34" charset="0"/>
          <a:ea typeface="+mn-ea"/>
          <a:cs typeface="Calibri Light" panose="020F0302020204030204" pitchFamily="34" charset="0"/>
        </a:defRPr>
      </a:lvl1pPr>
      <a:lvl2pPr marL="685800" indent="-228600" algn="l" defTabSz="914400" rtl="0" eaLnBrk="1" latinLnBrk="0" hangingPunct="1">
        <a:lnSpc>
          <a:spcPct val="100000"/>
        </a:lnSpc>
        <a:spcBef>
          <a:spcPts val="500"/>
        </a:spcBef>
        <a:buClr>
          <a:schemeClr val="accent2"/>
        </a:buClr>
        <a:buFont typeface="Arial" panose="020B0604020202020204" pitchFamily="34" charset="0"/>
        <a:buChar char="•"/>
        <a:defRPr sz="2200" b="0" i="0" kern="1200">
          <a:solidFill>
            <a:schemeClr val="tx1"/>
          </a:solidFill>
          <a:latin typeface="Calibri Light" panose="020F0302020204030204" pitchFamily="34" charset="0"/>
          <a:ea typeface="+mn-ea"/>
          <a:cs typeface="Calibri Light" panose="020F0302020204030204" pitchFamily="34" charset="0"/>
        </a:defRPr>
      </a:lvl2pPr>
      <a:lvl3pPr marL="1143000" indent="-228600" algn="l" defTabSz="914400" rtl="0" eaLnBrk="1" latinLnBrk="0" hangingPunct="1">
        <a:lnSpc>
          <a:spcPct val="100000"/>
        </a:lnSpc>
        <a:spcBef>
          <a:spcPts val="500"/>
        </a:spcBef>
        <a:buClr>
          <a:schemeClr val="accent2"/>
        </a:buClr>
        <a:buFont typeface="Arial" panose="020B0604020202020204" pitchFamily="34" charset="0"/>
        <a:buChar char="•"/>
        <a:defRPr sz="2000" b="0" i="0" kern="1200">
          <a:solidFill>
            <a:schemeClr val="tx1"/>
          </a:solidFill>
          <a:latin typeface="Calibri Light" panose="020F0302020204030204" pitchFamily="34" charset="0"/>
          <a:ea typeface="+mn-ea"/>
          <a:cs typeface="Calibri Light" panose="020F0302020204030204" pitchFamily="34" charset="0"/>
        </a:defRPr>
      </a:lvl3pPr>
      <a:lvl4pPr marL="1600200" indent="-228600" algn="l" defTabSz="914400" rtl="0" eaLnBrk="1" latinLnBrk="0" hangingPunct="1">
        <a:lnSpc>
          <a:spcPct val="100000"/>
        </a:lnSpc>
        <a:spcBef>
          <a:spcPts val="500"/>
        </a:spcBef>
        <a:buClr>
          <a:schemeClr val="accent2"/>
        </a:buClr>
        <a:buFont typeface="Arial" panose="020B0604020202020204" pitchFamily="34" charset="0"/>
        <a:buChar char="•"/>
        <a:defRPr sz="1800" b="0" i="0" kern="1200">
          <a:solidFill>
            <a:schemeClr val="tx1"/>
          </a:solidFill>
          <a:latin typeface="Calibri Light" panose="020F0302020204030204" pitchFamily="34" charset="0"/>
          <a:ea typeface="+mn-ea"/>
          <a:cs typeface="Calibri Light" panose="020F0302020204030204" pitchFamily="34" charset="0"/>
        </a:defRPr>
      </a:lvl4pPr>
      <a:lvl5pPr marL="2057400" indent="-228600" algn="l" defTabSz="914400" rtl="0" eaLnBrk="1" latinLnBrk="0" hangingPunct="1">
        <a:lnSpc>
          <a:spcPct val="100000"/>
        </a:lnSpc>
        <a:spcBef>
          <a:spcPts val="500"/>
        </a:spcBef>
        <a:buClr>
          <a:schemeClr val="accent2"/>
        </a:buClr>
        <a:buFont typeface="Arial" panose="020B0604020202020204" pitchFamily="34" charset="0"/>
        <a:buChar char="•"/>
        <a:defRPr sz="1800" b="0" i="0" kern="1200">
          <a:solidFill>
            <a:schemeClr val="tx1"/>
          </a:solidFill>
          <a:latin typeface="Calibri Light" panose="020F0302020204030204" pitchFamily="34" charset="0"/>
          <a:ea typeface="+mn-ea"/>
          <a:cs typeface="Calibri Light" panose="020F03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95" userDrawn="1">
          <p15:clr>
            <a:srgbClr val="F26B43"/>
          </p15:clr>
        </p15:guide>
        <p15:guide id="2" pos="325" userDrawn="1">
          <p15:clr>
            <a:srgbClr val="F26B43"/>
          </p15:clr>
        </p15:guide>
        <p15:guide id="3" pos="166" userDrawn="1">
          <p15:clr>
            <a:srgbClr val="F26B43"/>
          </p15:clr>
        </p15:guide>
        <p15:guide id="4" pos="7514" userDrawn="1">
          <p15:clr>
            <a:srgbClr val="F26B43"/>
          </p15:clr>
        </p15:guide>
        <p15:guide id="5" pos="7333" userDrawn="1">
          <p15:clr>
            <a:srgbClr val="F26B43"/>
          </p15:clr>
        </p15:guide>
        <p15:guide id="6" orient="horz" pos="4156" userDrawn="1">
          <p15:clr>
            <a:srgbClr val="F26B43"/>
          </p15:clr>
        </p15:guide>
        <p15:guide id="7" orient="horz" pos="232" userDrawn="1">
          <p15:clr>
            <a:srgbClr val="F26B43"/>
          </p15:clr>
        </p15:guide>
        <p15:guide id="8" pos="3840" userDrawn="1">
          <p15:clr>
            <a:srgbClr val="F26B43"/>
          </p15:clr>
        </p15:guide>
        <p15:guide id="9" orient="horz" pos="867"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A0143EC-FECE-85AB-CDFD-DC9C8FA9BF5F}"/>
              </a:ext>
            </a:extLst>
          </p:cNvPr>
          <p:cNvSpPr txBox="1"/>
          <p:nvPr/>
        </p:nvSpPr>
        <p:spPr>
          <a:xfrm>
            <a:off x="2665098" y="1479110"/>
            <a:ext cx="6097904" cy="1077218"/>
          </a:xfrm>
          <a:prstGeom prst="rect">
            <a:avLst/>
          </a:prstGeom>
          <a:ln w="38100"/>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3200" b="1" dirty="0">
                <a:solidFill>
                  <a:schemeClr val="accent6"/>
                </a:solidFill>
                <a:latin typeface="Calibri" panose="020F0502020204030204" pitchFamily="34" charset="0"/>
              </a:rPr>
              <a:t>IAS 19</a:t>
            </a:r>
            <a:br>
              <a:rPr lang="en-US" sz="3200" b="1" dirty="0">
                <a:solidFill>
                  <a:schemeClr val="accent6"/>
                </a:solidFill>
                <a:latin typeface="Calibri" panose="020F0502020204030204" pitchFamily="34" charset="0"/>
              </a:rPr>
            </a:br>
            <a:r>
              <a:rPr lang="en-US" sz="3200" b="1" dirty="0">
                <a:solidFill>
                  <a:schemeClr val="accent6"/>
                </a:solidFill>
                <a:latin typeface="Calibri" panose="020F0502020204030204" pitchFamily="34" charset="0"/>
              </a:rPr>
              <a:t> EMPLOYEE BENEFITS</a:t>
            </a:r>
          </a:p>
        </p:txBody>
      </p:sp>
      <p:sp>
        <p:nvSpPr>
          <p:cNvPr id="13" name="TextBox 12">
            <a:extLst>
              <a:ext uri="{FF2B5EF4-FFF2-40B4-BE49-F238E27FC236}">
                <a16:creationId xmlns:a16="http://schemas.microsoft.com/office/drawing/2014/main" id="{ABE1DA95-8EC6-BF05-C6E3-BEFA0E5FACCA}"/>
              </a:ext>
            </a:extLst>
          </p:cNvPr>
          <p:cNvSpPr txBox="1"/>
          <p:nvPr/>
        </p:nvSpPr>
        <p:spPr>
          <a:xfrm>
            <a:off x="221935" y="4160000"/>
            <a:ext cx="2691764" cy="707886"/>
          </a:xfrm>
          <a:prstGeom prst="rect">
            <a:avLst/>
          </a:prstGeom>
          <a:ln w="28575"/>
        </p:spPr>
        <p:style>
          <a:lnRef idx="2">
            <a:schemeClr val="accent1"/>
          </a:lnRef>
          <a:fillRef idx="1">
            <a:schemeClr val="lt1"/>
          </a:fillRef>
          <a:effectRef idx="0">
            <a:schemeClr val="accent1"/>
          </a:effectRef>
          <a:fontRef idx="minor">
            <a:schemeClr val="dk1"/>
          </a:fontRef>
        </p:style>
        <p:txBody>
          <a:bodyPr wrap="square">
            <a:spAutoFit/>
          </a:bodyPr>
          <a:lstStyle/>
          <a:p>
            <a:r>
              <a:rPr lang="en-US" sz="2000" dirty="0">
                <a:latin typeface="Calibri" panose="020F0502020204030204" pitchFamily="34" charset="0"/>
              </a:rPr>
              <a:t>Short-term employee benefits</a:t>
            </a:r>
            <a:endParaRPr lang="en-ZA" sz="2000" dirty="0"/>
          </a:p>
        </p:txBody>
      </p:sp>
      <p:sp>
        <p:nvSpPr>
          <p:cNvPr id="15" name="TextBox 14">
            <a:extLst>
              <a:ext uri="{FF2B5EF4-FFF2-40B4-BE49-F238E27FC236}">
                <a16:creationId xmlns:a16="http://schemas.microsoft.com/office/drawing/2014/main" id="{EB2813E4-AB68-E7CF-EA74-23788F1725B5}"/>
              </a:ext>
            </a:extLst>
          </p:cNvPr>
          <p:cNvSpPr txBox="1"/>
          <p:nvPr/>
        </p:nvSpPr>
        <p:spPr>
          <a:xfrm>
            <a:off x="3321369" y="4160000"/>
            <a:ext cx="2134552" cy="707886"/>
          </a:xfrm>
          <a:prstGeom prst="rect">
            <a:avLst/>
          </a:prstGeom>
          <a:ln w="28575"/>
        </p:spPr>
        <p:style>
          <a:lnRef idx="2">
            <a:schemeClr val="accent1"/>
          </a:lnRef>
          <a:fillRef idx="1">
            <a:schemeClr val="lt1"/>
          </a:fillRef>
          <a:effectRef idx="0">
            <a:schemeClr val="accent1"/>
          </a:effectRef>
          <a:fontRef idx="minor">
            <a:schemeClr val="dk1"/>
          </a:fontRef>
        </p:style>
        <p:txBody>
          <a:bodyPr wrap="square">
            <a:spAutoFit/>
          </a:bodyPr>
          <a:lstStyle/>
          <a:p>
            <a:r>
              <a:rPr lang="en-US" sz="2000" dirty="0">
                <a:latin typeface="Calibri" panose="020F0502020204030204" pitchFamily="34" charset="0"/>
              </a:rPr>
              <a:t>Post-employment benefits</a:t>
            </a:r>
            <a:endParaRPr lang="en-ZA" sz="2000" dirty="0"/>
          </a:p>
        </p:txBody>
      </p:sp>
      <p:sp>
        <p:nvSpPr>
          <p:cNvPr id="17" name="TextBox 16">
            <a:extLst>
              <a:ext uri="{FF2B5EF4-FFF2-40B4-BE49-F238E27FC236}">
                <a16:creationId xmlns:a16="http://schemas.microsoft.com/office/drawing/2014/main" id="{3FEBCEFD-C0D7-C989-A3BB-7498085E9AEC}"/>
              </a:ext>
            </a:extLst>
          </p:cNvPr>
          <p:cNvSpPr txBox="1"/>
          <p:nvPr/>
        </p:nvSpPr>
        <p:spPr>
          <a:xfrm>
            <a:off x="8702996" y="4160000"/>
            <a:ext cx="3068954" cy="707886"/>
          </a:xfrm>
          <a:prstGeom prst="rect">
            <a:avLst/>
          </a:prstGeom>
          <a:ln w="28575"/>
        </p:spPr>
        <p:style>
          <a:lnRef idx="2">
            <a:schemeClr val="accent1"/>
          </a:lnRef>
          <a:fillRef idx="1">
            <a:schemeClr val="lt1"/>
          </a:fillRef>
          <a:effectRef idx="0">
            <a:schemeClr val="accent1"/>
          </a:effectRef>
          <a:fontRef idx="minor">
            <a:schemeClr val="dk1"/>
          </a:fontRef>
        </p:style>
        <p:txBody>
          <a:bodyPr wrap="square">
            <a:spAutoFit/>
          </a:bodyPr>
          <a:lstStyle/>
          <a:p>
            <a:r>
              <a:rPr lang="af-ZA" sz="2000" dirty="0" err="1">
                <a:latin typeface="Calibri" panose="020F0502020204030204" pitchFamily="34" charset="0"/>
              </a:rPr>
              <a:t>Other</a:t>
            </a:r>
            <a:r>
              <a:rPr lang="af-ZA" sz="2000" dirty="0">
                <a:latin typeface="Calibri" panose="020F0502020204030204" pitchFamily="34" charset="0"/>
              </a:rPr>
              <a:t> </a:t>
            </a:r>
            <a:r>
              <a:rPr lang="en-US" sz="2000" dirty="0">
                <a:latin typeface="Calibri" panose="020F0502020204030204" pitchFamily="34" charset="0"/>
              </a:rPr>
              <a:t>long-term employee benefits </a:t>
            </a:r>
            <a:endParaRPr lang="en-ZA" sz="2000" dirty="0"/>
          </a:p>
        </p:txBody>
      </p:sp>
      <p:sp>
        <p:nvSpPr>
          <p:cNvPr id="19" name="TextBox 18">
            <a:extLst>
              <a:ext uri="{FF2B5EF4-FFF2-40B4-BE49-F238E27FC236}">
                <a16:creationId xmlns:a16="http://schemas.microsoft.com/office/drawing/2014/main" id="{12746981-BD8B-3CB5-9020-5BF7D2732A97}"/>
              </a:ext>
            </a:extLst>
          </p:cNvPr>
          <p:cNvSpPr txBox="1"/>
          <p:nvPr/>
        </p:nvSpPr>
        <p:spPr>
          <a:xfrm>
            <a:off x="5714050" y="4160000"/>
            <a:ext cx="2531746" cy="707886"/>
          </a:xfrm>
          <a:prstGeom prst="rect">
            <a:avLst/>
          </a:prstGeom>
          <a:ln w="28575"/>
        </p:spPr>
        <p:style>
          <a:lnRef idx="2">
            <a:schemeClr val="accent1"/>
          </a:lnRef>
          <a:fillRef idx="1">
            <a:schemeClr val="lt1"/>
          </a:fillRef>
          <a:effectRef idx="0">
            <a:schemeClr val="accent1"/>
          </a:effectRef>
          <a:fontRef idx="minor">
            <a:schemeClr val="dk1"/>
          </a:fontRef>
        </p:style>
        <p:txBody>
          <a:bodyPr wrap="square">
            <a:spAutoFit/>
          </a:bodyPr>
          <a:lstStyle/>
          <a:p>
            <a:r>
              <a:rPr lang="en-US" sz="2000" dirty="0">
                <a:latin typeface="Calibri" panose="020F0502020204030204" pitchFamily="34" charset="0"/>
              </a:rPr>
              <a:t>Termination benefits</a:t>
            </a:r>
          </a:p>
          <a:p>
            <a:endParaRPr lang="af-ZA" sz="2000" dirty="0"/>
          </a:p>
        </p:txBody>
      </p:sp>
      <p:cxnSp>
        <p:nvCxnSpPr>
          <p:cNvPr id="21" name="Straight Connector 20">
            <a:extLst>
              <a:ext uri="{FF2B5EF4-FFF2-40B4-BE49-F238E27FC236}">
                <a16:creationId xmlns:a16="http://schemas.microsoft.com/office/drawing/2014/main" id="{153D7280-EEB8-A944-F05F-AF1149C6294D}"/>
              </a:ext>
            </a:extLst>
          </p:cNvPr>
          <p:cNvCxnSpPr>
            <a:cxnSpLocks/>
            <a:stCxn id="5" idx="2"/>
            <a:endCxn id="13" idx="0"/>
          </p:cNvCxnSpPr>
          <p:nvPr/>
        </p:nvCxnSpPr>
        <p:spPr>
          <a:xfrm flipH="1">
            <a:off x="1567817" y="2556328"/>
            <a:ext cx="4146233" cy="1603672"/>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983B79F-963B-25E7-EBA5-2B14340EDC40}"/>
              </a:ext>
            </a:extLst>
          </p:cNvPr>
          <p:cNvCxnSpPr>
            <a:cxnSpLocks/>
            <a:stCxn id="5" idx="2"/>
            <a:endCxn id="15" idx="0"/>
          </p:cNvCxnSpPr>
          <p:nvPr/>
        </p:nvCxnSpPr>
        <p:spPr>
          <a:xfrm flipH="1">
            <a:off x="4388645" y="2556328"/>
            <a:ext cx="1325405" cy="1603672"/>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244BC937-7254-6AED-037D-4F795786A093}"/>
              </a:ext>
            </a:extLst>
          </p:cNvPr>
          <p:cNvCxnSpPr>
            <a:cxnSpLocks/>
            <a:stCxn id="5" idx="2"/>
            <a:endCxn id="19" idx="0"/>
          </p:cNvCxnSpPr>
          <p:nvPr/>
        </p:nvCxnSpPr>
        <p:spPr>
          <a:xfrm>
            <a:off x="5714050" y="2556328"/>
            <a:ext cx="1265873" cy="1603672"/>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6A6AC6D-A178-710F-E3F4-8CD900B432C7}"/>
              </a:ext>
            </a:extLst>
          </p:cNvPr>
          <p:cNvCxnSpPr>
            <a:cxnSpLocks/>
            <a:stCxn id="5" idx="2"/>
            <a:endCxn id="17" idx="0"/>
          </p:cNvCxnSpPr>
          <p:nvPr/>
        </p:nvCxnSpPr>
        <p:spPr>
          <a:xfrm>
            <a:off x="5714050" y="2556328"/>
            <a:ext cx="4523423" cy="1603672"/>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440675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4EF6FAB-C914-A840-AA72-3825B4354A72}"/>
              </a:ext>
            </a:extLst>
          </p:cNvPr>
          <p:cNvSpPr>
            <a:spLocks noGrp="1"/>
          </p:cNvSpPr>
          <p:nvPr>
            <p:ph type="title"/>
          </p:nvPr>
        </p:nvSpPr>
        <p:spPr/>
        <p:txBody>
          <a:bodyPr/>
          <a:lstStyle/>
          <a:p>
            <a:r>
              <a:rPr lang="en-US" sz="3200" b="1" dirty="0">
                <a:latin typeface="Calibri" panose="020F0502020204030204" pitchFamily="34" charset="0"/>
              </a:rPr>
              <a:t>IAS 19 EMPLOYEE BENEFITS </a:t>
            </a:r>
            <a:endParaRPr lang="en-GB" dirty="0"/>
          </a:p>
        </p:txBody>
      </p:sp>
      <p:sp>
        <p:nvSpPr>
          <p:cNvPr id="2" name="Rectangle 3">
            <a:extLst>
              <a:ext uri="{FF2B5EF4-FFF2-40B4-BE49-F238E27FC236}">
                <a16:creationId xmlns:a16="http://schemas.microsoft.com/office/drawing/2014/main" id="{7B5EDCC2-06CC-9B9C-6544-0A2A4FDC7703}"/>
              </a:ext>
            </a:extLst>
          </p:cNvPr>
          <p:cNvSpPr txBox="1">
            <a:spLocks noChangeArrowheads="1"/>
          </p:cNvSpPr>
          <p:nvPr/>
        </p:nvSpPr>
        <p:spPr>
          <a:xfrm>
            <a:off x="118872" y="1540223"/>
            <a:ext cx="11932919" cy="4750849"/>
          </a:xfrm>
          <a:prstGeom prst="rect">
            <a:avLst/>
          </a:prstGeom>
        </p:spPr>
        <p:style>
          <a:lnRef idx="2">
            <a:schemeClr val="dk1"/>
          </a:lnRef>
          <a:fillRef idx="1">
            <a:schemeClr val="lt1"/>
          </a:fillRef>
          <a:effectRef idx="0">
            <a:schemeClr val="dk1"/>
          </a:effectRef>
          <a:fontRef idx="minor">
            <a:schemeClr val="dk1"/>
          </a:fontRef>
        </p:style>
        <p:txBody>
          <a:bodyPr>
            <a:no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2400" b="0" i="0" kern="1200">
                <a:solidFill>
                  <a:schemeClr val="dk1"/>
                </a:solidFill>
                <a:latin typeface="+mn-lt"/>
                <a:ea typeface="+mn-ea"/>
                <a:cs typeface="+mn-cs"/>
              </a:defRPr>
            </a:lvl1pPr>
            <a:lvl2pPr marL="685800" indent="-228600" algn="l" defTabSz="914400" rtl="0" eaLnBrk="1" latinLnBrk="0" hangingPunct="1">
              <a:lnSpc>
                <a:spcPct val="100000"/>
              </a:lnSpc>
              <a:spcBef>
                <a:spcPts val="500"/>
              </a:spcBef>
              <a:buClr>
                <a:schemeClr val="accent2"/>
              </a:buClr>
              <a:buFont typeface="Arial" panose="020B0604020202020204" pitchFamily="34" charset="0"/>
              <a:buChar char="•"/>
              <a:defRPr sz="2200" b="0" i="0" kern="1200">
                <a:solidFill>
                  <a:schemeClr val="dk1"/>
                </a:solidFill>
                <a:latin typeface="+mn-lt"/>
                <a:ea typeface="+mn-ea"/>
                <a:cs typeface="+mn-cs"/>
              </a:defRPr>
            </a:lvl2pPr>
            <a:lvl3pPr marL="1143000" indent="-228600" algn="l" defTabSz="914400" rtl="0" eaLnBrk="1" latinLnBrk="0" hangingPunct="1">
              <a:lnSpc>
                <a:spcPct val="100000"/>
              </a:lnSpc>
              <a:spcBef>
                <a:spcPts val="500"/>
              </a:spcBef>
              <a:buClr>
                <a:schemeClr val="accent2"/>
              </a:buClr>
              <a:buFont typeface="Arial" panose="020B0604020202020204" pitchFamily="34" charset="0"/>
              <a:buChar char="•"/>
              <a:defRPr sz="2000" b="0" i="0" kern="1200">
                <a:solidFill>
                  <a:schemeClr val="dk1"/>
                </a:solidFill>
                <a:latin typeface="+mn-lt"/>
                <a:ea typeface="+mn-ea"/>
                <a:cs typeface="+mn-cs"/>
              </a:defRPr>
            </a:lvl3pPr>
            <a:lvl4pPr marL="1600200" indent="-228600" algn="l" defTabSz="914400" rtl="0" eaLnBrk="1" latinLnBrk="0" hangingPunct="1">
              <a:lnSpc>
                <a:spcPct val="100000"/>
              </a:lnSpc>
              <a:spcBef>
                <a:spcPts val="500"/>
              </a:spcBef>
              <a:buClr>
                <a:schemeClr val="accent2"/>
              </a:buClr>
              <a:buFont typeface="Arial" panose="020B0604020202020204" pitchFamily="34" charset="0"/>
              <a:buChar char="•"/>
              <a:defRPr sz="1800" b="0" i="0" kern="1200">
                <a:solidFill>
                  <a:schemeClr val="dk1"/>
                </a:solidFill>
                <a:latin typeface="+mn-lt"/>
                <a:ea typeface="+mn-ea"/>
                <a:cs typeface="+mn-cs"/>
              </a:defRPr>
            </a:lvl4pPr>
            <a:lvl5pPr marL="2057400" indent="-228600" algn="l" defTabSz="914400" rtl="0" eaLnBrk="1" latinLnBrk="0" hangingPunct="1">
              <a:lnSpc>
                <a:spcPct val="100000"/>
              </a:lnSpc>
              <a:spcBef>
                <a:spcPts val="500"/>
              </a:spcBef>
              <a:buClr>
                <a:schemeClr val="accent2"/>
              </a:buClr>
              <a:buFont typeface="Arial" panose="020B0604020202020204" pitchFamily="34" charset="0"/>
              <a:buChar char="•"/>
              <a:defRPr sz="1800" b="0" i="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spcBef>
                <a:spcPts val="0"/>
              </a:spcBef>
              <a:buNone/>
            </a:pPr>
            <a:r>
              <a:rPr lang="en-US" sz="2000" b="1" dirty="0">
                <a:solidFill>
                  <a:schemeClr val="accent1"/>
                </a:solidFill>
              </a:rPr>
              <a:t>Definitions (.08)</a:t>
            </a:r>
            <a:r>
              <a:rPr lang="en-US" sz="2000" dirty="0">
                <a:solidFill>
                  <a:schemeClr val="accent1"/>
                </a:solidFill>
              </a:rPr>
              <a:t> </a:t>
            </a:r>
            <a:r>
              <a:rPr lang="en-US" sz="2000" dirty="0"/>
              <a:t>–</a:t>
            </a:r>
            <a:r>
              <a:rPr lang="en-ZA" sz="2000" dirty="0"/>
              <a:t>all forms of consideration given by an entity in exchange for service rendered by employees or for the termination of employment.</a:t>
            </a:r>
            <a:endParaRPr lang="en-US" sz="2000" dirty="0"/>
          </a:p>
          <a:p>
            <a:pPr marL="0" indent="0">
              <a:spcBef>
                <a:spcPts val="0"/>
              </a:spcBef>
              <a:buNone/>
            </a:pPr>
            <a:endParaRPr lang="en-US" sz="2000" b="1" dirty="0">
              <a:solidFill>
                <a:schemeClr val="accent2">
                  <a:lumMod val="75000"/>
                </a:schemeClr>
              </a:solidFill>
            </a:endParaRPr>
          </a:p>
          <a:p>
            <a:pPr marL="0" indent="0">
              <a:spcBef>
                <a:spcPts val="0"/>
              </a:spcBef>
              <a:buNone/>
            </a:pPr>
            <a:endParaRPr lang="en-US" sz="2000" b="1" dirty="0">
              <a:solidFill>
                <a:schemeClr val="accent1"/>
              </a:solidFill>
            </a:endParaRPr>
          </a:p>
          <a:p>
            <a:pPr marL="0" indent="0">
              <a:spcBef>
                <a:spcPts val="0"/>
              </a:spcBef>
              <a:buNone/>
            </a:pPr>
            <a:r>
              <a:rPr lang="en-US" sz="2000" b="1" dirty="0">
                <a:solidFill>
                  <a:schemeClr val="accent1"/>
                </a:solidFill>
              </a:rPr>
              <a:t>Objective of IAS 19:</a:t>
            </a:r>
          </a:p>
          <a:p>
            <a:pPr marL="0" indent="0">
              <a:spcBef>
                <a:spcPts val="0"/>
              </a:spcBef>
              <a:buNone/>
            </a:pPr>
            <a:r>
              <a:rPr lang="en-US" sz="2000" dirty="0">
                <a:solidFill>
                  <a:schemeClr val="tx1"/>
                </a:solidFill>
              </a:rPr>
              <a:t>Prescribe the accounting and disclosure of employee benefits.</a:t>
            </a:r>
          </a:p>
          <a:p>
            <a:pPr marL="0" indent="0">
              <a:spcBef>
                <a:spcPts val="0"/>
              </a:spcBef>
              <a:buNone/>
            </a:pPr>
            <a:r>
              <a:rPr lang="en-US" sz="2000" b="1" dirty="0">
                <a:solidFill>
                  <a:schemeClr val="accent2">
                    <a:lumMod val="75000"/>
                  </a:schemeClr>
                </a:solidFill>
              </a:rPr>
              <a:t> </a:t>
            </a:r>
          </a:p>
          <a:p>
            <a:pPr marL="0" indent="0">
              <a:spcBef>
                <a:spcPts val="0"/>
              </a:spcBef>
              <a:buNone/>
            </a:pPr>
            <a:r>
              <a:rPr lang="en-US" sz="2000" b="1" dirty="0">
                <a:solidFill>
                  <a:schemeClr val="accent1"/>
                </a:solidFill>
              </a:rPr>
              <a:t>IAS 19 requires an entity to </a:t>
            </a:r>
            <a:r>
              <a:rPr lang="en-US" sz="2000" b="1" dirty="0" err="1">
                <a:solidFill>
                  <a:schemeClr val="accent1"/>
                </a:solidFill>
              </a:rPr>
              <a:t>recognise</a:t>
            </a:r>
            <a:r>
              <a:rPr lang="en-US" sz="2000" b="1" dirty="0">
                <a:solidFill>
                  <a:schemeClr val="accent1"/>
                </a:solidFill>
              </a:rPr>
              <a:t>:</a:t>
            </a:r>
          </a:p>
          <a:p>
            <a:pPr marL="952485" lvl="1" indent="-342900">
              <a:spcBef>
                <a:spcPts val="0"/>
              </a:spcBef>
              <a:buClr>
                <a:schemeClr val="tx1"/>
              </a:buClr>
              <a:buFont typeface="Courier New" panose="02070309020205020404" pitchFamily="49" charset="0"/>
              <a:buChar char="o"/>
            </a:pPr>
            <a:r>
              <a:rPr lang="en-ZA" sz="2000" dirty="0"/>
              <a:t>an </a:t>
            </a:r>
            <a:r>
              <a:rPr lang="en-ZA" sz="2000" b="1" dirty="0"/>
              <a:t>expense</a:t>
            </a:r>
            <a:r>
              <a:rPr lang="en-ZA" sz="2000" dirty="0"/>
              <a:t> when the entity consumes the economic benefit arising from service provided by an employee in exchange for employee benefits.</a:t>
            </a:r>
          </a:p>
          <a:p>
            <a:pPr marL="952485" lvl="1" indent="-342900">
              <a:spcBef>
                <a:spcPts val="0"/>
              </a:spcBef>
              <a:buClr>
                <a:schemeClr val="tx1"/>
              </a:buClr>
              <a:buFont typeface="Courier New" panose="02070309020205020404" pitchFamily="49" charset="0"/>
              <a:buChar char="o"/>
            </a:pPr>
            <a:r>
              <a:rPr lang="en-ZA" sz="2000" dirty="0"/>
              <a:t>a</a:t>
            </a:r>
            <a:r>
              <a:rPr lang="en-ZA" sz="2000" b="1" dirty="0"/>
              <a:t> liability </a:t>
            </a:r>
            <a:r>
              <a:rPr lang="en-ZA" sz="2000" dirty="0"/>
              <a:t>when an employee has provided service in exchange for employee benefits to be paid in the future</a:t>
            </a:r>
            <a:endParaRPr lang="en-US" sz="2000" dirty="0"/>
          </a:p>
        </p:txBody>
      </p:sp>
      <p:sp>
        <p:nvSpPr>
          <p:cNvPr id="5" name="Rectangle 4">
            <a:extLst>
              <a:ext uri="{FF2B5EF4-FFF2-40B4-BE49-F238E27FC236}">
                <a16:creationId xmlns:a16="http://schemas.microsoft.com/office/drawing/2014/main" id="{FA6F91DB-5175-3116-41A6-840BEA1DAF5C}"/>
              </a:ext>
            </a:extLst>
          </p:cNvPr>
          <p:cNvSpPr/>
          <p:nvPr/>
        </p:nvSpPr>
        <p:spPr>
          <a:xfrm>
            <a:off x="1443266" y="2296756"/>
            <a:ext cx="667682" cy="373156"/>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ZA" sz="2000" b="1" dirty="0">
                <a:cs typeface="Arial" panose="020B0604020202020204" pitchFamily="34" charset="0"/>
              </a:rPr>
              <a:t>CAR</a:t>
            </a:r>
            <a:endParaRPr lang="af-ZA" sz="2000" b="1" dirty="0">
              <a:cs typeface="Arial" panose="020B0604020202020204" pitchFamily="34" charset="0"/>
            </a:endParaRPr>
          </a:p>
        </p:txBody>
      </p:sp>
      <p:sp>
        <p:nvSpPr>
          <p:cNvPr id="6" name="Rectangle 5">
            <a:extLst>
              <a:ext uri="{FF2B5EF4-FFF2-40B4-BE49-F238E27FC236}">
                <a16:creationId xmlns:a16="http://schemas.microsoft.com/office/drawing/2014/main" id="{F2ABC297-8763-A4B0-7158-B7F161DAA323}"/>
              </a:ext>
            </a:extLst>
          </p:cNvPr>
          <p:cNvSpPr/>
          <p:nvPr/>
        </p:nvSpPr>
        <p:spPr>
          <a:xfrm>
            <a:off x="2263856" y="2296756"/>
            <a:ext cx="970582" cy="373156"/>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ZA" sz="2000" b="1" dirty="0">
                <a:cs typeface="Arial" panose="020B0604020202020204" pitchFamily="34" charset="0"/>
              </a:rPr>
              <a:t>LEAVE</a:t>
            </a:r>
            <a:endParaRPr lang="af-ZA" sz="2000" b="1" dirty="0">
              <a:cs typeface="Arial" panose="020B0604020202020204" pitchFamily="34" charset="0"/>
            </a:endParaRPr>
          </a:p>
        </p:txBody>
      </p:sp>
      <p:sp>
        <p:nvSpPr>
          <p:cNvPr id="7" name="Rectangle 6">
            <a:extLst>
              <a:ext uri="{FF2B5EF4-FFF2-40B4-BE49-F238E27FC236}">
                <a16:creationId xmlns:a16="http://schemas.microsoft.com/office/drawing/2014/main" id="{125A9DEE-CB91-85E6-BFA9-EC54B070A136}"/>
              </a:ext>
            </a:extLst>
          </p:cNvPr>
          <p:cNvSpPr/>
          <p:nvPr/>
        </p:nvSpPr>
        <p:spPr>
          <a:xfrm>
            <a:off x="3385859" y="2296756"/>
            <a:ext cx="970582" cy="373156"/>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ZA" sz="2000" b="1" dirty="0">
                <a:cs typeface="Arial" panose="020B0604020202020204" pitchFamily="34" charset="0"/>
              </a:rPr>
              <a:t>BONUS</a:t>
            </a:r>
            <a:endParaRPr lang="af-ZA" sz="2000" b="1" dirty="0">
              <a:cs typeface="Arial" panose="020B0604020202020204" pitchFamily="34" charset="0"/>
            </a:endParaRPr>
          </a:p>
        </p:txBody>
      </p:sp>
      <p:sp>
        <p:nvSpPr>
          <p:cNvPr id="11" name="Rectangle 10">
            <a:extLst>
              <a:ext uri="{FF2B5EF4-FFF2-40B4-BE49-F238E27FC236}">
                <a16:creationId xmlns:a16="http://schemas.microsoft.com/office/drawing/2014/main" id="{87508E93-260F-0219-7A54-BC44B44B3ACA}"/>
              </a:ext>
            </a:extLst>
          </p:cNvPr>
          <p:cNvSpPr/>
          <p:nvPr/>
        </p:nvSpPr>
        <p:spPr>
          <a:xfrm>
            <a:off x="4488533" y="2296756"/>
            <a:ext cx="1197864" cy="373156"/>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ZA" sz="2000" b="1" dirty="0">
                <a:cs typeface="Arial" panose="020B0604020202020204" pitchFamily="34" charset="0"/>
              </a:rPr>
              <a:t>PENSION</a:t>
            </a:r>
            <a:endParaRPr lang="af-ZA" sz="2000" b="1" dirty="0">
              <a:cs typeface="Arial" panose="020B0604020202020204" pitchFamily="34" charset="0"/>
            </a:endParaRPr>
          </a:p>
        </p:txBody>
      </p:sp>
      <p:sp>
        <p:nvSpPr>
          <p:cNvPr id="12" name="Rectangle 11">
            <a:extLst>
              <a:ext uri="{FF2B5EF4-FFF2-40B4-BE49-F238E27FC236}">
                <a16:creationId xmlns:a16="http://schemas.microsoft.com/office/drawing/2014/main" id="{41090059-7F57-A4F4-1E0B-7EF2A5E4C421}"/>
              </a:ext>
            </a:extLst>
          </p:cNvPr>
          <p:cNvSpPr/>
          <p:nvPr/>
        </p:nvSpPr>
        <p:spPr>
          <a:xfrm>
            <a:off x="5786616" y="2289224"/>
            <a:ext cx="1233424" cy="373156"/>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ZA" sz="2000" b="1" dirty="0">
                <a:cs typeface="Arial" panose="020B0604020202020204" pitchFamily="34" charset="0"/>
              </a:rPr>
              <a:t>MEDICAL</a:t>
            </a:r>
            <a:endParaRPr lang="af-ZA" sz="2000" b="1" dirty="0">
              <a:cs typeface="Arial" panose="020B0604020202020204" pitchFamily="34" charset="0"/>
            </a:endParaRPr>
          </a:p>
        </p:txBody>
      </p:sp>
      <p:sp>
        <p:nvSpPr>
          <p:cNvPr id="13" name="Rectangle 12">
            <a:extLst>
              <a:ext uri="{FF2B5EF4-FFF2-40B4-BE49-F238E27FC236}">
                <a16:creationId xmlns:a16="http://schemas.microsoft.com/office/drawing/2014/main" id="{66CEB540-0BEC-86CF-C458-D9666D0277F9}"/>
              </a:ext>
            </a:extLst>
          </p:cNvPr>
          <p:cNvSpPr/>
          <p:nvPr/>
        </p:nvSpPr>
        <p:spPr>
          <a:xfrm>
            <a:off x="7130102" y="2289224"/>
            <a:ext cx="2699698" cy="373156"/>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000" b="1" dirty="0">
                <a:cs typeface="Arial" panose="020B0604020202020204" pitchFamily="34" charset="0"/>
              </a:rPr>
              <a:t>HOUSING ALLOWANCE</a:t>
            </a:r>
            <a:endParaRPr lang="af-ZA" sz="2000" b="1" dirty="0">
              <a:cs typeface="Arial" panose="020B0604020202020204" pitchFamily="34" charset="0"/>
            </a:endParaRPr>
          </a:p>
        </p:txBody>
      </p:sp>
      <p:sp>
        <p:nvSpPr>
          <p:cNvPr id="14" name="Rectangle 13">
            <a:extLst>
              <a:ext uri="{FF2B5EF4-FFF2-40B4-BE49-F238E27FC236}">
                <a16:creationId xmlns:a16="http://schemas.microsoft.com/office/drawing/2014/main" id="{0BE2F088-FDD5-29AC-2B83-00C3026DB07E}"/>
              </a:ext>
            </a:extLst>
          </p:cNvPr>
          <p:cNvSpPr/>
          <p:nvPr/>
        </p:nvSpPr>
        <p:spPr>
          <a:xfrm>
            <a:off x="227212" y="2296756"/>
            <a:ext cx="1063145" cy="373156"/>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ZA" sz="2000" b="1" dirty="0">
                <a:cs typeface="Arial" panose="020B0604020202020204" pitchFamily="34" charset="0"/>
              </a:rPr>
              <a:t>MONEY</a:t>
            </a:r>
            <a:endParaRPr lang="af-ZA" sz="2000" b="1" dirty="0">
              <a:cs typeface="Arial" panose="020B0604020202020204" pitchFamily="34" charset="0"/>
            </a:endParaRPr>
          </a:p>
        </p:txBody>
      </p:sp>
      <p:sp>
        <p:nvSpPr>
          <p:cNvPr id="15" name="Rectangle 14">
            <a:extLst>
              <a:ext uri="{FF2B5EF4-FFF2-40B4-BE49-F238E27FC236}">
                <a16:creationId xmlns:a16="http://schemas.microsoft.com/office/drawing/2014/main" id="{6E31178A-1D4E-672E-B75D-A7C839135C64}"/>
              </a:ext>
            </a:extLst>
          </p:cNvPr>
          <p:cNvSpPr/>
          <p:nvPr/>
        </p:nvSpPr>
        <p:spPr>
          <a:xfrm>
            <a:off x="9980236" y="2289224"/>
            <a:ext cx="1233424" cy="373156"/>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000" b="1" dirty="0">
                <a:cs typeface="Arial" panose="020B0604020202020204" pitchFamily="34" charset="0"/>
              </a:rPr>
              <a:t>GOODS</a:t>
            </a:r>
            <a:endParaRPr lang="af-ZA" sz="2000" b="1" dirty="0">
              <a:cs typeface="Arial" panose="020B0604020202020204" pitchFamily="34" charset="0"/>
            </a:endParaRPr>
          </a:p>
        </p:txBody>
      </p:sp>
      <p:sp>
        <p:nvSpPr>
          <p:cNvPr id="16" name="TextBox 15">
            <a:extLst>
              <a:ext uri="{FF2B5EF4-FFF2-40B4-BE49-F238E27FC236}">
                <a16:creationId xmlns:a16="http://schemas.microsoft.com/office/drawing/2014/main" id="{2BEAFCA7-2902-D0A9-A8DB-2FF461BD8419}"/>
              </a:ext>
            </a:extLst>
          </p:cNvPr>
          <p:cNvSpPr txBox="1"/>
          <p:nvPr/>
        </p:nvSpPr>
        <p:spPr>
          <a:xfrm>
            <a:off x="3819813" y="5341259"/>
            <a:ext cx="4112421" cy="707886"/>
          </a:xfrm>
          <a:prstGeom prst="rect">
            <a:avLst/>
          </a:prstGeom>
          <a:ln w="28575">
            <a:solidFill>
              <a:schemeClr val="accent3"/>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ZA" sz="2000" dirty="0"/>
              <a:t>Dt Employee benefits (P/L)</a:t>
            </a:r>
          </a:p>
          <a:p>
            <a:r>
              <a:rPr lang="en-ZA" sz="2000" dirty="0"/>
              <a:t>  Cr Liability / Provision / Bank (SFP)</a:t>
            </a:r>
          </a:p>
        </p:txBody>
      </p:sp>
    </p:spTree>
    <p:extLst>
      <p:ext uri="{BB962C8B-B14F-4D97-AF65-F5344CB8AC3E}">
        <p14:creationId xmlns:p14="http://schemas.microsoft.com/office/powerpoint/2010/main" val="3866671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anim calcmode="lin" valueType="num">
                                      <p:cBhvr additive="base">
                                        <p:cTn id="13" dur="500" fill="hold"/>
                                        <p:tgtEl>
                                          <p:spTgt spid="2">
                                            <p:txEl>
                                              <p:pRg st="3" end="3"/>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 calcmode="lin" valueType="num">
                                      <p:cBhvr additive="base">
                                        <p:cTn id="19" dur="500" fill="hold"/>
                                        <p:tgtEl>
                                          <p:spTgt spid="2">
                                            <p:txEl>
                                              <p:pRg st="4" end="4"/>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
                                            <p:txEl>
                                              <p:pRg st="5" end="5"/>
                                            </p:txEl>
                                          </p:spTgt>
                                        </p:tgtEl>
                                        <p:attrNameLst>
                                          <p:attrName>style.visibility</p:attrName>
                                        </p:attrNameLst>
                                      </p:cBhvr>
                                      <p:to>
                                        <p:strVal val="visible"/>
                                      </p:to>
                                    </p:set>
                                    <p:anim calcmode="lin" valueType="num">
                                      <p:cBhvr additive="base">
                                        <p:cTn id="25" dur="500" fill="hold"/>
                                        <p:tgtEl>
                                          <p:spTgt spid="2">
                                            <p:txEl>
                                              <p:pRg st="5" end="5"/>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anim calcmode="lin" valueType="num">
                                      <p:cBhvr additive="base">
                                        <p:cTn id="31" dur="500" fill="hold"/>
                                        <p:tgtEl>
                                          <p:spTgt spid="2">
                                            <p:txEl>
                                              <p:pRg st="6" end="6"/>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
                                            <p:txEl>
                                              <p:pRg st="6" end="6"/>
                                            </p:txEl>
                                          </p:spTgt>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anim calcmode="lin" valueType="num">
                                      <p:cBhvr additive="base">
                                        <p:cTn id="35" dur="500" fill="hold"/>
                                        <p:tgtEl>
                                          <p:spTgt spid="2">
                                            <p:txEl>
                                              <p:pRg st="7" end="7"/>
                                            </p:tx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2">
                                            <p:txEl>
                                              <p:pRg st="7" end="7"/>
                                            </p:txEl>
                                          </p:spTgt>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anim calcmode="lin" valueType="num">
                                      <p:cBhvr additive="base">
                                        <p:cTn id="39" dur="500" fill="hold"/>
                                        <p:tgtEl>
                                          <p:spTgt spid="2">
                                            <p:txEl>
                                              <p:pRg st="8" end="8"/>
                                            </p:txEl>
                                          </p:spTgt>
                                        </p:tgtEl>
                                        <p:attrNameLst>
                                          <p:attrName>ppt_x</p:attrName>
                                        </p:attrNameLst>
                                      </p:cBhvr>
                                      <p:tavLst>
                                        <p:tav tm="0">
                                          <p:val>
                                            <p:strVal val="0-#ppt_w/2"/>
                                          </p:val>
                                        </p:tav>
                                        <p:tav tm="100000">
                                          <p:val>
                                            <p:strVal val="#ppt_x"/>
                                          </p:val>
                                        </p:tav>
                                      </p:tavLst>
                                    </p:anim>
                                    <p:anim calcmode="lin" valueType="num">
                                      <p:cBhvr additive="base">
                                        <p:cTn id="40" dur="500" fill="hold"/>
                                        <p:tgtEl>
                                          <p:spTgt spid="2">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5"/>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6"/>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7"/>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1"/>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2"/>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13"/>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14"/>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utoUpdateAnimBg="0"/>
      <p:bldP spid="5" grpId="0" animBg="1"/>
      <p:bldP spid="6" grpId="0" animBg="1"/>
      <p:bldP spid="7" grpId="0" animBg="1"/>
      <p:bldP spid="11" grpId="0" animBg="1"/>
      <p:bldP spid="12" grpId="0" animBg="1"/>
      <p:bldP spid="13" grpId="0" animBg="1"/>
      <p:bldP spid="14" grpId="0" animBg="1"/>
      <p:bldP spid="1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4EF6FAB-C914-A840-AA72-3825B4354A72}"/>
              </a:ext>
            </a:extLst>
          </p:cNvPr>
          <p:cNvSpPr>
            <a:spLocks noGrp="1"/>
          </p:cNvSpPr>
          <p:nvPr>
            <p:ph type="title"/>
          </p:nvPr>
        </p:nvSpPr>
        <p:spPr/>
        <p:txBody>
          <a:bodyPr>
            <a:normAutofit/>
          </a:bodyPr>
          <a:lstStyle/>
          <a:p>
            <a:r>
              <a:rPr lang="en-US" sz="3200" b="1" dirty="0">
                <a:latin typeface="Calibri" panose="020F0502020204030204" pitchFamily="34" charset="0"/>
              </a:rPr>
              <a:t>IAS 19 EMPLOYEE BENEFITS</a:t>
            </a:r>
            <a:br>
              <a:rPr lang="af-ZA" sz="2000" b="1" dirty="0">
                <a:solidFill>
                  <a:srgbClr val="0070C0"/>
                </a:solidFill>
                <a:latin typeface="Calibri" panose="020F0502020204030204" pitchFamily="34" charset="0"/>
                <a:ea typeface="+mn-ea"/>
                <a:cs typeface="+mn-cs"/>
              </a:rPr>
            </a:br>
            <a:r>
              <a:rPr lang="af-ZA" b="1" dirty="0" err="1">
                <a:latin typeface="Calibri" panose="020F0502020204030204" pitchFamily="34" charset="0"/>
              </a:rPr>
              <a:t>Scope</a:t>
            </a:r>
            <a:r>
              <a:rPr lang="af-ZA" b="1" dirty="0">
                <a:latin typeface="Calibri" panose="020F0502020204030204" pitchFamily="34" charset="0"/>
              </a:rPr>
              <a:t> (.02-.07)</a:t>
            </a:r>
            <a:r>
              <a:rPr lang="en-US" sz="3200" b="1" dirty="0">
                <a:latin typeface="Calibri" panose="020F0502020204030204" pitchFamily="34" charset="0"/>
              </a:rPr>
              <a:t> </a:t>
            </a:r>
            <a:endParaRPr lang="en-GB" dirty="0"/>
          </a:p>
        </p:txBody>
      </p:sp>
      <p:sp>
        <p:nvSpPr>
          <p:cNvPr id="2" name="Content Placeholder 2">
            <a:extLst>
              <a:ext uri="{FF2B5EF4-FFF2-40B4-BE49-F238E27FC236}">
                <a16:creationId xmlns:a16="http://schemas.microsoft.com/office/drawing/2014/main" id="{3917E858-ADA1-D6D3-C86E-1E9B40E3EB44}"/>
              </a:ext>
            </a:extLst>
          </p:cNvPr>
          <p:cNvSpPr txBox="1">
            <a:spLocks/>
          </p:cNvSpPr>
          <p:nvPr/>
        </p:nvSpPr>
        <p:spPr>
          <a:xfrm>
            <a:off x="147963" y="1505989"/>
            <a:ext cx="11544927" cy="4677641"/>
          </a:xfrm>
          <a:prstGeom prst="rect">
            <a:avLst/>
          </a:prstGeom>
        </p:spPr>
        <p:style>
          <a:lnRef idx="2">
            <a:schemeClr val="dk1"/>
          </a:lnRef>
          <a:fillRef idx="1">
            <a:schemeClr val="lt1"/>
          </a:fillRef>
          <a:effectRef idx="0">
            <a:schemeClr val="dk1"/>
          </a:effectRef>
          <a:fontRef idx="minor">
            <a:schemeClr val="dk1"/>
          </a:fontRef>
        </p:style>
        <p:txBody>
          <a:bodyPr>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2400" b="0" i="0" kern="1200">
                <a:solidFill>
                  <a:schemeClr val="dk1"/>
                </a:solidFill>
                <a:latin typeface="+mn-lt"/>
                <a:ea typeface="+mn-ea"/>
                <a:cs typeface="+mn-cs"/>
              </a:defRPr>
            </a:lvl1pPr>
            <a:lvl2pPr marL="685800" indent="-228600" algn="l" defTabSz="914400" rtl="0" eaLnBrk="1" latinLnBrk="0" hangingPunct="1">
              <a:lnSpc>
                <a:spcPct val="100000"/>
              </a:lnSpc>
              <a:spcBef>
                <a:spcPts val="500"/>
              </a:spcBef>
              <a:buClr>
                <a:schemeClr val="accent2"/>
              </a:buClr>
              <a:buFont typeface="Arial" panose="020B0604020202020204" pitchFamily="34" charset="0"/>
              <a:buChar char="•"/>
              <a:defRPr sz="2200" b="0" i="0" kern="1200">
                <a:solidFill>
                  <a:schemeClr val="dk1"/>
                </a:solidFill>
                <a:latin typeface="+mn-lt"/>
                <a:ea typeface="+mn-ea"/>
                <a:cs typeface="+mn-cs"/>
              </a:defRPr>
            </a:lvl2pPr>
            <a:lvl3pPr marL="1143000" indent="-228600" algn="l" defTabSz="914400" rtl="0" eaLnBrk="1" latinLnBrk="0" hangingPunct="1">
              <a:lnSpc>
                <a:spcPct val="100000"/>
              </a:lnSpc>
              <a:spcBef>
                <a:spcPts val="500"/>
              </a:spcBef>
              <a:buClr>
                <a:schemeClr val="accent2"/>
              </a:buClr>
              <a:buFont typeface="Arial" panose="020B0604020202020204" pitchFamily="34" charset="0"/>
              <a:buChar char="•"/>
              <a:defRPr sz="2000" b="0" i="0" kern="1200">
                <a:solidFill>
                  <a:schemeClr val="dk1"/>
                </a:solidFill>
                <a:latin typeface="+mn-lt"/>
                <a:ea typeface="+mn-ea"/>
                <a:cs typeface="+mn-cs"/>
              </a:defRPr>
            </a:lvl3pPr>
            <a:lvl4pPr marL="1600200" indent="-228600" algn="l" defTabSz="914400" rtl="0" eaLnBrk="1" latinLnBrk="0" hangingPunct="1">
              <a:lnSpc>
                <a:spcPct val="100000"/>
              </a:lnSpc>
              <a:spcBef>
                <a:spcPts val="500"/>
              </a:spcBef>
              <a:buClr>
                <a:schemeClr val="accent2"/>
              </a:buClr>
              <a:buFont typeface="Arial" panose="020B0604020202020204" pitchFamily="34" charset="0"/>
              <a:buChar char="•"/>
              <a:defRPr sz="1800" b="0" i="0" kern="1200">
                <a:solidFill>
                  <a:schemeClr val="dk1"/>
                </a:solidFill>
                <a:latin typeface="+mn-lt"/>
                <a:ea typeface="+mn-ea"/>
                <a:cs typeface="+mn-cs"/>
              </a:defRPr>
            </a:lvl4pPr>
            <a:lvl5pPr marL="2057400" indent="-228600" algn="l" defTabSz="914400" rtl="0" eaLnBrk="1" latinLnBrk="0" hangingPunct="1">
              <a:lnSpc>
                <a:spcPct val="100000"/>
              </a:lnSpc>
              <a:spcBef>
                <a:spcPts val="500"/>
              </a:spcBef>
              <a:buClr>
                <a:schemeClr val="accent2"/>
              </a:buClr>
              <a:buFont typeface="Arial" panose="020B0604020202020204" pitchFamily="34" charset="0"/>
              <a:buChar char="•"/>
              <a:defRPr sz="1800" b="0" i="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a:spcBef>
                <a:spcPts val="0"/>
              </a:spcBef>
              <a:buNone/>
            </a:pPr>
            <a:r>
              <a:rPr lang="en-US" sz="2000" b="1" dirty="0">
                <a:solidFill>
                  <a:schemeClr val="accent1"/>
                </a:solidFill>
              </a:rPr>
              <a:t>Applies to:</a:t>
            </a:r>
          </a:p>
          <a:p>
            <a:pPr>
              <a:spcBef>
                <a:spcPts val="0"/>
              </a:spcBef>
              <a:buNone/>
            </a:pPr>
            <a:r>
              <a:rPr lang="en-US" sz="2000" dirty="0"/>
              <a:t>Employers that must account for employee benefits.</a:t>
            </a:r>
          </a:p>
          <a:p>
            <a:pPr>
              <a:spcBef>
                <a:spcPts val="0"/>
              </a:spcBef>
              <a:buNone/>
            </a:pPr>
            <a:r>
              <a:rPr lang="en-US" sz="2000" dirty="0"/>
              <a:t>Benefits includes those provided by:</a:t>
            </a:r>
          </a:p>
          <a:p>
            <a:pPr lvl="2">
              <a:spcBef>
                <a:spcPts val="0"/>
              </a:spcBef>
              <a:buClr>
                <a:schemeClr val="tx1"/>
              </a:buClr>
              <a:buFont typeface="Courier New" panose="02070309020205020404" pitchFamily="49" charset="0"/>
              <a:buChar char="o"/>
            </a:pPr>
            <a:r>
              <a:rPr lang="en-US" dirty="0">
                <a:solidFill>
                  <a:schemeClr val="tx1"/>
                </a:solidFill>
              </a:rPr>
              <a:t>formal plans/agreements</a:t>
            </a:r>
          </a:p>
          <a:p>
            <a:pPr lvl="2">
              <a:spcBef>
                <a:spcPts val="0"/>
              </a:spcBef>
              <a:buClr>
                <a:schemeClr val="tx1"/>
              </a:buClr>
              <a:buFont typeface="Courier New" panose="02070309020205020404" pitchFamily="49" charset="0"/>
              <a:buChar char="o"/>
            </a:pPr>
            <a:r>
              <a:rPr lang="en-US" dirty="0">
                <a:solidFill>
                  <a:schemeClr val="tx1"/>
                </a:solidFill>
              </a:rPr>
              <a:t>legislative requirements/industry arrangements</a:t>
            </a:r>
          </a:p>
          <a:p>
            <a:pPr lvl="2">
              <a:spcBef>
                <a:spcPts val="0"/>
              </a:spcBef>
              <a:buClr>
                <a:schemeClr val="tx1"/>
              </a:buClr>
              <a:buFont typeface="Courier New" panose="02070309020205020404" pitchFamily="49" charset="0"/>
              <a:buChar char="o"/>
            </a:pPr>
            <a:r>
              <a:rPr lang="en-US" dirty="0">
                <a:solidFill>
                  <a:schemeClr val="tx1"/>
                </a:solidFill>
              </a:rPr>
              <a:t>informal practices /constructive obligation</a:t>
            </a:r>
          </a:p>
          <a:p>
            <a:pPr marL="0" indent="0">
              <a:spcBef>
                <a:spcPts val="0"/>
              </a:spcBef>
              <a:buNone/>
            </a:pPr>
            <a:endParaRPr lang="en-US" sz="2000" b="1" dirty="0">
              <a:solidFill>
                <a:schemeClr val="accent2">
                  <a:lumMod val="75000"/>
                </a:schemeClr>
              </a:solidFill>
            </a:endParaRPr>
          </a:p>
          <a:p>
            <a:pPr marL="0" indent="0">
              <a:spcBef>
                <a:spcPts val="0"/>
              </a:spcBef>
              <a:buNone/>
            </a:pPr>
            <a:r>
              <a:rPr lang="en-US" sz="2000" b="1" dirty="0">
                <a:solidFill>
                  <a:schemeClr val="accent1"/>
                </a:solidFill>
              </a:rPr>
              <a:t>Categories</a:t>
            </a:r>
            <a:r>
              <a:rPr lang="en-US" sz="2000" b="1" dirty="0">
                <a:solidFill>
                  <a:schemeClr val="accent2">
                    <a:lumMod val="75000"/>
                  </a:schemeClr>
                </a:solidFill>
              </a:rPr>
              <a:t>:</a:t>
            </a:r>
          </a:p>
          <a:p>
            <a:pPr lvl="2">
              <a:spcBef>
                <a:spcPts val="0"/>
              </a:spcBef>
              <a:buClr>
                <a:schemeClr val="tx1"/>
              </a:buClr>
              <a:buFont typeface="Courier New" panose="02070309020205020404" pitchFamily="49" charset="0"/>
              <a:buChar char="o"/>
            </a:pPr>
            <a:r>
              <a:rPr lang="en-US" dirty="0">
                <a:solidFill>
                  <a:schemeClr val="tx1"/>
                </a:solidFill>
              </a:rPr>
              <a:t>short-term employee benefits</a:t>
            </a:r>
          </a:p>
          <a:p>
            <a:pPr lvl="2">
              <a:spcBef>
                <a:spcPts val="0"/>
              </a:spcBef>
              <a:buClr>
                <a:schemeClr val="tx1"/>
              </a:buClr>
              <a:buFont typeface="Courier New" panose="02070309020205020404" pitchFamily="49" charset="0"/>
              <a:buChar char="o"/>
            </a:pPr>
            <a:r>
              <a:rPr lang="en-US" dirty="0">
                <a:solidFill>
                  <a:schemeClr val="tx1"/>
                </a:solidFill>
              </a:rPr>
              <a:t>post-employment benefits</a:t>
            </a:r>
          </a:p>
          <a:p>
            <a:pPr lvl="2">
              <a:spcBef>
                <a:spcPts val="0"/>
              </a:spcBef>
              <a:buClr>
                <a:schemeClr val="tx1"/>
              </a:buClr>
              <a:buFont typeface="Courier New" panose="02070309020205020404" pitchFamily="49" charset="0"/>
              <a:buChar char="o"/>
            </a:pPr>
            <a:r>
              <a:rPr lang="en-US" dirty="0">
                <a:solidFill>
                  <a:schemeClr val="tx1"/>
                </a:solidFill>
              </a:rPr>
              <a:t>long-term employee benefits </a:t>
            </a:r>
          </a:p>
          <a:p>
            <a:pPr lvl="2">
              <a:spcBef>
                <a:spcPts val="0"/>
              </a:spcBef>
              <a:buClr>
                <a:schemeClr val="tx1"/>
              </a:buClr>
              <a:buFont typeface="Courier New" panose="02070309020205020404" pitchFamily="49" charset="0"/>
              <a:buChar char="o"/>
            </a:pPr>
            <a:r>
              <a:rPr lang="en-US" dirty="0">
                <a:solidFill>
                  <a:schemeClr val="tx1"/>
                </a:solidFill>
              </a:rPr>
              <a:t>termination benefits</a:t>
            </a:r>
          </a:p>
          <a:p>
            <a:endParaRPr lang="en-ZA" sz="2000" dirty="0"/>
          </a:p>
        </p:txBody>
      </p:sp>
    </p:spTree>
    <p:extLst>
      <p:ext uri="{BB962C8B-B14F-4D97-AF65-F5344CB8AC3E}">
        <p14:creationId xmlns:p14="http://schemas.microsoft.com/office/powerpoint/2010/main" val="20046952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4EF6FAB-C914-A840-AA72-3825B4354A72}"/>
              </a:ext>
            </a:extLst>
          </p:cNvPr>
          <p:cNvSpPr>
            <a:spLocks noGrp="1"/>
          </p:cNvSpPr>
          <p:nvPr>
            <p:ph type="title"/>
          </p:nvPr>
        </p:nvSpPr>
        <p:spPr/>
        <p:txBody>
          <a:bodyPr>
            <a:normAutofit/>
          </a:bodyPr>
          <a:lstStyle/>
          <a:p>
            <a:r>
              <a:rPr lang="en-US" sz="3200" b="1" dirty="0">
                <a:latin typeface="Calibri" panose="020F0502020204030204" pitchFamily="34" charset="0"/>
              </a:rPr>
              <a:t>IAS 19 EMPLOYEE BENEFITS</a:t>
            </a:r>
            <a:br>
              <a:rPr lang="en-US" sz="3200" b="1" dirty="0">
                <a:latin typeface="Calibri" panose="020F0502020204030204" pitchFamily="34" charset="0"/>
              </a:rPr>
            </a:br>
            <a:r>
              <a:rPr lang="en-US" sz="3200" b="1" dirty="0">
                <a:latin typeface="Calibri" panose="020F0502020204030204" pitchFamily="34" charset="0"/>
              </a:rPr>
              <a:t>S</a:t>
            </a:r>
            <a:r>
              <a:rPr lang="en-US" sz="3200" dirty="0">
                <a:latin typeface="Calibri" panose="020F0502020204030204" pitchFamily="34" charset="0"/>
              </a:rPr>
              <a:t>hort-term benefits</a:t>
            </a:r>
            <a:endParaRPr lang="en-GB" dirty="0"/>
          </a:p>
        </p:txBody>
      </p:sp>
      <p:sp>
        <p:nvSpPr>
          <p:cNvPr id="2" name="Rectangle 3">
            <a:extLst>
              <a:ext uri="{FF2B5EF4-FFF2-40B4-BE49-F238E27FC236}">
                <a16:creationId xmlns:a16="http://schemas.microsoft.com/office/drawing/2014/main" id="{3DB415D1-2A20-2E47-ADF1-013294DFC4E5}"/>
              </a:ext>
            </a:extLst>
          </p:cNvPr>
          <p:cNvSpPr txBox="1">
            <a:spLocks noChangeArrowheads="1"/>
          </p:cNvSpPr>
          <p:nvPr/>
        </p:nvSpPr>
        <p:spPr>
          <a:xfrm>
            <a:off x="193683" y="1537459"/>
            <a:ext cx="11556357" cy="4303271"/>
          </a:xfrm>
          <a:prstGeom prst="rect">
            <a:avLst/>
          </a:prstGeom>
        </p:spPr>
        <p:style>
          <a:lnRef idx="2">
            <a:schemeClr val="dk1"/>
          </a:lnRef>
          <a:fillRef idx="1">
            <a:schemeClr val="lt1"/>
          </a:fillRef>
          <a:effectRef idx="0">
            <a:schemeClr val="dk1"/>
          </a:effectRef>
          <a:fontRef idx="minor">
            <a:schemeClr val="dk1"/>
          </a:fontRef>
        </p:style>
        <p:txBody>
          <a:bodyPr>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2400" b="0" i="0" kern="1200">
                <a:solidFill>
                  <a:schemeClr val="dk1"/>
                </a:solidFill>
                <a:latin typeface="+mn-lt"/>
                <a:ea typeface="+mn-ea"/>
                <a:cs typeface="+mn-cs"/>
              </a:defRPr>
            </a:lvl1pPr>
            <a:lvl2pPr marL="685800" indent="-228600" algn="l" defTabSz="914400" rtl="0" eaLnBrk="1" latinLnBrk="0" hangingPunct="1">
              <a:lnSpc>
                <a:spcPct val="100000"/>
              </a:lnSpc>
              <a:spcBef>
                <a:spcPts val="500"/>
              </a:spcBef>
              <a:buClr>
                <a:schemeClr val="accent2"/>
              </a:buClr>
              <a:buFont typeface="Arial" panose="020B0604020202020204" pitchFamily="34" charset="0"/>
              <a:buChar char="•"/>
              <a:defRPr sz="2200" b="0" i="0" kern="1200">
                <a:solidFill>
                  <a:schemeClr val="dk1"/>
                </a:solidFill>
                <a:latin typeface="+mn-lt"/>
                <a:ea typeface="+mn-ea"/>
                <a:cs typeface="+mn-cs"/>
              </a:defRPr>
            </a:lvl2pPr>
            <a:lvl3pPr marL="1143000" indent="-228600" algn="l" defTabSz="914400" rtl="0" eaLnBrk="1" latinLnBrk="0" hangingPunct="1">
              <a:lnSpc>
                <a:spcPct val="100000"/>
              </a:lnSpc>
              <a:spcBef>
                <a:spcPts val="500"/>
              </a:spcBef>
              <a:buClr>
                <a:schemeClr val="accent2"/>
              </a:buClr>
              <a:buFont typeface="Arial" panose="020B0604020202020204" pitchFamily="34" charset="0"/>
              <a:buChar char="•"/>
              <a:defRPr sz="2000" b="0" i="0" kern="1200">
                <a:solidFill>
                  <a:schemeClr val="dk1"/>
                </a:solidFill>
                <a:latin typeface="+mn-lt"/>
                <a:ea typeface="+mn-ea"/>
                <a:cs typeface="+mn-cs"/>
              </a:defRPr>
            </a:lvl3pPr>
            <a:lvl4pPr marL="1600200" indent="-228600" algn="l" defTabSz="914400" rtl="0" eaLnBrk="1" latinLnBrk="0" hangingPunct="1">
              <a:lnSpc>
                <a:spcPct val="100000"/>
              </a:lnSpc>
              <a:spcBef>
                <a:spcPts val="500"/>
              </a:spcBef>
              <a:buClr>
                <a:schemeClr val="accent2"/>
              </a:buClr>
              <a:buFont typeface="Arial" panose="020B0604020202020204" pitchFamily="34" charset="0"/>
              <a:buChar char="•"/>
              <a:defRPr sz="1800" b="0" i="0" kern="1200">
                <a:solidFill>
                  <a:schemeClr val="dk1"/>
                </a:solidFill>
                <a:latin typeface="+mn-lt"/>
                <a:ea typeface="+mn-ea"/>
                <a:cs typeface="+mn-cs"/>
              </a:defRPr>
            </a:lvl4pPr>
            <a:lvl5pPr marL="2057400" indent="-228600" algn="l" defTabSz="914400" rtl="0" eaLnBrk="1" latinLnBrk="0" hangingPunct="1">
              <a:lnSpc>
                <a:spcPct val="100000"/>
              </a:lnSpc>
              <a:spcBef>
                <a:spcPts val="500"/>
              </a:spcBef>
              <a:buClr>
                <a:schemeClr val="accent2"/>
              </a:buClr>
              <a:buFont typeface="Arial" panose="020B0604020202020204" pitchFamily="34" charset="0"/>
              <a:buChar char="•"/>
              <a:defRPr sz="1800" b="0" i="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990613" lvl="1" indent="-533407">
              <a:buNone/>
            </a:pPr>
            <a:r>
              <a:rPr lang="en-US" sz="2000" b="1" dirty="0">
                <a:solidFill>
                  <a:schemeClr val="accent1"/>
                </a:solidFill>
              </a:rPr>
              <a:t>Definition (.08)</a:t>
            </a:r>
          </a:p>
          <a:p>
            <a:pPr marL="990613" lvl="1" indent="-533407">
              <a:buNone/>
            </a:pPr>
            <a:r>
              <a:rPr lang="en-US" sz="2000" dirty="0"/>
              <a:t>	E</a:t>
            </a:r>
            <a:r>
              <a:rPr lang="en-ZA" sz="2000" dirty="0" err="1"/>
              <a:t>mployee</a:t>
            </a:r>
            <a:r>
              <a:rPr lang="en-ZA" sz="2000" dirty="0"/>
              <a:t> benefits (other than termination benefits) that are expected to be settled wholly before twelve months after the end of the period in which the employees render the related service </a:t>
            </a:r>
            <a:r>
              <a:rPr lang="en-US" sz="2000" dirty="0"/>
              <a:t> </a:t>
            </a:r>
          </a:p>
          <a:p>
            <a:pPr marL="990613" lvl="1" indent="-533407">
              <a:buNone/>
            </a:pPr>
            <a:endParaRPr lang="en-US" sz="2000" dirty="0"/>
          </a:p>
          <a:p>
            <a:pPr marL="609608" indent="-609608">
              <a:buNone/>
            </a:pPr>
            <a:r>
              <a:rPr lang="en-US" sz="2000" b="1" dirty="0">
                <a:solidFill>
                  <a:schemeClr val="accent1"/>
                </a:solidFill>
              </a:rPr>
              <a:t>	Examples (.09)</a:t>
            </a:r>
          </a:p>
          <a:p>
            <a:pPr marL="990613" lvl="1" indent="-533407">
              <a:buFont typeface="Arial" panose="020B0604020202020204" pitchFamily="34" charset="0"/>
              <a:buNone/>
            </a:pPr>
            <a:endParaRPr lang="en-US" sz="2000" dirty="0"/>
          </a:p>
        </p:txBody>
      </p:sp>
    </p:spTree>
    <p:extLst>
      <p:ext uri="{BB962C8B-B14F-4D97-AF65-F5344CB8AC3E}">
        <p14:creationId xmlns:p14="http://schemas.microsoft.com/office/powerpoint/2010/main" val="2172305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 calcmode="lin" valueType="num">
                                      <p:cBhvr additive="base">
                                        <p:cTn id="19" dur="500" fill="hold"/>
                                        <p:tgtEl>
                                          <p:spTgt spid="2">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4EF6FAB-C914-A840-AA72-3825B4354A72}"/>
              </a:ext>
            </a:extLst>
          </p:cNvPr>
          <p:cNvSpPr>
            <a:spLocks noGrp="1"/>
          </p:cNvSpPr>
          <p:nvPr>
            <p:ph type="title"/>
          </p:nvPr>
        </p:nvSpPr>
        <p:spPr/>
        <p:txBody>
          <a:bodyPr>
            <a:normAutofit/>
          </a:bodyPr>
          <a:lstStyle/>
          <a:p>
            <a:r>
              <a:rPr lang="en-US" sz="3200" b="1" dirty="0">
                <a:latin typeface="Calibri" panose="020F0502020204030204" pitchFamily="34" charset="0"/>
              </a:rPr>
              <a:t>IAS 19 EMPLOYEE BENEFITS</a:t>
            </a:r>
            <a:br>
              <a:rPr lang="en-US" sz="3200" b="1" dirty="0">
                <a:latin typeface="Calibri" panose="020F0502020204030204" pitchFamily="34" charset="0"/>
              </a:rPr>
            </a:br>
            <a:r>
              <a:rPr lang="en-US" sz="3200" b="1" dirty="0">
                <a:latin typeface="Calibri" panose="020F0502020204030204" pitchFamily="34" charset="0"/>
              </a:rPr>
              <a:t>S</a:t>
            </a:r>
            <a:r>
              <a:rPr lang="en-US" sz="3200" dirty="0">
                <a:latin typeface="Calibri" panose="020F0502020204030204" pitchFamily="34" charset="0"/>
              </a:rPr>
              <a:t>hort-term benefits</a:t>
            </a:r>
            <a:endParaRPr lang="en-GB" dirty="0"/>
          </a:p>
        </p:txBody>
      </p:sp>
      <p:pic>
        <p:nvPicPr>
          <p:cNvPr id="7" name="Picture 6">
            <a:extLst>
              <a:ext uri="{FF2B5EF4-FFF2-40B4-BE49-F238E27FC236}">
                <a16:creationId xmlns:a16="http://schemas.microsoft.com/office/drawing/2014/main" id="{F3DC4103-4B1A-DF90-040A-1EACBE706AE6}"/>
              </a:ext>
            </a:extLst>
          </p:cNvPr>
          <p:cNvPicPr>
            <a:picLocks noChangeAspect="1"/>
          </p:cNvPicPr>
          <p:nvPr/>
        </p:nvPicPr>
        <p:blipFill>
          <a:blip r:embed="rId2"/>
          <a:stretch>
            <a:fillRect/>
          </a:stretch>
        </p:blipFill>
        <p:spPr>
          <a:xfrm>
            <a:off x="782112" y="1361095"/>
            <a:ext cx="8819088" cy="5202851"/>
          </a:xfrm>
          <a:prstGeom prst="rect">
            <a:avLst/>
          </a:prstGeom>
          <a:ln>
            <a:solidFill>
              <a:schemeClr val="accent1"/>
            </a:solidFill>
          </a:ln>
        </p:spPr>
      </p:pic>
    </p:spTree>
    <p:extLst>
      <p:ext uri="{BB962C8B-B14F-4D97-AF65-F5344CB8AC3E}">
        <p14:creationId xmlns:p14="http://schemas.microsoft.com/office/powerpoint/2010/main" val="37222259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4EF6FAB-C914-A840-AA72-3825B4354A72}"/>
              </a:ext>
            </a:extLst>
          </p:cNvPr>
          <p:cNvSpPr>
            <a:spLocks noGrp="1"/>
          </p:cNvSpPr>
          <p:nvPr>
            <p:ph type="title"/>
          </p:nvPr>
        </p:nvSpPr>
        <p:spPr/>
        <p:txBody>
          <a:bodyPr>
            <a:normAutofit/>
          </a:bodyPr>
          <a:lstStyle/>
          <a:p>
            <a:r>
              <a:rPr lang="en-US" sz="3200" b="1" dirty="0">
                <a:latin typeface="Calibri" panose="020F0502020204030204" pitchFamily="34" charset="0"/>
              </a:rPr>
              <a:t>IAS 19 EMPLOYEE BENEFITS</a:t>
            </a:r>
            <a:br>
              <a:rPr lang="en-US" sz="3200" b="1" dirty="0">
                <a:latin typeface="Calibri" panose="020F0502020204030204" pitchFamily="34" charset="0"/>
              </a:rPr>
            </a:br>
            <a:r>
              <a:rPr lang="en-US" sz="3200" b="1" dirty="0">
                <a:latin typeface="Calibri" panose="020F0502020204030204" pitchFamily="34" charset="0"/>
              </a:rPr>
              <a:t>S</a:t>
            </a:r>
            <a:r>
              <a:rPr lang="en-US" sz="3200" dirty="0">
                <a:latin typeface="Calibri" panose="020F0502020204030204" pitchFamily="34" charset="0"/>
              </a:rPr>
              <a:t>hort-term benefits</a:t>
            </a:r>
            <a:endParaRPr lang="en-GB" dirty="0"/>
          </a:p>
        </p:txBody>
      </p:sp>
      <p:sp>
        <p:nvSpPr>
          <p:cNvPr id="2" name="Rectangle 3">
            <a:extLst>
              <a:ext uri="{FF2B5EF4-FFF2-40B4-BE49-F238E27FC236}">
                <a16:creationId xmlns:a16="http://schemas.microsoft.com/office/drawing/2014/main" id="{69511A22-F788-35CC-287B-8A5915171935}"/>
              </a:ext>
            </a:extLst>
          </p:cNvPr>
          <p:cNvSpPr txBox="1">
            <a:spLocks noChangeArrowheads="1"/>
          </p:cNvSpPr>
          <p:nvPr/>
        </p:nvSpPr>
        <p:spPr>
          <a:xfrm>
            <a:off x="285123" y="1467644"/>
            <a:ext cx="10363827" cy="4887436"/>
          </a:xfrm>
          <a:prstGeom prst="rect">
            <a:avLst/>
          </a:prstGeom>
        </p:spPr>
        <p:style>
          <a:lnRef idx="2">
            <a:schemeClr val="dk1"/>
          </a:lnRef>
          <a:fillRef idx="1">
            <a:schemeClr val="lt1"/>
          </a:fillRef>
          <a:effectRef idx="0">
            <a:schemeClr val="dk1"/>
          </a:effectRef>
          <a:fontRef idx="minor">
            <a:schemeClr val="dk1"/>
          </a:fontRef>
        </p:style>
        <p:txBody>
          <a:bodyPr>
            <a:no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2400" b="0" i="0" kern="1200">
                <a:solidFill>
                  <a:schemeClr val="dk1"/>
                </a:solidFill>
                <a:latin typeface="+mn-lt"/>
                <a:ea typeface="+mn-ea"/>
                <a:cs typeface="+mn-cs"/>
              </a:defRPr>
            </a:lvl1pPr>
            <a:lvl2pPr marL="685800" indent="-228600" algn="l" defTabSz="914400" rtl="0" eaLnBrk="1" latinLnBrk="0" hangingPunct="1">
              <a:lnSpc>
                <a:spcPct val="100000"/>
              </a:lnSpc>
              <a:spcBef>
                <a:spcPts val="500"/>
              </a:spcBef>
              <a:buClr>
                <a:schemeClr val="accent2"/>
              </a:buClr>
              <a:buFont typeface="Arial" panose="020B0604020202020204" pitchFamily="34" charset="0"/>
              <a:buChar char="•"/>
              <a:defRPr sz="2200" b="0" i="0" kern="1200">
                <a:solidFill>
                  <a:schemeClr val="dk1"/>
                </a:solidFill>
                <a:latin typeface="+mn-lt"/>
                <a:ea typeface="+mn-ea"/>
                <a:cs typeface="+mn-cs"/>
              </a:defRPr>
            </a:lvl2pPr>
            <a:lvl3pPr marL="1143000" indent="-228600" algn="l" defTabSz="914400" rtl="0" eaLnBrk="1" latinLnBrk="0" hangingPunct="1">
              <a:lnSpc>
                <a:spcPct val="100000"/>
              </a:lnSpc>
              <a:spcBef>
                <a:spcPts val="500"/>
              </a:spcBef>
              <a:buClr>
                <a:schemeClr val="accent2"/>
              </a:buClr>
              <a:buFont typeface="Arial" panose="020B0604020202020204" pitchFamily="34" charset="0"/>
              <a:buChar char="•"/>
              <a:defRPr sz="2000" b="0" i="0" kern="1200">
                <a:solidFill>
                  <a:schemeClr val="dk1"/>
                </a:solidFill>
                <a:latin typeface="+mn-lt"/>
                <a:ea typeface="+mn-ea"/>
                <a:cs typeface="+mn-cs"/>
              </a:defRPr>
            </a:lvl3pPr>
            <a:lvl4pPr marL="1600200" indent="-228600" algn="l" defTabSz="914400" rtl="0" eaLnBrk="1" latinLnBrk="0" hangingPunct="1">
              <a:lnSpc>
                <a:spcPct val="100000"/>
              </a:lnSpc>
              <a:spcBef>
                <a:spcPts val="500"/>
              </a:spcBef>
              <a:buClr>
                <a:schemeClr val="accent2"/>
              </a:buClr>
              <a:buFont typeface="Arial" panose="020B0604020202020204" pitchFamily="34" charset="0"/>
              <a:buChar char="•"/>
              <a:defRPr sz="1800" b="0" i="0" kern="1200">
                <a:solidFill>
                  <a:schemeClr val="dk1"/>
                </a:solidFill>
                <a:latin typeface="+mn-lt"/>
                <a:ea typeface="+mn-ea"/>
                <a:cs typeface="+mn-cs"/>
              </a:defRPr>
            </a:lvl4pPr>
            <a:lvl5pPr marL="2057400" indent="-228600" algn="l" defTabSz="914400" rtl="0" eaLnBrk="1" latinLnBrk="0" hangingPunct="1">
              <a:lnSpc>
                <a:spcPct val="100000"/>
              </a:lnSpc>
              <a:spcBef>
                <a:spcPts val="500"/>
              </a:spcBef>
              <a:buClr>
                <a:schemeClr val="accent2"/>
              </a:buClr>
              <a:buFont typeface="Arial" panose="020B0604020202020204" pitchFamily="34" charset="0"/>
              <a:buChar char="•"/>
              <a:defRPr sz="1800" b="0" i="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609608" indent="-609608">
              <a:buNone/>
            </a:pPr>
            <a:r>
              <a:rPr lang="en-US" sz="2000" b="1" dirty="0">
                <a:solidFill>
                  <a:schemeClr val="accent1"/>
                </a:solidFill>
              </a:rPr>
              <a:t>Recognition and measurement (.11)</a:t>
            </a:r>
          </a:p>
          <a:p>
            <a:pPr lvl="1">
              <a:spcBef>
                <a:spcPts val="0"/>
              </a:spcBef>
              <a:buClr>
                <a:schemeClr val="tx1"/>
              </a:buClr>
              <a:buFont typeface="Courier New" panose="02070309020205020404" pitchFamily="49" charset="0"/>
              <a:buChar char="o"/>
            </a:pPr>
            <a:r>
              <a:rPr lang="en-US" sz="2000" dirty="0">
                <a:solidFill>
                  <a:schemeClr val="tx1"/>
                </a:solidFill>
              </a:rPr>
              <a:t>Undiscounted</a:t>
            </a:r>
            <a:r>
              <a:rPr lang="en-US" dirty="0">
                <a:solidFill>
                  <a:schemeClr val="tx1"/>
                </a:solidFill>
              </a:rPr>
              <a:t> amount</a:t>
            </a:r>
          </a:p>
          <a:p>
            <a:pPr marL="609608" indent="-609608">
              <a:buNone/>
            </a:pPr>
            <a:endParaRPr lang="en-US" sz="2000" dirty="0"/>
          </a:p>
          <a:p>
            <a:pPr marL="609608" indent="-609608">
              <a:buNone/>
            </a:pPr>
            <a:r>
              <a:rPr lang="en-US" sz="2000" b="1" dirty="0">
                <a:solidFill>
                  <a:schemeClr val="accent1"/>
                </a:solidFill>
              </a:rPr>
              <a:t>All short-term employee benefits (.11)</a:t>
            </a:r>
          </a:p>
          <a:p>
            <a:pPr lvl="1">
              <a:spcBef>
                <a:spcPts val="0"/>
              </a:spcBef>
              <a:buClr>
                <a:schemeClr val="tx1"/>
              </a:buClr>
              <a:buFont typeface="Courier New" panose="02070309020205020404" pitchFamily="49" charset="0"/>
              <a:buChar char="o"/>
            </a:pPr>
            <a:r>
              <a:rPr lang="en-US" sz="2000" dirty="0">
                <a:solidFill>
                  <a:schemeClr val="tx1"/>
                </a:solidFill>
              </a:rPr>
              <a:t>Within 12 months of YE</a:t>
            </a:r>
          </a:p>
          <a:p>
            <a:pPr marL="457200" lvl="1" indent="0">
              <a:spcBef>
                <a:spcPts val="0"/>
              </a:spcBef>
              <a:buClr>
                <a:schemeClr val="tx1"/>
              </a:buClr>
              <a:buNone/>
            </a:pPr>
            <a:endParaRPr lang="en-US" sz="2000" dirty="0">
              <a:solidFill>
                <a:schemeClr val="tx1"/>
              </a:solidFill>
            </a:endParaRPr>
          </a:p>
          <a:p>
            <a:pPr marL="0" indent="0">
              <a:spcBef>
                <a:spcPts val="0"/>
              </a:spcBef>
              <a:buClr>
                <a:schemeClr val="tx1"/>
              </a:buClr>
              <a:buNone/>
            </a:pPr>
            <a:r>
              <a:rPr lang="en-US" sz="2000" b="1" dirty="0">
                <a:solidFill>
                  <a:schemeClr val="accent1"/>
                </a:solidFill>
              </a:rPr>
              <a:t>Entry</a:t>
            </a:r>
            <a:r>
              <a:rPr lang="en-US" b="1" dirty="0"/>
              <a:t>	</a:t>
            </a:r>
          </a:p>
          <a:p>
            <a:pPr marL="609608" indent="-609608">
              <a:buNone/>
            </a:pPr>
            <a:r>
              <a:rPr lang="en-US" sz="2000" b="1" dirty="0"/>
              <a:t>      </a:t>
            </a:r>
            <a:r>
              <a:rPr lang="en-US" sz="2000" b="1" i="1" dirty="0"/>
              <a:t>Dr Expense (p/l)</a:t>
            </a:r>
          </a:p>
          <a:p>
            <a:pPr marL="990613" lvl="1" indent="-533407">
              <a:buNone/>
            </a:pPr>
            <a:r>
              <a:rPr lang="en-US" sz="2000" b="1" i="1" dirty="0"/>
              <a:t>	Cr Liability (Accrued expense) (SFP)</a:t>
            </a:r>
          </a:p>
          <a:p>
            <a:pPr marL="990613" lvl="1" indent="-533407">
              <a:buNone/>
            </a:pPr>
            <a:r>
              <a:rPr lang="en-US" sz="2000" b="1" i="1" dirty="0"/>
              <a:t>NB</a:t>
            </a:r>
            <a:r>
              <a:rPr lang="en-US" sz="2000" i="1" dirty="0"/>
              <a:t>  </a:t>
            </a:r>
            <a:r>
              <a:rPr lang="en-US" sz="2000" dirty="0"/>
              <a:t>Remember to deduct amount already paid from the liability</a:t>
            </a:r>
          </a:p>
          <a:p>
            <a:pPr marL="990613" lvl="1" indent="-533407">
              <a:buNone/>
            </a:pPr>
            <a:r>
              <a:rPr lang="en-US" sz="2000" b="1" i="1" dirty="0"/>
              <a:t>NB  </a:t>
            </a:r>
            <a:r>
              <a:rPr lang="en-US" sz="2000" dirty="0"/>
              <a:t>If amount paid &gt; undiscounted amount of benefit?</a:t>
            </a:r>
          </a:p>
          <a:p>
            <a:pPr marL="990613" lvl="1" indent="-533407">
              <a:buNone/>
            </a:pPr>
            <a:r>
              <a:rPr lang="en-US" sz="2000" dirty="0"/>
              <a:t>	* Prepaid expense</a:t>
            </a:r>
          </a:p>
        </p:txBody>
      </p:sp>
    </p:spTree>
    <p:extLst>
      <p:ext uri="{BB962C8B-B14F-4D97-AF65-F5344CB8AC3E}">
        <p14:creationId xmlns:p14="http://schemas.microsoft.com/office/powerpoint/2010/main" val="4010598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anim calcmode="lin" valueType="num">
                                      <p:cBhvr additive="base">
                                        <p:cTn id="11" dur="500" fill="hold"/>
                                        <p:tgtEl>
                                          <p:spTgt spid="2">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2">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 calcmode="lin" valueType="num">
                                      <p:cBhvr additive="base">
                                        <p:cTn id="17" dur="500" fill="hold"/>
                                        <p:tgtEl>
                                          <p:spTgt spid="2">
                                            <p:txEl>
                                              <p:pRg st="3" end="3"/>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2">
                                            <p:txEl>
                                              <p:pRg st="3" end="3"/>
                                            </p:txEl>
                                          </p:spTgt>
                                        </p:tgtEl>
                                        <p:attrNameLst>
                                          <p:attrName>ppt_y</p:attrName>
                                        </p:attrNameLst>
                                      </p:cBhvr>
                                      <p:tavLst>
                                        <p:tav tm="0">
                                          <p:val>
                                            <p:strVal val="#ppt_y"/>
                                          </p:val>
                                        </p:tav>
                                        <p:tav tm="100000">
                                          <p:val>
                                            <p:strVal val="#ppt_y"/>
                                          </p:val>
                                        </p:tav>
                                      </p:tavLst>
                                    </p:anim>
                                  </p:childTnLst>
                                </p:cTn>
                              </p:par>
                              <p:par>
                                <p:cTn id="19" presetID="2" presetClass="entr" presetSubtype="8" fill="hold" grpId="0" nodeType="with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anim calcmode="lin" valueType="num">
                                      <p:cBhvr additive="base">
                                        <p:cTn id="21" dur="500" fill="hold"/>
                                        <p:tgtEl>
                                          <p:spTgt spid="2">
                                            <p:txEl>
                                              <p:pRg st="4" end="4"/>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2">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grpId="0" nodeType="click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anim calcmode="lin" valueType="num">
                                      <p:cBhvr additive="base">
                                        <p:cTn id="27" dur="500" fill="hold"/>
                                        <p:tgtEl>
                                          <p:spTgt spid="2">
                                            <p:txEl>
                                              <p:pRg st="6" end="6"/>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2">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8" fill="hold" grpId="0" nodeType="clickEffect">
                                  <p:stCondLst>
                                    <p:cond delay="0"/>
                                  </p:stCondLst>
                                  <p:childTnLst>
                                    <p:set>
                                      <p:cBhvr>
                                        <p:cTn id="32" dur="1" fill="hold">
                                          <p:stCondLst>
                                            <p:cond delay="0"/>
                                          </p:stCondLst>
                                        </p:cTn>
                                        <p:tgtEl>
                                          <p:spTgt spid="2">
                                            <p:txEl>
                                              <p:pRg st="7" end="7"/>
                                            </p:txEl>
                                          </p:spTgt>
                                        </p:tgtEl>
                                        <p:attrNameLst>
                                          <p:attrName>style.visibility</p:attrName>
                                        </p:attrNameLst>
                                      </p:cBhvr>
                                      <p:to>
                                        <p:strVal val="visible"/>
                                      </p:to>
                                    </p:set>
                                    <p:anim calcmode="lin" valueType="num">
                                      <p:cBhvr additive="base">
                                        <p:cTn id="33" dur="500" fill="hold"/>
                                        <p:tgtEl>
                                          <p:spTgt spid="2">
                                            <p:txEl>
                                              <p:pRg st="7" end="7"/>
                                            </p:tx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2">
                                            <p:txEl>
                                              <p:pRg st="7" end="7"/>
                                            </p:txEl>
                                          </p:spTgt>
                                        </p:tgtEl>
                                        <p:attrNameLst>
                                          <p:attrName>ppt_y</p:attrName>
                                        </p:attrNameLst>
                                      </p:cBhvr>
                                      <p:tavLst>
                                        <p:tav tm="0">
                                          <p:val>
                                            <p:strVal val="#ppt_y"/>
                                          </p:val>
                                        </p:tav>
                                        <p:tav tm="100000">
                                          <p:val>
                                            <p:strVal val="#ppt_y"/>
                                          </p:val>
                                        </p:tav>
                                      </p:tavLst>
                                    </p:anim>
                                  </p:childTnLst>
                                </p:cTn>
                              </p:par>
                              <p:par>
                                <p:cTn id="35" presetID="2" presetClass="entr" presetSubtype="8" fill="hold" grpId="0" nodeType="withEffect">
                                  <p:stCondLst>
                                    <p:cond delay="0"/>
                                  </p:stCondLst>
                                  <p:childTnLst>
                                    <p:set>
                                      <p:cBhvr>
                                        <p:cTn id="36" dur="1" fill="hold">
                                          <p:stCondLst>
                                            <p:cond delay="0"/>
                                          </p:stCondLst>
                                        </p:cTn>
                                        <p:tgtEl>
                                          <p:spTgt spid="2">
                                            <p:txEl>
                                              <p:pRg st="8" end="8"/>
                                            </p:txEl>
                                          </p:spTgt>
                                        </p:tgtEl>
                                        <p:attrNameLst>
                                          <p:attrName>style.visibility</p:attrName>
                                        </p:attrNameLst>
                                      </p:cBhvr>
                                      <p:to>
                                        <p:strVal val="visible"/>
                                      </p:to>
                                    </p:set>
                                    <p:anim calcmode="lin" valueType="num">
                                      <p:cBhvr additive="base">
                                        <p:cTn id="37" dur="500" fill="hold"/>
                                        <p:tgtEl>
                                          <p:spTgt spid="2">
                                            <p:txEl>
                                              <p:pRg st="8" end="8"/>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
                                            <p:txEl>
                                              <p:pRg st="8" end="8"/>
                                            </p:txEl>
                                          </p:spTgt>
                                        </p:tgtEl>
                                        <p:attrNameLst>
                                          <p:attrName>ppt_y</p:attrName>
                                        </p:attrNameLst>
                                      </p:cBhvr>
                                      <p:tavLst>
                                        <p:tav tm="0">
                                          <p:val>
                                            <p:strVal val="#ppt_y"/>
                                          </p:val>
                                        </p:tav>
                                        <p:tav tm="100000">
                                          <p:val>
                                            <p:strVal val="#ppt_y"/>
                                          </p:val>
                                        </p:tav>
                                      </p:tavLst>
                                    </p:anim>
                                  </p:childTnLst>
                                </p:cTn>
                              </p:par>
                              <p:par>
                                <p:cTn id="39" presetID="2" presetClass="entr" presetSubtype="8" fill="hold" grpId="0" nodeType="withEffect">
                                  <p:stCondLst>
                                    <p:cond delay="0"/>
                                  </p:stCondLst>
                                  <p:childTnLst>
                                    <p:set>
                                      <p:cBhvr>
                                        <p:cTn id="40" dur="1" fill="hold">
                                          <p:stCondLst>
                                            <p:cond delay="0"/>
                                          </p:stCondLst>
                                        </p:cTn>
                                        <p:tgtEl>
                                          <p:spTgt spid="2">
                                            <p:txEl>
                                              <p:pRg st="9" end="9"/>
                                            </p:txEl>
                                          </p:spTgt>
                                        </p:tgtEl>
                                        <p:attrNameLst>
                                          <p:attrName>style.visibility</p:attrName>
                                        </p:attrNameLst>
                                      </p:cBhvr>
                                      <p:to>
                                        <p:strVal val="visible"/>
                                      </p:to>
                                    </p:set>
                                    <p:anim calcmode="lin" valueType="num">
                                      <p:cBhvr additive="base">
                                        <p:cTn id="41" dur="500" fill="hold"/>
                                        <p:tgtEl>
                                          <p:spTgt spid="2">
                                            <p:txEl>
                                              <p:pRg st="9" end="9"/>
                                            </p:txEl>
                                          </p:spTgt>
                                        </p:tgtEl>
                                        <p:attrNameLst>
                                          <p:attrName>ppt_x</p:attrName>
                                        </p:attrNameLst>
                                      </p:cBhvr>
                                      <p:tavLst>
                                        <p:tav tm="0">
                                          <p:val>
                                            <p:strVal val="0-#ppt_w/2"/>
                                          </p:val>
                                        </p:tav>
                                        <p:tav tm="100000">
                                          <p:val>
                                            <p:strVal val="#ppt_x"/>
                                          </p:val>
                                        </p:tav>
                                      </p:tavLst>
                                    </p:anim>
                                    <p:anim calcmode="lin" valueType="num">
                                      <p:cBhvr additive="base">
                                        <p:cTn id="42" dur="500" fill="hold"/>
                                        <p:tgtEl>
                                          <p:spTgt spid="2">
                                            <p:txEl>
                                              <p:pRg st="9" end="9"/>
                                            </p:txEl>
                                          </p:spTgt>
                                        </p:tgtEl>
                                        <p:attrNameLst>
                                          <p:attrName>ppt_y</p:attrName>
                                        </p:attrNameLst>
                                      </p:cBhvr>
                                      <p:tavLst>
                                        <p:tav tm="0">
                                          <p:val>
                                            <p:strVal val="#ppt_y"/>
                                          </p:val>
                                        </p:tav>
                                        <p:tav tm="100000">
                                          <p:val>
                                            <p:strVal val="#ppt_y"/>
                                          </p:val>
                                        </p:tav>
                                      </p:tavLst>
                                    </p:anim>
                                  </p:childTnLst>
                                </p:cTn>
                              </p:par>
                              <p:par>
                                <p:cTn id="43" presetID="2" presetClass="entr" presetSubtype="8" fill="hold" grpId="0" nodeType="withEffect">
                                  <p:stCondLst>
                                    <p:cond delay="0"/>
                                  </p:stCondLst>
                                  <p:childTnLst>
                                    <p:set>
                                      <p:cBhvr>
                                        <p:cTn id="44" dur="1" fill="hold">
                                          <p:stCondLst>
                                            <p:cond delay="0"/>
                                          </p:stCondLst>
                                        </p:cTn>
                                        <p:tgtEl>
                                          <p:spTgt spid="2">
                                            <p:txEl>
                                              <p:pRg st="10" end="10"/>
                                            </p:txEl>
                                          </p:spTgt>
                                        </p:tgtEl>
                                        <p:attrNameLst>
                                          <p:attrName>style.visibility</p:attrName>
                                        </p:attrNameLst>
                                      </p:cBhvr>
                                      <p:to>
                                        <p:strVal val="visible"/>
                                      </p:to>
                                    </p:set>
                                    <p:anim calcmode="lin" valueType="num">
                                      <p:cBhvr additive="base">
                                        <p:cTn id="45" dur="500" fill="hold"/>
                                        <p:tgtEl>
                                          <p:spTgt spid="2">
                                            <p:txEl>
                                              <p:pRg st="10" end="10"/>
                                            </p:txEl>
                                          </p:spTgt>
                                        </p:tgtEl>
                                        <p:attrNameLst>
                                          <p:attrName>ppt_x</p:attrName>
                                        </p:attrNameLst>
                                      </p:cBhvr>
                                      <p:tavLst>
                                        <p:tav tm="0">
                                          <p:val>
                                            <p:strVal val="0-#ppt_w/2"/>
                                          </p:val>
                                        </p:tav>
                                        <p:tav tm="100000">
                                          <p:val>
                                            <p:strVal val="#ppt_x"/>
                                          </p:val>
                                        </p:tav>
                                      </p:tavLst>
                                    </p:anim>
                                    <p:anim calcmode="lin" valueType="num">
                                      <p:cBhvr additive="base">
                                        <p:cTn id="46" dur="500" fill="hold"/>
                                        <p:tgtEl>
                                          <p:spTgt spid="2">
                                            <p:txEl>
                                              <p:pRg st="10" end="10"/>
                                            </p:txEl>
                                          </p:spTgt>
                                        </p:tgtEl>
                                        <p:attrNameLst>
                                          <p:attrName>ppt_y</p:attrName>
                                        </p:attrNameLst>
                                      </p:cBhvr>
                                      <p:tavLst>
                                        <p:tav tm="0">
                                          <p:val>
                                            <p:strVal val="#ppt_y"/>
                                          </p:val>
                                        </p:tav>
                                        <p:tav tm="100000">
                                          <p:val>
                                            <p:strVal val="#ppt_y"/>
                                          </p:val>
                                        </p:tav>
                                      </p:tavLst>
                                    </p:anim>
                                  </p:childTnLst>
                                </p:cTn>
                              </p:par>
                              <p:par>
                                <p:cTn id="47" presetID="2" presetClass="entr" presetSubtype="8" fill="hold" grpId="0" nodeType="withEffect">
                                  <p:stCondLst>
                                    <p:cond delay="0"/>
                                  </p:stCondLst>
                                  <p:childTnLst>
                                    <p:set>
                                      <p:cBhvr>
                                        <p:cTn id="48" dur="1" fill="hold">
                                          <p:stCondLst>
                                            <p:cond delay="0"/>
                                          </p:stCondLst>
                                        </p:cTn>
                                        <p:tgtEl>
                                          <p:spTgt spid="2">
                                            <p:txEl>
                                              <p:pRg st="11" end="11"/>
                                            </p:txEl>
                                          </p:spTgt>
                                        </p:tgtEl>
                                        <p:attrNameLst>
                                          <p:attrName>style.visibility</p:attrName>
                                        </p:attrNameLst>
                                      </p:cBhvr>
                                      <p:to>
                                        <p:strVal val="visible"/>
                                      </p:to>
                                    </p:set>
                                    <p:anim calcmode="lin" valueType="num">
                                      <p:cBhvr additive="base">
                                        <p:cTn id="49" dur="500" fill="hold"/>
                                        <p:tgtEl>
                                          <p:spTgt spid="2">
                                            <p:txEl>
                                              <p:pRg st="11" end="11"/>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2">
                                            <p:txEl>
                                              <p:pRg st="11" end="1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4EF6FAB-C914-A840-AA72-3825B4354A72}"/>
              </a:ext>
            </a:extLst>
          </p:cNvPr>
          <p:cNvSpPr>
            <a:spLocks noGrp="1"/>
          </p:cNvSpPr>
          <p:nvPr>
            <p:ph type="title"/>
          </p:nvPr>
        </p:nvSpPr>
        <p:spPr/>
        <p:txBody>
          <a:bodyPr/>
          <a:lstStyle/>
          <a:p>
            <a:r>
              <a:rPr lang="en-US" sz="3200" b="1" dirty="0">
                <a:latin typeface="Calibri" panose="020F0502020204030204" pitchFamily="34" charset="0"/>
              </a:rPr>
              <a:t>IAS 19 EMPLOYEE BENEFITS</a:t>
            </a:r>
            <a:br>
              <a:rPr lang="en-US" sz="3200" b="1" dirty="0">
                <a:latin typeface="Calibri" panose="020F0502020204030204" pitchFamily="34" charset="0"/>
              </a:rPr>
            </a:br>
            <a:r>
              <a:rPr lang="en-US" sz="3200" b="1" dirty="0">
                <a:latin typeface="Calibri" panose="020F0502020204030204" pitchFamily="34" charset="0"/>
              </a:rPr>
              <a:t>S</a:t>
            </a:r>
            <a:r>
              <a:rPr lang="en-US" sz="3200" dirty="0">
                <a:latin typeface="Calibri" panose="020F0502020204030204" pitchFamily="34" charset="0"/>
              </a:rPr>
              <a:t>hort-term benefits</a:t>
            </a:r>
            <a:endParaRPr lang="en-GB" dirty="0"/>
          </a:p>
        </p:txBody>
      </p:sp>
      <p:sp>
        <p:nvSpPr>
          <p:cNvPr id="2" name="Rectangle 3">
            <a:extLst>
              <a:ext uri="{FF2B5EF4-FFF2-40B4-BE49-F238E27FC236}">
                <a16:creationId xmlns:a16="http://schemas.microsoft.com/office/drawing/2014/main" id="{78460559-9A9E-730B-D4BF-DB071FC24E61}"/>
              </a:ext>
            </a:extLst>
          </p:cNvPr>
          <p:cNvSpPr txBox="1">
            <a:spLocks noChangeArrowheads="1"/>
          </p:cNvSpPr>
          <p:nvPr/>
        </p:nvSpPr>
        <p:spPr>
          <a:xfrm>
            <a:off x="227973" y="1635666"/>
            <a:ext cx="11430627" cy="4662264"/>
          </a:xfrm>
          <a:prstGeom prst="rect">
            <a:avLst/>
          </a:prstGeom>
        </p:spPr>
        <p:style>
          <a:lnRef idx="2">
            <a:schemeClr val="dk1"/>
          </a:lnRef>
          <a:fillRef idx="1">
            <a:schemeClr val="lt1"/>
          </a:fillRef>
          <a:effectRef idx="0">
            <a:schemeClr val="dk1"/>
          </a:effectRef>
          <a:fontRef idx="minor">
            <a:schemeClr val="dk1"/>
          </a:fontRef>
        </p:style>
        <p:txBody>
          <a:bodyPr>
            <a:no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2400" b="0" i="0" kern="1200">
                <a:solidFill>
                  <a:schemeClr val="dk1"/>
                </a:solidFill>
                <a:latin typeface="+mn-lt"/>
                <a:ea typeface="+mn-ea"/>
                <a:cs typeface="+mn-cs"/>
              </a:defRPr>
            </a:lvl1pPr>
            <a:lvl2pPr marL="685800" indent="-228600" algn="l" defTabSz="914400" rtl="0" eaLnBrk="1" latinLnBrk="0" hangingPunct="1">
              <a:lnSpc>
                <a:spcPct val="100000"/>
              </a:lnSpc>
              <a:spcBef>
                <a:spcPts val="500"/>
              </a:spcBef>
              <a:buClr>
                <a:schemeClr val="accent2"/>
              </a:buClr>
              <a:buFont typeface="Arial" panose="020B0604020202020204" pitchFamily="34" charset="0"/>
              <a:buChar char="•"/>
              <a:defRPr sz="2200" b="0" i="0" kern="1200">
                <a:solidFill>
                  <a:schemeClr val="dk1"/>
                </a:solidFill>
                <a:latin typeface="+mn-lt"/>
                <a:ea typeface="+mn-ea"/>
                <a:cs typeface="+mn-cs"/>
              </a:defRPr>
            </a:lvl2pPr>
            <a:lvl3pPr marL="1143000" indent="-228600" algn="l" defTabSz="914400" rtl="0" eaLnBrk="1" latinLnBrk="0" hangingPunct="1">
              <a:lnSpc>
                <a:spcPct val="100000"/>
              </a:lnSpc>
              <a:spcBef>
                <a:spcPts val="500"/>
              </a:spcBef>
              <a:buClr>
                <a:schemeClr val="accent2"/>
              </a:buClr>
              <a:buFont typeface="Arial" panose="020B0604020202020204" pitchFamily="34" charset="0"/>
              <a:buChar char="•"/>
              <a:defRPr sz="2000" b="0" i="0" kern="1200">
                <a:solidFill>
                  <a:schemeClr val="dk1"/>
                </a:solidFill>
                <a:latin typeface="+mn-lt"/>
                <a:ea typeface="+mn-ea"/>
                <a:cs typeface="+mn-cs"/>
              </a:defRPr>
            </a:lvl3pPr>
            <a:lvl4pPr marL="1600200" indent="-228600" algn="l" defTabSz="914400" rtl="0" eaLnBrk="1" latinLnBrk="0" hangingPunct="1">
              <a:lnSpc>
                <a:spcPct val="100000"/>
              </a:lnSpc>
              <a:spcBef>
                <a:spcPts val="500"/>
              </a:spcBef>
              <a:buClr>
                <a:schemeClr val="accent2"/>
              </a:buClr>
              <a:buFont typeface="Arial" panose="020B0604020202020204" pitchFamily="34" charset="0"/>
              <a:buChar char="•"/>
              <a:defRPr sz="1800" b="0" i="0" kern="1200">
                <a:solidFill>
                  <a:schemeClr val="dk1"/>
                </a:solidFill>
                <a:latin typeface="+mn-lt"/>
                <a:ea typeface="+mn-ea"/>
                <a:cs typeface="+mn-cs"/>
              </a:defRPr>
            </a:lvl4pPr>
            <a:lvl5pPr marL="2057400" indent="-228600" algn="l" defTabSz="914400" rtl="0" eaLnBrk="1" latinLnBrk="0" hangingPunct="1">
              <a:lnSpc>
                <a:spcPct val="100000"/>
              </a:lnSpc>
              <a:spcBef>
                <a:spcPts val="500"/>
              </a:spcBef>
              <a:buClr>
                <a:schemeClr val="accent2"/>
              </a:buClr>
              <a:buFont typeface="Arial" panose="020B0604020202020204" pitchFamily="34" charset="0"/>
              <a:buChar char="•"/>
              <a:defRPr sz="1800" b="0" i="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609608" indent="-609608">
              <a:spcBef>
                <a:spcPts val="0"/>
              </a:spcBef>
              <a:spcAft>
                <a:spcPts val="1200"/>
              </a:spcAft>
              <a:buNone/>
            </a:pPr>
            <a:r>
              <a:rPr lang="en-US" sz="2000" b="1" dirty="0">
                <a:solidFill>
                  <a:schemeClr val="accent1"/>
                </a:solidFill>
              </a:rPr>
              <a:t>Profit-sharing and bonus plans  (.19 - .24) </a:t>
            </a:r>
          </a:p>
          <a:p>
            <a:pPr marL="609608" indent="-609608">
              <a:spcBef>
                <a:spcPts val="0"/>
              </a:spcBef>
              <a:buNone/>
            </a:pPr>
            <a:r>
              <a:rPr lang="en-ZA" sz="2000" b="1" dirty="0">
                <a:solidFill>
                  <a:schemeClr val="accent1"/>
                </a:solidFill>
              </a:rPr>
              <a:t>Recognise expected cost only when</a:t>
            </a:r>
            <a:r>
              <a:rPr lang="en-US" sz="2000" b="1" dirty="0">
                <a:solidFill>
                  <a:schemeClr val="accent1"/>
                </a:solidFill>
              </a:rPr>
              <a:t>:</a:t>
            </a:r>
          </a:p>
          <a:p>
            <a:pPr marL="914406" lvl="1" indent="-457200">
              <a:buClr>
                <a:schemeClr val="tx1"/>
              </a:buClr>
              <a:buFont typeface="Courier New" panose="02070309020205020404" pitchFamily="49" charset="0"/>
              <a:buChar char="o"/>
            </a:pPr>
            <a:r>
              <a:rPr lang="en-ZA" sz="2000" dirty="0"/>
              <a:t>Obligation (legal or constructive)</a:t>
            </a:r>
            <a:r>
              <a:rPr lang="en-US" sz="2000" dirty="0"/>
              <a:t> &amp;</a:t>
            </a:r>
          </a:p>
          <a:p>
            <a:pPr marL="914406" lvl="1" indent="-457200">
              <a:buClr>
                <a:schemeClr val="tx1"/>
              </a:buClr>
              <a:buFont typeface="Courier New" panose="02070309020205020404" pitchFamily="49" charset="0"/>
              <a:buChar char="o"/>
            </a:pPr>
            <a:r>
              <a:rPr lang="en-ZA" sz="2000" dirty="0"/>
              <a:t>Reliable estimate of obligation</a:t>
            </a:r>
          </a:p>
          <a:p>
            <a:pPr marL="914406" lvl="1" indent="-457200">
              <a:buClr>
                <a:schemeClr val="tx1"/>
              </a:buClr>
              <a:buFont typeface="Courier New" panose="02070309020205020404" pitchFamily="49" charset="0"/>
              <a:buChar char="o"/>
            </a:pPr>
            <a:endParaRPr lang="en-US" sz="2000" dirty="0"/>
          </a:p>
          <a:p>
            <a:pPr marL="457206" indent="-457200">
              <a:spcAft>
                <a:spcPts val="600"/>
              </a:spcAft>
              <a:buClr>
                <a:schemeClr val="tx1"/>
              </a:buClr>
              <a:buFont typeface="Courier New" panose="02070309020205020404" pitchFamily="49" charset="0"/>
              <a:buChar char="o"/>
            </a:pPr>
            <a:r>
              <a:rPr lang="en-ZA" sz="2000" dirty="0"/>
              <a:t>A present obligation only exists when the entity has no realistic alternative but to make the payments. </a:t>
            </a:r>
            <a:endParaRPr lang="en-US" sz="2000" dirty="0"/>
          </a:p>
          <a:p>
            <a:pPr marL="457206" indent="-457200">
              <a:spcAft>
                <a:spcPts val="600"/>
              </a:spcAft>
              <a:buClr>
                <a:schemeClr val="tx1"/>
              </a:buClr>
              <a:buFont typeface="Courier New" panose="02070309020205020404" pitchFamily="49" charset="0"/>
              <a:buChar char="o"/>
            </a:pPr>
            <a:r>
              <a:rPr lang="en-GB" sz="2000" dirty="0"/>
              <a:t>If not paid within 12 months after end of period </a:t>
            </a:r>
            <a:r>
              <a:rPr lang="en-ZA" sz="2000" dirty="0"/>
              <a:t>in which employees rendered the related service </a:t>
            </a:r>
            <a:r>
              <a:rPr lang="en-GB" sz="2000" dirty="0">
                <a:sym typeface="Wingdings" pitchFamily="2" charset="2"/>
              </a:rPr>
              <a:t> </a:t>
            </a:r>
            <a:r>
              <a:rPr lang="en-GB" sz="2000" dirty="0"/>
              <a:t>LT </a:t>
            </a:r>
            <a:r>
              <a:rPr lang="en-ZA" sz="2000" dirty="0"/>
              <a:t>employee benefits</a:t>
            </a:r>
            <a:r>
              <a:rPr lang="en-GB" sz="2000" dirty="0"/>
              <a:t> </a:t>
            </a:r>
          </a:p>
          <a:p>
            <a:pPr marL="990613" lvl="1" indent="-533407">
              <a:lnSpc>
                <a:spcPct val="80000"/>
              </a:lnSpc>
              <a:buFont typeface="Arial" panose="020B0604020202020204" pitchFamily="34" charset="0"/>
              <a:buNone/>
            </a:pPr>
            <a:endParaRPr lang="en-US" sz="2000" b="1" dirty="0"/>
          </a:p>
        </p:txBody>
      </p:sp>
    </p:spTree>
    <p:extLst>
      <p:ext uri="{BB962C8B-B14F-4D97-AF65-F5344CB8AC3E}">
        <p14:creationId xmlns:p14="http://schemas.microsoft.com/office/powerpoint/2010/main" val="3550556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ppt_y"/>
                                          </p:val>
                                        </p:tav>
                                        <p:tav tm="100000">
                                          <p:val>
                                            <p:strVal val="#ppt_y"/>
                                          </p:val>
                                        </p:tav>
                                      </p:tavLst>
                                    </p:anim>
                                  </p:childTnLst>
                                </p:cTn>
                              </p:par>
                              <p:par>
                                <p:cTn id="15" presetID="2" presetClass="entr" presetSubtype="8" fill="hold" grpId="0" nodeType="with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 calcmode="lin" valueType="num">
                                      <p:cBhvr additive="base">
                                        <p:cTn id="17" dur="500" fill="hold"/>
                                        <p:tgtEl>
                                          <p:spTgt spid="2">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2">
                                            <p:txEl>
                                              <p:pRg st="2" end="2"/>
                                            </p:txEl>
                                          </p:spTgt>
                                        </p:tgtEl>
                                        <p:attrNameLst>
                                          <p:attrName>ppt_y</p:attrName>
                                        </p:attrNameLst>
                                      </p:cBhvr>
                                      <p:tavLst>
                                        <p:tav tm="0">
                                          <p:val>
                                            <p:strVal val="#ppt_y"/>
                                          </p:val>
                                        </p:tav>
                                        <p:tav tm="100000">
                                          <p:val>
                                            <p:strVal val="#ppt_y"/>
                                          </p:val>
                                        </p:tav>
                                      </p:tavLst>
                                    </p:anim>
                                  </p:childTnLst>
                                </p:cTn>
                              </p:par>
                              <p:par>
                                <p:cTn id="19" presetID="2" presetClass="entr" presetSubtype="8" fill="hold" grpId="0" nodeType="withEffect">
                                  <p:stCondLst>
                                    <p:cond delay="0"/>
                                  </p:stCondLst>
                                  <p:childTnLst>
                                    <p:set>
                                      <p:cBhvr>
                                        <p:cTn id="20" dur="1" fill="hold">
                                          <p:stCondLst>
                                            <p:cond delay="0"/>
                                          </p:stCondLst>
                                        </p:cTn>
                                        <p:tgtEl>
                                          <p:spTgt spid="2">
                                            <p:txEl>
                                              <p:pRg st="3" end="3"/>
                                            </p:txEl>
                                          </p:spTgt>
                                        </p:tgtEl>
                                        <p:attrNameLst>
                                          <p:attrName>style.visibility</p:attrName>
                                        </p:attrNameLst>
                                      </p:cBhvr>
                                      <p:to>
                                        <p:strVal val="visible"/>
                                      </p:to>
                                    </p:set>
                                    <p:anim calcmode="lin" valueType="num">
                                      <p:cBhvr additive="base">
                                        <p:cTn id="21" dur="500" fill="hold"/>
                                        <p:tgtEl>
                                          <p:spTgt spid="2">
                                            <p:txEl>
                                              <p:pRg st="3" end="3"/>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2">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anim calcmode="lin" valueType="num">
                                      <p:cBhvr additive="base">
                                        <p:cTn id="27" dur="500" fill="hold"/>
                                        <p:tgtEl>
                                          <p:spTgt spid="2">
                                            <p:txEl>
                                              <p:pRg st="5" end="5"/>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2">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8" fill="hold" grpId="0" nodeType="clickEffect">
                                  <p:stCondLst>
                                    <p:cond delay="0"/>
                                  </p:stCondLst>
                                  <p:childTnLst>
                                    <p:set>
                                      <p:cBhvr>
                                        <p:cTn id="32" dur="1" fill="hold">
                                          <p:stCondLst>
                                            <p:cond delay="0"/>
                                          </p:stCondLst>
                                        </p:cTn>
                                        <p:tgtEl>
                                          <p:spTgt spid="2">
                                            <p:txEl>
                                              <p:pRg st="6" end="6"/>
                                            </p:txEl>
                                          </p:spTgt>
                                        </p:tgtEl>
                                        <p:attrNameLst>
                                          <p:attrName>style.visibility</p:attrName>
                                        </p:attrNameLst>
                                      </p:cBhvr>
                                      <p:to>
                                        <p:strVal val="visible"/>
                                      </p:to>
                                    </p:set>
                                    <p:anim calcmode="lin" valueType="num">
                                      <p:cBhvr additive="base">
                                        <p:cTn id="33" dur="500" fill="hold"/>
                                        <p:tgtEl>
                                          <p:spTgt spid="2">
                                            <p:txEl>
                                              <p:pRg st="6" end="6"/>
                                            </p:tx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2">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4EF6FAB-C914-A840-AA72-3825B4354A72}"/>
              </a:ext>
            </a:extLst>
          </p:cNvPr>
          <p:cNvSpPr>
            <a:spLocks noGrp="1"/>
          </p:cNvSpPr>
          <p:nvPr>
            <p:ph type="title"/>
          </p:nvPr>
        </p:nvSpPr>
        <p:spPr/>
        <p:txBody>
          <a:bodyPr/>
          <a:lstStyle/>
          <a:p>
            <a:r>
              <a:rPr lang="en-US" sz="3200" b="1" dirty="0">
                <a:latin typeface="Calibri" panose="020F0502020204030204" pitchFamily="34" charset="0"/>
              </a:rPr>
              <a:t>IAS 19 EMPLOYEE BENEFITS</a:t>
            </a:r>
            <a:br>
              <a:rPr lang="en-US" sz="3200" b="1" dirty="0">
                <a:latin typeface="Calibri" panose="020F0502020204030204" pitchFamily="34" charset="0"/>
              </a:rPr>
            </a:br>
            <a:r>
              <a:rPr lang="en-US" sz="3200" b="1" dirty="0">
                <a:latin typeface="Calibri" panose="020F0502020204030204" pitchFamily="34" charset="0"/>
              </a:rPr>
              <a:t>S</a:t>
            </a:r>
            <a:r>
              <a:rPr lang="en-US" sz="3200" dirty="0">
                <a:latin typeface="Calibri" panose="020F0502020204030204" pitchFamily="34" charset="0"/>
              </a:rPr>
              <a:t>hort-term benefits</a:t>
            </a:r>
            <a:endParaRPr lang="en-GB" dirty="0"/>
          </a:p>
        </p:txBody>
      </p:sp>
      <p:sp>
        <p:nvSpPr>
          <p:cNvPr id="2" name="Rectangle 3">
            <a:extLst>
              <a:ext uri="{FF2B5EF4-FFF2-40B4-BE49-F238E27FC236}">
                <a16:creationId xmlns:a16="http://schemas.microsoft.com/office/drawing/2014/main" id="{78460559-9A9E-730B-D4BF-DB071FC24E61}"/>
              </a:ext>
            </a:extLst>
          </p:cNvPr>
          <p:cNvSpPr txBox="1">
            <a:spLocks noChangeArrowheads="1"/>
          </p:cNvSpPr>
          <p:nvPr/>
        </p:nvSpPr>
        <p:spPr>
          <a:xfrm>
            <a:off x="410853" y="1395636"/>
            <a:ext cx="11430627" cy="4033614"/>
          </a:xfrm>
          <a:prstGeom prst="rect">
            <a:avLst/>
          </a:prstGeom>
        </p:spPr>
        <p:style>
          <a:lnRef idx="2">
            <a:schemeClr val="dk1"/>
          </a:lnRef>
          <a:fillRef idx="1">
            <a:schemeClr val="lt1"/>
          </a:fillRef>
          <a:effectRef idx="0">
            <a:schemeClr val="dk1"/>
          </a:effectRef>
          <a:fontRef idx="minor">
            <a:schemeClr val="dk1"/>
          </a:fontRef>
        </p:style>
        <p:txBody>
          <a:bodyPr>
            <a:no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2400" b="0" i="0" kern="1200">
                <a:solidFill>
                  <a:schemeClr val="dk1"/>
                </a:solidFill>
                <a:latin typeface="+mn-lt"/>
                <a:ea typeface="+mn-ea"/>
                <a:cs typeface="+mn-cs"/>
              </a:defRPr>
            </a:lvl1pPr>
            <a:lvl2pPr marL="685800" indent="-228600" algn="l" defTabSz="914400" rtl="0" eaLnBrk="1" latinLnBrk="0" hangingPunct="1">
              <a:lnSpc>
                <a:spcPct val="100000"/>
              </a:lnSpc>
              <a:spcBef>
                <a:spcPts val="500"/>
              </a:spcBef>
              <a:buClr>
                <a:schemeClr val="accent2"/>
              </a:buClr>
              <a:buFont typeface="Arial" panose="020B0604020202020204" pitchFamily="34" charset="0"/>
              <a:buChar char="•"/>
              <a:defRPr sz="2200" b="0" i="0" kern="1200">
                <a:solidFill>
                  <a:schemeClr val="dk1"/>
                </a:solidFill>
                <a:latin typeface="+mn-lt"/>
                <a:ea typeface="+mn-ea"/>
                <a:cs typeface="+mn-cs"/>
              </a:defRPr>
            </a:lvl2pPr>
            <a:lvl3pPr marL="1143000" indent="-228600" algn="l" defTabSz="914400" rtl="0" eaLnBrk="1" latinLnBrk="0" hangingPunct="1">
              <a:lnSpc>
                <a:spcPct val="100000"/>
              </a:lnSpc>
              <a:spcBef>
                <a:spcPts val="500"/>
              </a:spcBef>
              <a:buClr>
                <a:schemeClr val="accent2"/>
              </a:buClr>
              <a:buFont typeface="Arial" panose="020B0604020202020204" pitchFamily="34" charset="0"/>
              <a:buChar char="•"/>
              <a:defRPr sz="2000" b="0" i="0" kern="1200">
                <a:solidFill>
                  <a:schemeClr val="dk1"/>
                </a:solidFill>
                <a:latin typeface="+mn-lt"/>
                <a:ea typeface="+mn-ea"/>
                <a:cs typeface="+mn-cs"/>
              </a:defRPr>
            </a:lvl3pPr>
            <a:lvl4pPr marL="1600200" indent="-228600" algn="l" defTabSz="914400" rtl="0" eaLnBrk="1" latinLnBrk="0" hangingPunct="1">
              <a:lnSpc>
                <a:spcPct val="100000"/>
              </a:lnSpc>
              <a:spcBef>
                <a:spcPts val="500"/>
              </a:spcBef>
              <a:buClr>
                <a:schemeClr val="accent2"/>
              </a:buClr>
              <a:buFont typeface="Arial" panose="020B0604020202020204" pitchFamily="34" charset="0"/>
              <a:buChar char="•"/>
              <a:defRPr sz="1800" b="0" i="0" kern="1200">
                <a:solidFill>
                  <a:schemeClr val="dk1"/>
                </a:solidFill>
                <a:latin typeface="+mn-lt"/>
                <a:ea typeface="+mn-ea"/>
                <a:cs typeface="+mn-cs"/>
              </a:defRPr>
            </a:lvl4pPr>
            <a:lvl5pPr marL="2057400" indent="-228600" algn="l" defTabSz="914400" rtl="0" eaLnBrk="1" latinLnBrk="0" hangingPunct="1">
              <a:lnSpc>
                <a:spcPct val="100000"/>
              </a:lnSpc>
              <a:spcBef>
                <a:spcPts val="500"/>
              </a:spcBef>
              <a:buClr>
                <a:schemeClr val="accent2"/>
              </a:buClr>
              <a:buFont typeface="Arial" panose="020B0604020202020204" pitchFamily="34" charset="0"/>
              <a:buChar char="•"/>
              <a:defRPr sz="1800" b="0" i="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609608" indent="-609608">
              <a:spcBef>
                <a:spcPts val="0"/>
              </a:spcBef>
              <a:buNone/>
            </a:pPr>
            <a:r>
              <a:rPr lang="en-US" sz="2000" b="1" dirty="0">
                <a:solidFill>
                  <a:schemeClr val="accent1"/>
                </a:solidFill>
              </a:rPr>
              <a:t>Disclosure (.25)</a:t>
            </a:r>
          </a:p>
          <a:p>
            <a:pPr marL="457206" lvl="1" indent="-457200">
              <a:spcBef>
                <a:spcPts val="1000"/>
              </a:spcBef>
              <a:spcAft>
                <a:spcPts val="600"/>
              </a:spcAft>
              <a:buClr>
                <a:schemeClr val="tx1"/>
              </a:buClr>
              <a:buFont typeface="Courier New" panose="02070309020205020404" pitchFamily="49" charset="0"/>
              <a:buChar char="o"/>
            </a:pPr>
            <a:r>
              <a:rPr lang="en-US" sz="2000" dirty="0"/>
              <a:t>Nothing specific</a:t>
            </a:r>
          </a:p>
          <a:p>
            <a:pPr marL="457206" lvl="1" indent="-457200">
              <a:spcBef>
                <a:spcPts val="1000"/>
              </a:spcBef>
              <a:spcAft>
                <a:spcPts val="600"/>
              </a:spcAft>
              <a:buClr>
                <a:schemeClr val="tx1"/>
              </a:buClr>
              <a:buFont typeface="Courier New" panose="02070309020205020404" pitchFamily="49" charset="0"/>
              <a:buChar char="o"/>
            </a:pPr>
            <a:r>
              <a:rPr lang="en-US" sz="2000" dirty="0"/>
              <a:t>Refer to other standards</a:t>
            </a:r>
          </a:p>
          <a:p>
            <a:pPr marL="914406" lvl="3" indent="-457200">
              <a:spcBef>
                <a:spcPts val="1000"/>
              </a:spcBef>
              <a:spcAft>
                <a:spcPts val="600"/>
              </a:spcAft>
              <a:buClr>
                <a:schemeClr val="tx1"/>
              </a:buClr>
              <a:buFont typeface="Courier New" panose="02070309020205020404" pitchFamily="49" charset="0"/>
              <a:buChar char="o"/>
            </a:pPr>
            <a:r>
              <a:rPr lang="en-US" sz="2000" dirty="0"/>
              <a:t>Related parties (IAS 24)</a:t>
            </a:r>
          </a:p>
          <a:p>
            <a:pPr marL="914406" lvl="3" indent="-457200">
              <a:spcBef>
                <a:spcPts val="1000"/>
              </a:spcBef>
              <a:spcAft>
                <a:spcPts val="600"/>
              </a:spcAft>
              <a:buClr>
                <a:schemeClr val="tx1"/>
              </a:buClr>
              <a:buFont typeface="Courier New" panose="02070309020205020404" pitchFamily="49" charset="0"/>
              <a:buChar char="o"/>
            </a:pPr>
            <a:r>
              <a:rPr lang="en-US" sz="2000" dirty="0"/>
              <a:t>Employee benefits expense (IAS 1)</a:t>
            </a:r>
          </a:p>
          <a:p>
            <a:pPr marL="457206" lvl="2" indent="-457200">
              <a:spcBef>
                <a:spcPts val="1000"/>
              </a:spcBef>
              <a:spcAft>
                <a:spcPts val="600"/>
              </a:spcAft>
              <a:buClr>
                <a:schemeClr val="tx1"/>
              </a:buClr>
              <a:buFont typeface="Courier New" panose="02070309020205020404" pitchFamily="49" charset="0"/>
              <a:buChar char="o"/>
            </a:pPr>
            <a:r>
              <a:rPr lang="en-US" dirty="0"/>
              <a:t>Companies Act</a:t>
            </a:r>
          </a:p>
          <a:p>
            <a:pPr marL="914406" lvl="3" indent="-457200">
              <a:spcBef>
                <a:spcPts val="1000"/>
              </a:spcBef>
              <a:spcAft>
                <a:spcPts val="600"/>
              </a:spcAft>
              <a:buClr>
                <a:schemeClr val="tx1"/>
              </a:buClr>
              <a:buFont typeface="Courier New" panose="02070309020205020404" pitchFamily="49" charset="0"/>
              <a:buChar char="o"/>
            </a:pPr>
            <a:r>
              <a:rPr lang="en-US" sz="2000" dirty="0"/>
              <a:t>Directors' remuneration</a:t>
            </a:r>
          </a:p>
          <a:p>
            <a:pPr marL="990613" lvl="1" indent="-533407">
              <a:lnSpc>
                <a:spcPct val="80000"/>
              </a:lnSpc>
              <a:buFont typeface="Wingdings 3" panose="05040102010807070707" pitchFamily="18" charset="2"/>
              <a:buChar char=""/>
            </a:pPr>
            <a:endParaRPr lang="en-US" sz="2000" b="1" dirty="0"/>
          </a:p>
          <a:p>
            <a:pPr marL="990613" lvl="1" indent="-533407">
              <a:lnSpc>
                <a:spcPct val="80000"/>
              </a:lnSpc>
            </a:pPr>
            <a:endParaRPr lang="en-US" sz="2000" b="1" i="1" dirty="0"/>
          </a:p>
          <a:p>
            <a:pPr marL="990613" lvl="1" indent="-533407">
              <a:lnSpc>
                <a:spcPct val="80000"/>
              </a:lnSpc>
              <a:buFont typeface="Arial" panose="020B0604020202020204" pitchFamily="34" charset="0"/>
              <a:buNone/>
            </a:pPr>
            <a:endParaRPr lang="en-US" sz="2000" b="1" dirty="0"/>
          </a:p>
        </p:txBody>
      </p:sp>
    </p:spTree>
    <p:extLst>
      <p:ext uri="{BB962C8B-B14F-4D97-AF65-F5344CB8AC3E}">
        <p14:creationId xmlns:p14="http://schemas.microsoft.com/office/powerpoint/2010/main" val="1491780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anim calcmode="lin" valueType="num">
                                      <p:cBhvr additive="base">
                                        <p:cTn id="11" dur="500" fill="hold"/>
                                        <p:tgtEl>
                                          <p:spTgt spid="2">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2">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 calcmode="lin" valueType="num">
                                      <p:cBhvr additive="base">
                                        <p:cTn id="15" dur="500" fill="hold"/>
                                        <p:tgtEl>
                                          <p:spTgt spid="2">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2">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 calcmode="lin" valueType="num">
                                      <p:cBhvr additive="base">
                                        <p:cTn id="19" dur="500" fill="hold"/>
                                        <p:tgtEl>
                                          <p:spTgt spid="2">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
                                            <p:txEl>
                                              <p:pRg st="3" end="3"/>
                                            </p:txEl>
                                          </p:spTgt>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anim calcmode="lin" valueType="num">
                                      <p:cBhvr additive="base">
                                        <p:cTn id="23" dur="500" fill="hold"/>
                                        <p:tgtEl>
                                          <p:spTgt spid="2">
                                            <p:txEl>
                                              <p:pRg st="4" end="4"/>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2">
                                            <p:txEl>
                                              <p:pRg st="4" end="4"/>
                                            </p:txEl>
                                          </p:spTgt>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anim calcmode="lin" valueType="num">
                                      <p:cBhvr additive="base">
                                        <p:cTn id="27" dur="500" fill="hold"/>
                                        <p:tgtEl>
                                          <p:spTgt spid="2">
                                            <p:txEl>
                                              <p:pRg st="5" end="5"/>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2">
                                            <p:txEl>
                                              <p:pRg st="5" end="5"/>
                                            </p:txEl>
                                          </p:spTgt>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anim calcmode="lin" valueType="num">
                                      <p:cBhvr additive="base">
                                        <p:cTn id="31" dur="500" fill="hold"/>
                                        <p:tgtEl>
                                          <p:spTgt spid="2">
                                            <p:txEl>
                                              <p:pRg st="6" end="6"/>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4EF6FAB-C914-A840-AA72-3825B4354A72}"/>
              </a:ext>
            </a:extLst>
          </p:cNvPr>
          <p:cNvSpPr>
            <a:spLocks noGrp="1"/>
          </p:cNvSpPr>
          <p:nvPr>
            <p:ph type="title"/>
          </p:nvPr>
        </p:nvSpPr>
        <p:spPr/>
        <p:txBody>
          <a:bodyPr/>
          <a:lstStyle/>
          <a:p>
            <a:r>
              <a:rPr lang="en-US" sz="3200" b="1" dirty="0">
                <a:latin typeface="Calibri" panose="020F0502020204030204" pitchFamily="34" charset="0"/>
              </a:rPr>
              <a:t>IAS 19 EMPLOYEE BENEFITS</a:t>
            </a:r>
            <a:br>
              <a:rPr lang="en-US" sz="3200" b="1" dirty="0">
                <a:latin typeface="Calibri" panose="020F0502020204030204" pitchFamily="34" charset="0"/>
              </a:rPr>
            </a:br>
            <a:r>
              <a:rPr lang="en-US" sz="3200" b="1" dirty="0">
                <a:latin typeface="Calibri" panose="020F0502020204030204" pitchFamily="34" charset="0"/>
              </a:rPr>
              <a:t>S</a:t>
            </a:r>
            <a:r>
              <a:rPr lang="en-US" sz="3200" dirty="0">
                <a:latin typeface="Calibri" panose="020F0502020204030204" pitchFamily="34" charset="0"/>
              </a:rPr>
              <a:t>hort-term benefits</a:t>
            </a:r>
            <a:endParaRPr lang="en-GB" dirty="0"/>
          </a:p>
        </p:txBody>
      </p:sp>
      <p:sp>
        <p:nvSpPr>
          <p:cNvPr id="2" name="Rectangle 3">
            <a:extLst>
              <a:ext uri="{FF2B5EF4-FFF2-40B4-BE49-F238E27FC236}">
                <a16:creationId xmlns:a16="http://schemas.microsoft.com/office/drawing/2014/main" id="{2E2CA8BE-52C0-EA55-9917-C0DA719C9864}"/>
              </a:ext>
            </a:extLst>
          </p:cNvPr>
          <p:cNvSpPr txBox="1">
            <a:spLocks noChangeArrowheads="1"/>
          </p:cNvSpPr>
          <p:nvPr/>
        </p:nvSpPr>
        <p:spPr>
          <a:xfrm>
            <a:off x="239403" y="1394372"/>
            <a:ext cx="11510637" cy="5017814"/>
          </a:xfrm>
          <a:prstGeom prst="rect">
            <a:avLst/>
          </a:prstGeom>
        </p:spPr>
        <p:style>
          <a:lnRef idx="2">
            <a:schemeClr val="dk1"/>
          </a:lnRef>
          <a:fillRef idx="1">
            <a:schemeClr val="lt1"/>
          </a:fillRef>
          <a:effectRef idx="0">
            <a:schemeClr val="dk1"/>
          </a:effectRef>
          <a:fontRef idx="minor">
            <a:schemeClr val="dk1"/>
          </a:fontRef>
        </p:style>
        <p:txBody>
          <a:bodyPr wrap="square">
            <a:no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2400" b="0" i="0" kern="1200">
                <a:solidFill>
                  <a:schemeClr val="dk1"/>
                </a:solidFill>
                <a:latin typeface="+mn-lt"/>
                <a:ea typeface="+mn-ea"/>
                <a:cs typeface="+mn-cs"/>
              </a:defRPr>
            </a:lvl1pPr>
            <a:lvl2pPr marL="685800" indent="-228600" algn="l" defTabSz="914400" rtl="0" eaLnBrk="1" latinLnBrk="0" hangingPunct="1">
              <a:lnSpc>
                <a:spcPct val="100000"/>
              </a:lnSpc>
              <a:spcBef>
                <a:spcPts val="500"/>
              </a:spcBef>
              <a:buClr>
                <a:schemeClr val="accent2"/>
              </a:buClr>
              <a:buFont typeface="Arial" panose="020B0604020202020204" pitchFamily="34" charset="0"/>
              <a:buChar char="•"/>
              <a:defRPr sz="2200" b="0" i="0" kern="1200">
                <a:solidFill>
                  <a:schemeClr val="dk1"/>
                </a:solidFill>
                <a:latin typeface="+mn-lt"/>
                <a:ea typeface="+mn-ea"/>
                <a:cs typeface="+mn-cs"/>
              </a:defRPr>
            </a:lvl2pPr>
            <a:lvl3pPr marL="1143000" indent="-228600" algn="l" defTabSz="914400" rtl="0" eaLnBrk="1" latinLnBrk="0" hangingPunct="1">
              <a:lnSpc>
                <a:spcPct val="100000"/>
              </a:lnSpc>
              <a:spcBef>
                <a:spcPts val="500"/>
              </a:spcBef>
              <a:buClr>
                <a:schemeClr val="accent2"/>
              </a:buClr>
              <a:buFont typeface="Arial" panose="020B0604020202020204" pitchFamily="34" charset="0"/>
              <a:buChar char="•"/>
              <a:defRPr sz="2000" b="0" i="0" kern="1200">
                <a:solidFill>
                  <a:schemeClr val="dk1"/>
                </a:solidFill>
                <a:latin typeface="+mn-lt"/>
                <a:ea typeface="+mn-ea"/>
                <a:cs typeface="+mn-cs"/>
              </a:defRPr>
            </a:lvl3pPr>
            <a:lvl4pPr marL="1600200" indent="-228600" algn="l" defTabSz="914400" rtl="0" eaLnBrk="1" latinLnBrk="0" hangingPunct="1">
              <a:lnSpc>
                <a:spcPct val="100000"/>
              </a:lnSpc>
              <a:spcBef>
                <a:spcPts val="500"/>
              </a:spcBef>
              <a:buClr>
                <a:schemeClr val="accent2"/>
              </a:buClr>
              <a:buFont typeface="Arial" panose="020B0604020202020204" pitchFamily="34" charset="0"/>
              <a:buChar char="•"/>
              <a:defRPr sz="1800" b="0" i="0" kern="1200">
                <a:solidFill>
                  <a:schemeClr val="dk1"/>
                </a:solidFill>
                <a:latin typeface="+mn-lt"/>
                <a:ea typeface="+mn-ea"/>
                <a:cs typeface="+mn-cs"/>
              </a:defRPr>
            </a:lvl4pPr>
            <a:lvl5pPr marL="2057400" indent="-228600" algn="l" defTabSz="914400" rtl="0" eaLnBrk="1" latinLnBrk="0" hangingPunct="1">
              <a:lnSpc>
                <a:spcPct val="100000"/>
              </a:lnSpc>
              <a:spcBef>
                <a:spcPts val="500"/>
              </a:spcBef>
              <a:buClr>
                <a:schemeClr val="accent2"/>
              </a:buClr>
              <a:buFont typeface="Arial" panose="020B0604020202020204" pitchFamily="34" charset="0"/>
              <a:buChar char="•"/>
              <a:defRPr sz="1800" b="0" i="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a:lnSpc>
                <a:spcPct val="110000"/>
              </a:lnSpc>
              <a:buNone/>
            </a:pPr>
            <a:r>
              <a:rPr lang="en-ZA" sz="2000" b="1" dirty="0">
                <a:solidFill>
                  <a:schemeClr val="accent1"/>
                </a:solidFill>
              </a:rPr>
              <a:t>Short-term paid absences (.13 -.18)</a:t>
            </a:r>
          </a:p>
          <a:p>
            <a:pPr marL="0" indent="0">
              <a:lnSpc>
                <a:spcPct val="110000"/>
              </a:lnSpc>
              <a:buNone/>
            </a:pPr>
            <a:r>
              <a:rPr lang="en-ZA" sz="2000" b="1" dirty="0">
                <a:solidFill>
                  <a:schemeClr val="accent1"/>
                </a:solidFill>
              </a:rPr>
              <a:t>13(a) Accumulating</a:t>
            </a:r>
          </a:p>
          <a:p>
            <a:pPr marL="457206" lvl="1" indent="-457200">
              <a:spcBef>
                <a:spcPts val="1000"/>
              </a:spcBef>
              <a:spcAft>
                <a:spcPts val="600"/>
              </a:spcAft>
              <a:buClr>
                <a:schemeClr val="tx1"/>
              </a:buClr>
              <a:buFont typeface="Courier New" panose="02070309020205020404" pitchFamily="49" charset="0"/>
              <a:buChar char="o"/>
            </a:pPr>
            <a:r>
              <a:rPr lang="en-ZA" sz="2000" dirty="0"/>
              <a:t>Recognise: when the employees render service that increases their entitlement to future compensated absences</a:t>
            </a:r>
          </a:p>
          <a:p>
            <a:pPr marL="457206" lvl="1" indent="-457200">
              <a:spcBef>
                <a:spcPts val="1000"/>
              </a:spcBef>
              <a:spcAft>
                <a:spcPts val="600"/>
              </a:spcAft>
              <a:buClr>
                <a:schemeClr val="tx1"/>
              </a:buClr>
              <a:buFont typeface="Courier New" panose="02070309020205020404" pitchFamily="49" charset="0"/>
              <a:buChar char="o"/>
            </a:pPr>
            <a:r>
              <a:rPr lang="en-ZA" sz="2000" dirty="0"/>
              <a:t>Measure: the additional amount that the entity expects to pay as a result of the unused entitlement that has accumulated at the end of the reporting period.  </a:t>
            </a:r>
          </a:p>
          <a:p>
            <a:pPr marL="914406" lvl="2" indent="-457200">
              <a:spcBef>
                <a:spcPts val="1000"/>
              </a:spcBef>
              <a:spcAft>
                <a:spcPts val="600"/>
              </a:spcAft>
              <a:buClr>
                <a:schemeClr val="tx1"/>
              </a:buClr>
              <a:buFont typeface="Courier New" panose="02070309020205020404" pitchFamily="49" charset="0"/>
              <a:buChar char="o"/>
            </a:pPr>
            <a:r>
              <a:rPr lang="en-ZA" dirty="0"/>
              <a:t>vesting:  entitled to a cash payment for unused entitlement on leaving the entity </a:t>
            </a:r>
          </a:p>
          <a:p>
            <a:pPr marL="914406" lvl="2" indent="-457200">
              <a:spcBef>
                <a:spcPts val="1000"/>
              </a:spcBef>
              <a:spcAft>
                <a:spcPts val="600"/>
              </a:spcAft>
              <a:buClr>
                <a:schemeClr val="tx1"/>
              </a:buClr>
              <a:buFont typeface="Courier New" panose="02070309020205020404" pitchFamily="49" charset="0"/>
              <a:buChar char="o"/>
            </a:pPr>
            <a:r>
              <a:rPr lang="en-ZA" dirty="0"/>
              <a:t>non-vesting: not entitled….</a:t>
            </a:r>
          </a:p>
          <a:p>
            <a:pPr marL="1219170" lvl="2" indent="0">
              <a:lnSpc>
                <a:spcPct val="110000"/>
              </a:lnSpc>
              <a:buNone/>
            </a:pPr>
            <a:endParaRPr lang="en-ZA" sz="2600" dirty="0">
              <a:latin typeface="Calibri" panose="020F0502020204030204" pitchFamily="34" charset="0"/>
            </a:endParaRPr>
          </a:p>
          <a:p>
            <a:pPr marL="0" indent="0">
              <a:lnSpc>
                <a:spcPct val="110000"/>
              </a:lnSpc>
              <a:buNone/>
            </a:pPr>
            <a:r>
              <a:rPr lang="en-ZA" sz="2000" b="1" dirty="0">
                <a:solidFill>
                  <a:schemeClr val="accent1"/>
                </a:solidFill>
              </a:rPr>
              <a:t>13(b) Non-accumulating</a:t>
            </a:r>
          </a:p>
          <a:p>
            <a:pPr marL="457206" lvl="1" indent="-457200">
              <a:spcBef>
                <a:spcPts val="1000"/>
              </a:spcBef>
              <a:spcAft>
                <a:spcPts val="600"/>
              </a:spcAft>
              <a:buClr>
                <a:schemeClr val="tx1"/>
              </a:buClr>
              <a:buFont typeface="Courier New" panose="02070309020205020404" pitchFamily="49" charset="0"/>
              <a:buChar char="o"/>
            </a:pPr>
            <a:r>
              <a:rPr lang="en-ZA" sz="2000" dirty="0"/>
              <a:t>Recognise : when the absences occur</a:t>
            </a:r>
          </a:p>
        </p:txBody>
      </p:sp>
    </p:spTree>
    <p:extLst>
      <p:ext uri="{BB962C8B-B14F-4D97-AF65-F5344CB8AC3E}">
        <p14:creationId xmlns:p14="http://schemas.microsoft.com/office/powerpoint/2010/main" val="17918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ppt_y"/>
                                          </p:val>
                                        </p:tav>
                                        <p:tav tm="100000">
                                          <p:val>
                                            <p:strVal val="#ppt_y"/>
                                          </p:val>
                                        </p:tav>
                                      </p:tavLst>
                                    </p:anim>
                                  </p:childTnLst>
                                </p:cTn>
                              </p:par>
                              <p:par>
                                <p:cTn id="15" presetID="2" presetClass="entr" presetSubtype="8" fill="hold" grpId="0" nodeType="with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 calcmode="lin" valueType="num">
                                      <p:cBhvr additive="base">
                                        <p:cTn id="17" dur="500" fill="hold"/>
                                        <p:tgtEl>
                                          <p:spTgt spid="2">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2">
                                            <p:txEl>
                                              <p:pRg st="2" end="2"/>
                                            </p:txEl>
                                          </p:spTgt>
                                        </p:tgtEl>
                                        <p:attrNameLst>
                                          <p:attrName>ppt_y</p:attrName>
                                        </p:attrNameLst>
                                      </p:cBhvr>
                                      <p:tavLst>
                                        <p:tav tm="0">
                                          <p:val>
                                            <p:strVal val="#ppt_y"/>
                                          </p:val>
                                        </p:tav>
                                        <p:tav tm="100000">
                                          <p:val>
                                            <p:strVal val="#ppt_y"/>
                                          </p:val>
                                        </p:tav>
                                      </p:tavLst>
                                    </p:anim>
                                  </p:childTnLst>
                                </p:cTn>
                              </p:par>
                              <p:par>
                                <p:cTn id="19" presetID="2" presetClass="entr" presetSubtype="8" fill="hold" grpId="0" nodeType="withEffect">
                                  <p:stCondLst>
                                    <p:cond delay="0"/>
                                  </p:stCondLst>
                                  <p:childTnLst>
                                    <p:set>
                                      <p:cBhvr>
                                        <p:cTn id="20" dur="1" fill="hold">
                                          <p:stCondLst>
                                            <p:cond delay="0"/>
                                          </p:stCondLst>
                                        </p:cTn>
                                        <p:tgtEl>
                                          <p:spTgt spid="2">
                                            <p:txEl>
                                              <p:pRg st="3" end="3"/>
                                            </p:txEl>
                                          </p:spTgt>
                                        </p:tgtEl>
                                        <p:attrNameLst>
                                          <p:attrName>style.visibility</p:attrName>
                                        </p:attrNameLst>
                                      </p:cBhvr>
                                      <p:to>
                                        <p:strVal val="visible"/>
                                      </p:to>
                                    </p:set>
                                    <p:anim calcmode="lin" valueType="num">
                                      <p:cBhvr additive="base">
                                        <p:cTn id="21" dur="500" fill="hold"/>
                                        <p:tgtEl>
                                          <p:spTgt spid="2">
                                            <p:txEl>
                                              <p:pRg st="3" end="3"/>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2">
                                            <p:txEl>
                                              <p:pRg st="3" end="3"/>
                                            </p:txEl>
                                          </p:spTgt>
                                        </p:tgtEl>
                                        <p:attrNameLst>
                                          <p:attrName>ppt_y</p:attrName>
                                        </p:attrNameLst>
                                      </p:cBhvr>
                                      <p:tavLst>
                                        <p:tav tm="0">
                                          <p:val>
                                            <p:strVal val="#ppt_y"/>
                                          </p:val>
                                        </p:tav>
                                        <p:tav tm="100000">
                                          <p:val>
                                            <p:strVal val="#ppt_y"/>
                                          </p:val>
                                        </p:tav>
                                      </p:tavLst>
                                    </p:anim>
                                  </p:childTnLst>
                                </p:cTn>
                              </p:par>
                              <p:par>
                                <p:cTn id="23" presetID="2" presetClass="entr" presetSubtype="8" fill="hold" grpId="0" nodeType="withEffect">
                                  <p:stCondLst>
                                    <p:cond delay="0"/>
                                  </p:stCondLst>
                                  <p:childTnLst>
                                    <p:set>
                                      <p:cBhvr>
                                        <p:cTn id="24" dur="1" fill="hold">
                                          <p:stCondLst>
                                            <p:cond delay="0"/>
                                          </p:stCondLst>
                                        </p:cTn>
                                        <p:tgtEl>
                                          <p:spTgt spid="2">
                                            <p:txEl>
                                              <p:pRg st="4" end="4"/>
                                            </p:txEl>
                                          </p:spTgt>
                                        </p:tgtEl>
                                        <p:attrNameLst>
                                          <p:attrName>style.visibility</p:attrName>
                                        </p:attrNameLst>
                                      </p:cBhvr>
                                      <p:to>
                                        <p:strVal val="visible"/>
                                      </p:to>
                                    </p:set>
                                    <p:anim calcmode="lin" valueType="num">
                                      <p:cBhvr additive="base">
                                        <p:cTn id="25" dur="500" fill="hold"/>
                                        <p:tgtEl>
                                          <p:spTgt spid="2">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
                                            <p:txEl>
                                              <p:pRg st="4" end="4"/>
                                            </p:txEl>
                                          </p:spTgt>
                                        </p:tgtEl>
                                        <p:attrNameLst>
                                          <p:attrName>ppt_y</p:attrName>
                                        </p:attrNameLst>
                                      </p:cBhvr>
                                      <p:tavLst>
                                        <p:tav tm="0">
                                          <p:val>
                                            <p:strVal val="#ppt_y"/>
                                          </p:val>
                                        </p:tav>
                                        <p:tav tm="100000">
                                          <p:val>
                                            <p:strVal val="#ppt_y"/>
                                          </p:val>
                                        </p:tav>
                                      </p:tavLst>
                                    </p:anim>
                                  </p:childTnLst>
                                </p:cTn>
                              </p:par>
                              <p:par>
                                <p:cTn id="27" presetID="2" presetClass="entr" presetSubtype="8" fill="hold" grpId="0" nodeType="withEffect">
                                  <p:stCondLst>
                                    <p:cond delay="0"/>
                                  </p:stCondLst>
                                  <p:childTnLst>
                                    <p:set>
                                      <p:cBhvr>
                                        <p:cTn id="28" dur="1" fill="hold">
                                          <p:stCondLst>
                                            <p:cond delay="0"/>
                                          </p:stCondLst>
                                        </p:cTn>
                                        <p:tgtEl>
                                          <p:spTgt spid="2">
                                            <p:txEl>
                                              <p:pRg st="5" end="5"/>
                                            </p:txEl>
                                          </p:spTgt>
                                        </p:tgtEl>
                                        <p:attrNameLst>
                                          <p:attrName>style.visibility</p:attrName>
                                        </p:attrNameLst>
                                      </p:cBhvr>
                                      <p:to>
                                        <p:strVal val="visible"/>
                                      </p:to>
                                    </p:set>
                                    <p:anim calcmode="lin" valueType="num">
                                      <p:cBhvr additive="base">
                                        <p:cTn id="29" dur="500" fill="hold"/>
                                        <p:tgtEl>
                                          <p:spTgt spid="2">
                                            <p:txEl>
                                              <p:pRg st="5" end="5"/>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2">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8" fill="hold" grpId="0"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anim calcmode="lin" valueType="num">
                                      <p:cBhvr additive="base">
                                        <p:cTn id="35" dur="500" fill="hold"/>
                                        <p:tgtEl>
                                          <p:spTgt spid="2">
                                            <p:txEl>
                                              <p:pRg st="7" end="7"/>
                                            </p:tx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2">
                                            <p:txEl>
                                              <p:pRg st="7" end="7"/>
                                            </p:txEl>
                                          </p:spTgt>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anim calcmode="lin" valueType="num">
                                      <p:cBhvr additive="base">
                                        <p:cTn id="39" dur="500" fill="hold"/>
                                        <p:tgtEl>
                                          <p:spTgt spid="2">
                                            <p:txEl>
                                              <p:pRg st="8" end="8"/>
                                            </p:txEl>
                                          </p:spTgt>
                                        </p:tgtEl>
                                        <p:attrNameLst>
                                          <p:attrName>ppt_x</p:attrName>
                                        </p:attrNameLst>
                                      </p:cBhvr>
                                      <p:tavLst>
                                        <p:tav tm="0">
                                          <p:val>
                                            <p:strVal val="0-#ppt_w/2"/>
                                          </p:val>
                                        </p:tav>
                                        <p:tav tm="100000">
                                          <p:val>
                                            <p:strVal val="#ppt_x"/>
                                          </p:val>
                                        </p:tav>
                                      </p:tavLst>
                                    </p:anim>
                                    <p:anim calcmode="lin" valueType="num">
                                      <p:cBhvr additive="base">
                                        <p:cTn id="40" dur="500" fill="hold"/>
                                        <p:tgtEl>
                                          <p:spTgt spid="2">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4EF6FAB-C914-A840-AA72-3825B4354A72}"/>
              </a:ext>
            </a:extLst>
          </p:cNvPr>
          <p:cNvSpPr>
            <a:spLocks noGrp="1"/>
          </p:cNvSpPr>
          <p:nvPr>
            <p:ph type="title"/>
          </p:nvPr>
        </p:nvSpPr>
        <p:spPr/>
        <p:txBody>
          <a:bodyPr>
            <a:normAutofit/>
          </a:bodyPr>
          <a:lstStyle/>
          <a:p>
            <a:r>
              <a:rPr lang="en-US" sz="3200" b="1" dirty="0">
                <a:latin typeface="Calibri" panose="020F0502020204030204" pitchFamily="34" charset="0"/>
              </a:rPr>
              <a:t>IAS 19 EMPLOYEE BENEFITS</a:t>
            </a:r>
            <a:br>
              <a:rPr lang="en-US" sz="3200" b="1" dirty="0">
                <a:latin typeface="Calibri" panose="020F0502020204030204" pitchFamily="34" charset="0"/>
              </a:rPr>
            </a:br>
            <a:r>
              <a:rPr lang="en-US" sz="3200" b="1" dirty="0">
                <a:latin typeface="Calibri" panose="020F0502020204030204" pitchFamily="34" charset="0"/>
              </a:rPr>
              <a:t>P</a:t>
            </a:r>
            <a:r>
              <a:rPr lang="en-US" sz="3200" dirty="0">
                <a:latin typeface="Calibri" panose="020F0502020204030204" pitchFamily="34" charset="0"/>
              </a:rPr>
              <a:t>ost-employment benefits</a:t>
            </a:r>
            <a:endParaRPr lang="en-GB" dirty="0"/>
          </a:p>
        </p:txBody>
      </p:sp>
      <p:sp>
        <p:nvSpPr>
          <p:cNvPr id="2" name="Rectangle 3">
            <a:extLst>
              <a:ext uri="{FF2B5EF4-FFF2-40B4-BE49-F238E27FC236}">
                <a16:creationId xmlns:a16="http://schemas.microsoft.com/office/drawing/2014/main" id="{4C4B5049-6707-3A3B-73A6-3AF0791E2F88}"/>
              </a:ext>
            </a:extLst>
          </p:cNvPr>
          <p:cNvSpPr txBox="1">
            <a:spLocks noChangeArrowheads="1"/>
          </p:cNvSpPr>
          <p:nvPr/>
        </p:nvSpPr>
        <p:spPr>
          <a:xfrm>
            <a:off x="285123" y="1388869"/>
            <a:ext cx="11544927" cy="5080511"/>
          </a:xfrm>
          <a:prstGeom prst="rect">
            <a:avLst/>
          </a:prstGeom>
        </p:spPr>
        <p:style>
          <a:lnRef idx="2">
            <a:schemeClr val="dk1"/>
          </a:lnRef>
          <a:fillRef idx="1">
            <a:schemeClr val="lt1"/>
          </a:fillRef>
          <a:effectRef idx="0">
            <a:schemeClr val="dk1"/>
          </a:effectRef>
          <a:fontRef idx="minor">
            <a:schemeClr val="dk1"/>
          </a:fontRef>
        </p:style>
        <p:txBody>
          <a:bodyPr>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2400" b="0" i="0" kern="1200">
                <a:solidFill>
                  <a:schemeClr val="dk1"/>
                </a:solidFill>
                <a:latin typeface="+mn-lt"/>
                <a:ea typeface="+mn-ea"/>
                <a:cs typeface="+mn-cs"/>
              </a:defRPr>
            </a:lvl1pPr>
            <a:lvl2pPr marL="685800" indent="-228600" algn="l" defTabSz="914400" rtl="0" eaLnBrk="1" latinLnBrk="0" hangingPunct="1">
              <a:lnSpc>
                <a:spcPct val="100000"/>
              </a:lnSpc>
              <a:spcBef>
                <a:spcPts val="500"/>
              </a:spcBef>
              <a:buClr>
                <a:schemeClr val="accent2"/>
              </a:buClr>
              <a:buFont typeface="Arial" panose="020B0604020202020204" pitchFamily="34" charset="0"/>
              <a:buChar char="•"/>
              <a:defRPr sz="2200" b="0" i="0" kern="1200">
                <a:solidFill>
                  <a:schemeClr val="dk1"/>
                </a:solidFill>
                <a:latin typeface="+mn-lt"/>
                <a:ea typeface="+mn-ea"/>
                <a:cs typeface="+mn-cs"/>
              </a:defRPr>
            </a:lvl2pPr>
            <a:lvl3pPr marL="1143000" indent="-228600" algn="l" defTabSz="914400" rtl="0" eaLnBrk="1" latinLnBrk="0" hangingPunct="1">
              <a:lnSpc>
                <a:spcPct val="100000"/>
              </a:lnSpc>
              <a:spcBef>
                <a:spcPts val="500"/>
              </a:spcBef>
              <a:buClr>
                <a:schemeClr val="accent2"/>
              </a:buClr>
              <a:buFont typeface="Arial" panose="020B0604020202020204" pitchFamily="34" charset="0"/>
              <a:buChar char="•"/>
              <a:defRPr sz="2000" b="0" i="0" kern="1200">
                <a:solidFill>
                  <a:schemeClr val="dk1"/>
                </a:solidFill>
                <a:latin typeface="+mn-lt"/>
                <a:ea typeface="+mn-ea"/>
                <a:cs typeface="+mn-cs"/>
              </a:defRPr>
            </a:lvl3pPr>
            <a:lvl4pPr marL="1600200" indent="-228600" algn="l" defTabSz="914400" rtl="0" eaLnBrk="1" latinLnBrk="0" hangingPunct="1">
              <a:lnSpc>
                <a:spcPct val="100000"/>
              </a:lnSpc>
              <a:spcBef>
                <a:spcPts val="500"/>
              </a:spcBef>
              <a:buClr>
                <a:schemeClr val="accent2"/>
              </a:buClr>
              <a:buFont typeface="Arial" panose="020B0604020202020204" pitchFamily="34" charset="0"/>
              <a:buChar char="•"/>
              <a:defRPr sz="1800" b="0" i="0" kern="1200">
                <a:solidFill>
                  <a:schemeClr val="dk1"/>
                </a:solidFill>
                <a:latin typeface="+mn-lt"/>
                <a:ea typeface="+mn-ea"/>
                <a:cs typeface="+mn-cs"/>
              </a:defRPr>
            </a:lvl4pPr>
            <a:lvl5pPr marL="2057400" indent="-228600" algn="l" defTabSz="914400" rtl="0" eaLnBrk="1" latinLnBrk="0" hangingPunct="1">
              <a:lnSpc>
                <a:spcPct val="100000"/>
              </a:lnSpc>
              <a:spcBef>
                <a:spcPts val="500"/>
              </a:spcBef>
              <a:buClr>
                <a:schemeClr val="accent2"/>
              </a:buClr>
              <a:buFont typeface="Arial" panose="020B0604020202020204" pitchFamily="34" charset="0"/>
              <a:buChar char="•"/>
              <a:defRPr sz="1800" b="0" i="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57227" indent="-533407">
              <a:buNone/>
            </a:pPr>
            <a:r>
              <a:rPr lang="en-US" sz="2000" b="1" dirty="0">
                <a:solidFill>
                  <a:schemeClr val="accent1"/>
                </a:solidFill>
              </a:rPr>
              <a:t>Definition (.08)</a:t>
            </a:r>
          </a:p>
          <a:p>
            <a:pPr marL="990613" lvl="1" indent="-533407">
              <a:buNone/>
            </a:pPr>
            <a:r>
              <a:rPr lang="en-US" sz="2000" dirty="0"/>
              <a:t>	</a:t>
            </a:r>
            <a:r>
              <a:rPr lang="en-ZA" sz="2000" dirty="0"/>
              <a:t>Employee benefits (other than termination benefits and Short-term benefits) which are payable after the completion of employment</a:t>
            </a:r>
            <a:endParaRPr lang="en-US" sz="2000" dirty="0"/>
          </a:p>
          <a:p>
            <a:pPr marL="990613" lvl="1" indent="-533407">
              <a:buFont typeface="Arial" panose="020B0604020202020204" pitchFamily="34" charset="0"/>
              <a:buNone/>
            </a:pPr>
            <a:endParaRPr lang="af-ZA" sz="2000" dirty="0"/>
          </a:p>
          <a:p>
            <a:pPr marL="228600" lvl="1">
              <a:spcBef>
                <a:spcPts val="1000"/>
              </a:spcBef>
              <a:buClr>
                <a:schemeClr val="tx1"/>
              </a:buClr>
              <a:buFont typeface="Courier New" panose="02070309020205020404" pitchFamily="49" charset="0"/>
              <a:buChar char="o"/>
            </a:pPr>
            <a:r>
              <a:rPr lang="en-US" sz="2000" dirty="0"/>
              <a:t>Defined contribution plans</a:t>
            </a:r>
          </a:p>
          <a:p>
            <a:pPr marL="228600" lvl="1">
              <a:spcBef>
                <a:spcPts val="1000"/>
              </a:spcBef>
              <a:buClr>
                <a:schemeClr val="tx1"/>
              </a:buClr>
              <a:buFont typeface="Courier New" panose="02070309020205020404" pitchFamily="49" charset="0"/>
              <a:buChar char="o"/>
            </a:pPr>
            <a:endParaRPr lang="en-US" sz="2000" dirty="0"/>
          </a:p>
          <a:p>
            <a:pPr marL="228600" lvl="1">
              <a:spcBef>
                <a:spcPts val="1000"/>
              </a:spcBef>
              <a:buClr>
                <a:schemeClr val="tx1"/>
              </a:buClr>
              <a:buFont typeface="Courier New" panose="02070309020205020404" pitchFamily="49" charset="0"/>
              <a:buChar char="o"/>
            </a:pPr>
            <a:r>
              <a:rPr lang="en-US" sz="2000" dirty="0"/>
              <a:t>Defined benefit plans (</a:t>
            </a:r>
            <a:r>
              <a:rPr lang="en-ZA" sz="2000" dirty="0"/>
              <a:t>excluded from SAICA syllabus</a:t>
            </a:r>
            <a:r>
              <a:rPr lang="af-ZA" sz="2000" dirty="0"/>
              <a:t>)</a:t>
            </a:r>
          </a:p>
          <a:p>
            <a:pPr marL="457206" lvl="1" indent="0">
              <a:buNone/>
            </a:pPr>
            <a:endParaRPr lang="en-US" sz="2000" dirty="0"/>
          </a:p>
        </p:txBody>
      </p:sp>
    </p:spTree>
    <p:extLst>
      <p:ext uri="{BB962C8B-B14F-4D97-AF65-F5344CB8AC3E}">
        <p14:creationId xmlns:p14="http://schemas.microsoft.com/office/powerpoint/2010/main" val="34724152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4EF6FAB-C914-A840-AA72-3825B4354A72}"/>
              </a:ext>
            </a:extLst>
          </p:cNvPr>
          <p:cNvSpPr>
            <a:spLocks noGrp="1"/>
          </p:cNvSpPr>
          <p:nvPr>
            <p:ph type="title"/>
          </p:nvPr>
        </p:nvSpPr>
        <p:spPr/>
        <p:txBody>
          <a:bodyPr>
            <a:normAutofit/>
          </a:bodyPr>
          <a:lstStyle/>
          <a:p>
            <a:r>
              <a:rPr lang="en-US" sz="3200" b="1" dirty="0">
                <a:latin typeface="Calibri" panose="020F0502020204030204" pitchFamily="34" charset="0"/>
              </a:rPr>
              <a:t>IAS 19 EMPLOYEE BENEFITS</a:t>
            </a:r>
            <a:br>
              <a:rPr lang="en-US" sz="3200" b="1" dirty="0">
                <a:latin typeface="Calibri" panose="020F0502020204030204" pitchFamily="34" charset="0"/>
              </a:rPr>
            </a:br>
            <a:r>
              <a:rPr lang="en-US" sz="3200" b="1" dirty="0">
                <a:latin typeface="Calibri" panose="020F0502020204030204" pitchFamily="34" charset="0"/>
              </a:rPr>
              <a:t>P</a:t>
            </a:r>
            <a:r>
              <a:rPr lang="en-US" sz="3200" dirty="0">
                <a:latin typeface="Calibri" panose="020F0502020204030204" pitchFamily="34" charset="0"/>
              </a:rPr>
              <a:t>ost-employment benefits</a:t>
            </a:r>
            <a:endParaRPr lang="en-GB" dirty="0"/>
          </a:p>
        </p:txBody>
      </p:sp>
      <p:pic>
        <p:nvPicPr>
          <p:cNvPr id="6" name="Picture 5">
            <a:extLst>
              <a:ext uri="{FF2B5EF4-FFF2-40B4-BE49-F238E27FC236}">
                <a16:creationId xmlns:a16="http://schemas.microsoft.com/office/drawing/2014/main" id="{0E71D0C4-82FC-0988-D1A2-5CC1EA7454FE}"/>
              </a:ext>
            </a:extLst>
          </p:cNvPr>
          <p:cNvPicPr>
            <a:picLocks noChangeAspect="1"/>
          </p:cNvPicPr>
          <p:nvPr/>
        </p:nvPicPr>
        <p:blipFill>
          <a:blip r:embed="rId2"/>
          <a:stretch>
            <a:fillRect/>
          </a:stretch>
        </p:blipFill>
        <p:spPr>
          <a:xfrm>
            <a:off x="547834" y="1380744"/>
            <a:ext cx="8266106" cy="5040779"/>
          </a:xfrm>
          <a:prstGeom prst="rect">
            <a:avLst/>
          </a:prstGeom>
          <a:ln>
            <a:solidFill>
              <a:schemeClr val="accent1"/>
            </a:solidFill>
          </a:ln>
        </p:spPr>
      </p:pic>
    </p:spTree>
    <p:extLst>
      <p:ext uri="{BB962C8B-B14F-4D97-AF65-F5344CB8AC3E}">
        <p14:creationId xmlns:p14="http://schemas.microsoft.com/office/powerpoint/2010/main" val="41551564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4EF6FAB-C914-A840-AA72-3825B4354A72}"/>
              </a:ext>
            </a:extLst>
          </p:cNvPr>
          <p:cNvSpPr>
            <a:spLocks noGrp="1"/>
          </p:cNvSpPr>
          <p:nvPr>
            <p:ph type="title"/>
          </p:nvPr>
        </p:nvSpPr>
        <p:spPr/>
        <p:txBody>
          <a:bodyPr/>
          <a:lstStyle/>
          <a:p>
            <a:r>
              <a:rPr lang="en-US" sz="3200" b="1" dirty="0">
                <a:latin typeface="Calibri" panose="020F0502020204030204" pitchFamily="34" charset="0"/>
              </a:rPr>
              <a:t>IAS 19 EMPLOYEE BENEFITS</a:t>
            </a:r>
            <a:br>
              <a:rPr lang="en-US" sz="3200" b="1" dirty="0">
                <a:latin typeface="Calibri" panose="020F0502020204030204" pitchFamily="34" charset="0"/>
              </a:rPr>
            </a:br>
            <a:r>
              <a:rPr lang="en-US" sz="3200" b="1" dirty="0">
                <a:latin typeface="Calibri" panose="020F0502020204030204" pitchFamily="34" charset="0"/>
              </a:rPr>
              <a:t>P</a:t>
            </a:r>
            <a:r>
              <a:rPr lang="en-US" sz="3200" dirty="0">
                <a:latin typeface="Calibri" panose="020F0502020204030204" pitchFamily="34" charset="0"/>
              </a:rPr>
              <a:t>ost-employment benefits</a:t>
            </a:r>
            <a:endParaRPr lang="en-GB" dirty="0"/>
          </a:p>
        </p:txBody>
      </p:sp>
      <p:sp>
        <p:nvSpPr>
          <p:cNvPr id="2" name="Rectangle 3">
            <a:extLst>
              <a:ext uri="{FF2B5EF4-FFF2-40B4-BE49-F238E27FC236}">
                <a16:creationId xmlns:a16="http://schemas.microsoft.com/office/drawing/2014/main" id="{91724B7B-E610-0AC2-0FC3-A5D8661C242E}"/>
              </a:ext>
            </a:extLst>
          </p:cNvPr>
          <p:cNvSpPr txBox="1">
            <a:spLocks noChangeArrowheads="1"/>
          </p:cNvSpPr>
          <p:nvPr/>
        </p:nvSpPr>
        <p:spPr>
          <a:xfrm>
            <a:off x="216543" y="1374368"/>
            <a:ext cx="11773527" cy="5037862"/>
          </a:xfrm>
          <a:prstGeom prst="rect">
            <a:avLst/>
          </a:prstGeom>
        </p:spPr>
        <p:style>
          <a:lnRef idx="2">
            <a:schemeClr val="dk1"/>
          </a:lnRef>
          <a:fillRef idx="1">
            <a:schemeClr val="lt1"/>
          </a:fillRef>
          <a:effectRef idx="0">
            <a:schemeClr val="dk1"/>
          </a:effectRef>
          <a:fontRef idx="minor">
            <a:schemeClr val="dk1"/>
          </a:fontRef>
        </p:style>
        <p:txBody>
          <a:bodyPr>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2400" b="0" i="0" kern="1200">
                <a:solidFill>
                  <a:schemeClr val="dk1"/>
                </a:solidFill>
                <a:latin typeface="+mn-lt"/>
                <a:ea typeface="+mn-ea"/>
                <a:cs typeface="+mn-cs"/>
              </a:defRPr>
            </a:lvl1pPr>
            <a:lvl2pPr marL="685800" indent="-228600" algn="l" defTabSz="914400" rtl="0" eaLnBrk="1" latinLnBrk="0" hangingPunct="1">
              <a:lnSpc>
                <a:spcPct val="100000"/>
              </a:lnSpc>
              <a:spcBef>
                <a:spcPts val="500"/>
              </a:spcBef>
              <a:buClr>
                <a:schemeClr val="accent2"/>
              </a:buClr>
              <a:buFont typeface="Arial" panose="020B0604020202020204" pitchFamily="34" charset="0"/>
              <a:buChar char="•"/>
              <a:defRPr sz="2200" b="0" i="0" kern="1200">
                <a:solidFill>
                  <a:schemeClr val="dk1"/>
                </a:solidFill>
                <a:latin typeface="+mn-lt"/>
                <a:ea typeface="+mn-ea"/>
                <a:cs typeface="+mn-cs"/>
              </a:defRPr>
            </a:lvl2pPr>
            <a:lvl3pPr marL="1143000" indent="-228600" algn="l" defTabSz="914400" rtl="0" eaLnBrk="1" latinLnBrk="0" hangingPunct="1">
              <a:lnSpc>
                <a:spcPct val="100000"/>
              </a:lnSpc>
              <a:spcBef>
                <a:spcPts val="500"/>
              </a:spcBef>
              <a:buClr>
                <a:schemeClr val="accent2"/>
              </a:buClr>
              <a:buFont typeface="Arial" panose="020B0604020202020204" pitchFamily="34" charset="0"/>
              <a:buChar char="•"/>
              <a:defRPr sz="2000" b="0" i="0" kern="1200">
                <a:solidFill>
                  <a:schemeClr val="dk1"/>
                </a:solidFill>
                <a:latin typeface="+mn-lt"/>
                <a:ea typeface="+mn-ea"/>
                <a:cs typeface="+mn-cs"/>
              </a:defRPr>
            </a:lvl3pPr>
            <a:lvl4pPr marL="1600200" indent="-228600" algn="l" defTabSz="914400" rtl="0" eaLnBrk="1" latinLnBrk="0" hangingPunct="1">
              <a:lnSpc>
                <a:spcPct val="100000"/>
              </a:lnSpc>
              <a:spcBef>
                <a:spcPts val="500"/>
              </a:spcBef>
              <a:buClr>
                <a:schemeClr val="accent2"/>
              </a:buClr>
              <a:buFont typeface="Arial" panose="020B0604020202020204" pitchFamily="34" charset="0"/>
              <a:buChar char="•"/>
              <a:defRPr sz="1800" b="0" i="0" kern="1200">
                <a:solidFill>
                  <a:schemeClr val="dk1"/>
                </a:solidFill>
                <a:latin typeface="+mn-lt"/>
                <a:ea typeface="+mn-ea"/>
                <a:cs typeface="+mn-cs"/>
              </a:defRPr>
            </a:lvl4pPr>
            <a:lvl5pPr marL="2057400" indent="-228600" algn="l" defTabSz="914400" rtl="0" eaLnBrk="1" latinLnBrk="0" hangingPunct="1">
              <a:lnSpc>
                <a:spcPct val="100000"/>
              </a:lnSpc>
              <a:spcBef>
                <a:spcPts val="500"/>
              </a:spcBef>
              <a:buClr>
                <a:schemeClr val="accent2"/>
              </a:buClr>
              <a:buFont typeface="Arial" panose="020B0604020202020204" pitchFamily="34" charset="0"/>
              <a:buChar char="•"/>
              <a:defRPr sz="1800" b="0" i="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buNone/>
            </a:pPr>
            <a:r>
              <a:rPr lang="en-US" sz="2000" b="1" dirty="0">
                <a:solidFill>
                  <a:schemeClr val="accent1"/>
                </a:solidFill>
              </a:rPr>
              <a:t>Defined contribution plans</a:t>
            </a:r>
          </a:p>
          <a:p>
            <a:pPr marL="0" indent="0">
              <a:buNone/>
            </a:pPr>
            <a:r>
              <a:rPr lang="en-US" sz="2000" b="1" dirty="0">
                <a:solidFill>
                  <a:schemeClr val="accent1"/>
                </a:solidFill>
              </a:rPr>
              <a:t>Recognition &amp; measurement (.51 - .52)</a:t>
            </a:r>
            <a:r>
              <a:rPr lang="en-US" sz="2000" b="1" dirty="0">
                <a:solidFill>
                  <a:schemeClr val="accent2">
                    <a:lumMod val="75000"/>
                  </a:schemeClr>
                </a:solidFill>
              </a:rPr>
              <a:t>	</a:t>
            </a:r>
          </a:p>
          <a:p>
            <a:pPr>
              <a:buClr>
                <a:schemeClr val="tx1"/>
              </a:buClr>
              <a:buFont typeface="Courier New" panose="02070309020205020404" pitchFamily="49" charset="0"/>
              <a:buChar char="o"/>
            </a:pPr>
            <a:r>
              <a:rPr lang="en-ZA" sz="2200" b="1" dirty="0"/>
              <a:t>Entry</a:t>
            </a:r>
            <a:r>
              <a:rPr lang="en-US" sz="2200" dirty="0"/>
              <a:t>	</a:t>
            </a:r>
          </a:p>
          <a:p>
            <a:pPr lvl="1">
              <a:buClr>
                <a:schemeClr val="tx1"/>
              </a:buClr>
              <a:buFont typeface="Courier New" panose="02070309020205020404" pitchFamily="49" charset="0"/>
              <a:buChar char="o"/>
            </a:pPr>
            <a:r>
              <a:rPr lang="en-US" sz="2000" b="1" dirty="0"/>
              <a:t>   </a:t>
            </a:r>
            <a:r>
              <a:rPr lang="en-ZA" sz="2000" dirty="0"/>
              <a:t>When an employee has rendered service to an entity during a period:</a:t>
            </a:r>
          </a:p>
          <a:p>
            <a:pPr lvl="1">
              <a:buNone/>
            </a:pPr>
            <a:r>
              <a:rPr lang="en-US" sz="2000" b="1" dirty="0"/>
              <a:t> 		</a:t>
            </a:r>
            <a:r>
              <a:rPr lang="en-US" sz="2000" b="1" i="1" dirty="0"/>
              <a:t>Dr Expense (P/L)</a:t>
            </a:r>
          </a:p>
          <a:p>
            <a:pPr lvl="2">
              <a:buNone/>
            </a:pPr>
            <a:r>
              <a:rPr lang="en-US" b="1" i="1" dirty="0"/>
              <a:t>		Cr Liability / Bank (SFP)</a:t>
            </a:r>
          </a:p>
          <a:p>
            <a:pPr lvl="2">
              <a:buNone/>
            </a:pPr>
            <a:endParaRPr lang="en-US" dirty="0"/>
          </a:p>
          <a:p>
            <a:pPr lvl="1">
              <a:buClr>
                <a:schemeClr val="tx1"/>
              </a:buClr>
              <a:buFont typeface="Courier New" panose="02070309020205020404" pitchFamily="49" charset="0"/>
              <a:buChar char="o"/>
            </a:pPr>
            <a:r>
              <a:rPr lang="en-ZA" sz="2000" dirty="0"/>
              <a:t>Where contributions do not fall due wholly within twelve months after the end of the period in which the employees render the related service, they shall be discounted using the discount rate</a:t>
            </a:r>
          </a:p>
          <a:p>
            <a:pPr lvl="1"/>
            <a:endParaRPr lang="en-US" sz="2000" dirty="0"/>
          </a:p>
          <a:p>
            <a:pPr marL="0" indent="0">
              <a:buNone/>
            </a:pPr>
            <a:r>
              <a:rPr lang="en-US" sz="2000" b="1" dirty="0">
                <a:solidFill>
                  <a:schemeClr val="accent1"/>
                </a:solidFill>
              </a:rPr>
              <a:t>Disclosure (.53 - .54)</a:t>
            </a:r>
          </a:p>
          <a:p>
            <a:pPr lvl="1">
              <a:buClr>
                <a:schemeClr val="tx1"/>
              </a:buClr>
              <a:buFont typeface="Courier New" panose="02070309020205020404" pitchFamily="49" charset="0"/>
              <a:buChar char="o"/>
            </a:pPr>
            <a:r>
              <a:rPr lang="en-ZA" sz="2000" dirty="0"/>
              <a:t>the amount recognised as an expense</a:t>
            </a:r>
            <a:endParaRPr lang="en-US" sz="2000" dirty="0"/>
          </a:p>
          <a:p>
            <a:pPr>
              <a:buFont typeface="Wingdings" pitchFamily="2" charset="2"/>
              <a:buNone/>
            </a:pPr>
            <a:endParaRPr lang="en-US" sz="2000" b="1" i="1" dirty="0"/>
          </a:p>
          <a:p>
            <a:pPr lvl="1">
              <a:buFont typeface="Wingdings" pitchFamily="2" charset="2"/>
              <a:buNone/>
            </a:pPr>
            <a:endParaRPr lang="en-US" sz="2000" dirty="0"/>
          </a:p>
        </p:txBody>
      </p:sp>
    </p:spTree>
    <p:extLst>
      <p:ext uri="{BB962C8B-B14F-4D97-AF65-F5344CB8AC3E}">
        <p14:creationId xmlns:p14="http://schemas.microsoft.com/office/powerpoint/2010/main" val="1755796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anim calcmode="lin" valueType="num">
                                      <p:cBhvr additive="base">
                                        <p:cTn id="23" dur="500" fill="hold"/>
                                        <p:tgtEl>
                                          <p:spTgt spid="2">
                                            <p:txEl>
                                              <p:pRg st="3" end="3"/>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2">
                                            <p:txEl>
                                              <p:pRg st="3" end="3"/>
                                            </p:txEl>
                                          </p:spTgt>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 calcmode="lin" valueType="num">
                                      <p:cBhvr additive="base">
                                        <p:cTn id="27" dur="500" fill="hold"/>
                                        <p:tgtEl>
                                          <p:spTgt spid="2">
                                            <p:txEl>
                                              <p:pRg st="4" end="4"/>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2">
                                            <p:txEl>
                                              <p:pRg st="4" end="4"/>
                                            </p:txEl>
                                          </p:spTgt>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anim calcmode="lin" valueType="num">
                                      <p:cBhvr additive="base">
                                        <p:cTn id="31" dur="500" fill="hold"/>
                                        <p:tgtEl>
                                          <p:spTgt spid="2">
                                            <p:txEl>
                                              <p:pRg st="5" end="5"/>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
                                            <p:txEl>
                                              <p:pRg st="5" end="5"/>
                                            </p:txEl>
                                          </p:spTgt>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anim calcmode="lin" valueType="num">
                                      <p:cBhvr additive="base">
                                        <p:cTn id="35" dur="500" fill="hold"/>
                                        <p:tgtEl>
                                          <p:spTgt spid="2">
                                            <p:txEl>
                                              <p:pRg st="7" end="7"/>
                                            </p:tx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2">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8" fill="hold" grpId="0" nodeType="clickEffect">
                                  <p:stCondLst>
                                    <p:cond delay="0"/>
                                  </p:stCondLst>
                                  <p:childTnLst>
                                    <p:set>
                                      <p:cBhvr>
                                        <p:cTn id="40" dur="1" fill="hold">
                                          <p:stCondLst>
                                            <p:cond delay="0"/>
                                          </p:stCondLst>
                                        </p:cTn>
                                        <p:tgtEl>
                                          <p:spTgt spid="2">
                                            <p:txEl>
                                              <p:pRg st="9" end="9"/>
                                            </p:txEl>
                                          </p:spTgt>
                                        </p:tgtEl>
                                        <p:attrNameLst>
                                          <p:attrName>style.visibility</p:attrName>
                                        </p:attrNameLst>
                                      </p:cBhvr>
                                      <p:to>
                                        <p:strVal val="visible"/>
                                      </p:to>
                                    </p:set>
                                    <p:anim calcmode="lin" valueType="num">
                                      <p:cBhvr additive="base">
                                        <p:cTn id="41" dur="500" fill="hold"/>
                                        <p:tgtEl>
                                          <p:spTgt spid="2">
                                            <p:txEl>
                                              <p:pRg st="9" end="9"/>
                                            </p:txEl>
                                          </p:spTgt>
                                        </p:tgtEl>
                                        <p:attrNameLst>
                                          <p:attrName>ppt_x</p:attrName>
                                        </p:attrNameLst>
                                      </p:cBhvr>
                                      <p:tavLst>
                                        <p:tav tm="0">
                                          <p:val>
                                            <p:strVal val="0-#ppt_w/2"/>
                                          </p:val>
                                        </p:tav>
                                        <p:tav tm="100000">
                                          <p:val>
                                            <p:strVal val="#ppt_x"/>
                                          </p:val>
                                        </p:tav>
                                      </p:tavLst>
                                    </p:anim>
                                    <p:anim calcmode="lin" valueType="num">
                                      <p:cBhvr additive="base">
                                        <p:cTn id="42" dur="500" fill="hold"/>
                                        <p:tgtEl>
                                          <p:spTgt spid="2">
                                            <p:txEl>
                                              <p:pRg st="9" end="9"/>
                                            </p:txEl>
                                          </p:spTgt>
                                        </p:tgtEl>
                                        <p:attrNameLst>
                                          <p:attrName>ppt_y</p:attrName>
                                        </p:attrNameLst>
                                      </p:cBhvr>
                                      <p:tavLst>
                                        <p:tav tm="0">
                                          <p:val>
                                            <p:strVal val="#ppt_y"/>
                                          </p:val>
                                        </p:tav>
                                        <p:tav tm="100000">
                                          <p:val>
                                            <p:strVal val="#ppt_y"/>
                                          </p:val>
                                        </p:tav>
                                      </p:tavLst>
                                    </p:anim>
                                  </p:childTnLst>
                                </p:cTn>
                              </p:par>
                              <p:par>
                                <p:cTn id="43" presetID="2" presetClass="entr" presetSubtype="8" fill="hold" grpId="0" nodeType="withEffect">
                                  <p:stCondLst>
                                    <p:cond delay="0"/>
                                  </p:stCondLst>
                                  <p:childTnLst>
                                    <p:set>
                                      <p:cBhvr>
                                        <p:cTn id="44" dur="1" fill="hold">
                                          <p:stCondLst>
                                            <p:cond delay="0"/>
                                          </p:stCondLst>
                                        </p:cTn>
                                        <p:tgtEl>
                                          <p:spTgt spid="2">
                                            <p:txEl>
                                              <p:pRg st="10" end="10"/>
                                            </p:txEl>
                                          </p:spTgt>
                                        </p:tgtEl>
                                        <p:attrNameLst>
                                          <p:attrName>style.visibility</p:attrName>
                                        </p:attrNameLst>
                                      </p:cBhvr>
                                      <p:to>
                                        <p:strVal val="visible"/>
                                      </p:to>
                                    </p:set>
                                    <p:anim calcmode="lin" valueType="num">
                                      <p:cBhvr additive="base">
                                        <p:cTn id="45" dur="500" fill="hold"/>
                                        <p:tgtEl>
                                          <p:spTgt spid="2">
                                            <p:txEl>
                                              <p:pRg st="10" end="10"/>
                                            </p:txEl>
                                          </p:spTgt>
                                        </p:tgtEl>
                                        <p:attrNameLst>
                                          <p:attrName>ppt_x</p:attrName>
                                        </p:attrNameLst>
                                      </p:cBhvr>
                                      <p:tavLst>
                                        <p:tav tm="0">
                                          <p:val>
                                            <p:strVal val="0-#ppt_w/2"/>
                                          </p:val>
                                        </p:tav>
                                        <p:tav tm="100000">
                                          <p:val>
                                            <p:strVal val="#ppt_x"/>
                                          </p:val>
                                        </p:tav>
                                      </p:tavLst>
                                    </p:anim>
                                    <p:anim calcmode="lin" valueType="num">
                                      <p:cBhvr additive="base">
                                        <p:cTn id="46" dur="500" fill="hold"/>
                                        <p:tgtEl>
                                          <p:spTgt spid="2">
                                            <p:txEl>
                                              <p:pRg st="10" end="1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4EF6FAB-C914-A840-AA72-3825B4354A72}"/>
              </a:ext>
            </a:extLst>
          </p:cNvPr>
          <p:cNvSpPr>
            <a:spLocks noGrp="1"/>
          </p:cNvSpPr>
          <p:nvPr>
            <p:ph type="title"/>
          </p:nvPr>
        </p:nvSpPr>
        <p:spPr/>
        <p:txBody>
          <a:bodyPr>
            <a:normAutofit/>
          </a:bodyPr>
          <a:lstStyle/>
          <a:p>
            <a:r>
              <a:rPr lang="en-US" sz="3200" b="1" dirty="0">
                <a:latin typeface="Calibri" panose="020F0502020204030204" pitchFamily="34" charset="0"/>
              </a:rPr>
              <a:t>IAS 19 EMPLOYEE BENEFITS </a:t>
            </a:r>
            <a:br>
              <a:rPr lang="en-US" sz="3200" dirty="0">
                <a:latin typeface="Calibri" panose="020F0502020204030204" pitchFamily="34" charset="0"/>
              </a:rPr>
            </a:br>
            <a:r>
              <a:rPr lang="en-US" sz="3200" dirty="0">
                <a:latin typeface="Calibri" panose="020F0502020204030204" pitchFamily="34" charset="0"/>
              </a:rPr>
              <a:t>Termination benefits </a:t>
            </a:r>
            <a:r>
              <a:rPr lang="en-US" sz="2200" dirty="0">
                <a:latin typeface="Calibri" panose="020F0502020204030204" pitchFamily="34" charset="0"/>
              </a:rPr>
              <a:t>(.159 - .164)</a:t>
            </a:r>
            <a:r>
              <a:rPr lang="en-US" sz="2200" b="1" dirty="0">
                <a:latin typeface="Calibri" panose="020F0502020204030204" pitchFamily="34" charset="0"/>
              </a:rPr>
              <a:t> </a:t>
            </a:r>
            <a:endParaRPr lang="en-GB" dirty="0"/>
          </a:p>
        </p:txBody>
      </p:sp>
      <p:sp>
        <p:nvSpPr>
          <p:cNvPr id="2" name="Rectangle 3">
            <a:extLst>
              <a:ext uri="{FF2B5EF4-FFF2-40B4-BE49-F238E27FC236}">
                <a16:creationId xmlns:a16="http://schemas.microsoft.com/office/drawing/2014/main" id="{597118DE-D910-C933-CABB-A48AD2BD9207}"/>
              </a:ext>
            </a:extLst>
          </p:cNvPr>
          <p:cNvSpPr txBox="1">
            <a:spLocks noChangeArrowheads="1"/>
          </p:cNvSpPr>
          <p:nvPr/>
        </p:nvSpPr>
        <p:spPr>
          <a:xfrm>
            <a:off x="250833" y="1512917"/>
            <a:ext cx="11624937" cy="4579273"/>
          </a:xfrm>
          <a:prstGeom prst="rect">
            <a:avLst/>
          </a:prstGeom>
        </p:spPr>
        <p:style>
          <a:lnRef idx="2">
            <a:schemeClr val="dk1"/>
          </a:lnRef>
          <a:fillRef idx="1">
            <a:schemeClr val="lt1"/>
          </a:fillRef>
          <a:effectRef idx="0">
            <a:schemeClr val="dk1"/>
          </a:effectRef>
          <a:fontRef idx="minor">
            <a:schemeClr val="dk1"/>
          </a:fontRef>
        </p:style>
        <p:txBody>
          <a:bodyPr>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2400" b="0" i="0" kern="1200">
                <a:solidFill>
                  <a:schemeClr val="dk1"/>
                </a:solidFill>
                <a:latin typeface="+mn-lt"/>
                <a:ea typeface="+mn-ea"/>
                <a:cs typeface="+mn-cs"/>
              </a:defRPr>
            </a:lvl1pPr>
            <a:lvl2pPr marL="685800" indent="-228600" algn="l" defTabSz="914400" rtl="0" eaLnBrk="1" latinLnBrk="0" hangingPunct="1">
              <a:lnSpc>
                <a:spcPct val="100000"/>
              </a:lnSpc>
              <a:spcBef>
                <a:spcPts val="500"/>
              </a:spcBef>
              <a:buClr>
                <a:schemeClr val="accent2"/>
              </a:buClr>
              <a:buFont typeface="Arial" panose="020B0604020202020204" pitchFamily="34" charset="0"/>
              <a:buChar char="•"/>
              <a:defRPr sz="2200" b="0" i="0" kern="1200">
                <a:solidFill>
                  <a:schemeClr val="dk1"/>
                </a:solidFill>
                <a:latin typeface="+mn-lt"/>
                <a:ea typeface="+mn-ea"/>
                <a:cs typeface="+mn-cs"/>
              </a:defRPr>
            </a:lvl2pPr>
            <a:lvl3pPr marL="1143000" indent="-228600" algn="l" defTabSz="914400" rtl="0" eaLnBrk="1" latinLnBrk="0" hangingPunct="1">
              <a:lnSpc>
                <a:spcPct val="100000"/>
              </a:lnSpc>
              <a:spcBef>
                <a:spcPts val="500"/>
              </a:spcBef>
              <a:buClr>
                <a:schemeClr val="accent2"/>
              </a:buClr>
              <a:buFont typeface="Arial" panose="020B0604020202020204" pitchFamily="34" charset="0"/>
              <a:buChar char="•"/>
              <a:defRPr sz="2000" b="0" i="0" kern="1200">
                <a:solidFill>
                  <a:schemeClr val="dk1"/>
                </a:solidFill>
                <a:latin typeface="+mn-lt"/>
                <a:ea typeface="+mn-ea"/>
                <a:cs typeface="+mn-cs"/>
              </a:defRPr>
            </a:lvl3pPr>
            <a:lvl4pPr marL="1600200" indent="-228600" algn="l" defTabSz="914400" rtl="0" eaLnBrk="1" latinLnBrk="0" hangingPunct="1">
              <a:lnSpc>
                <a:spcPct val="100000"/>
              </a:lnSpc>
              <a:spcBef>
                <a:spcPts val="500"/>
              </a:spcBef>
              <a:buClr>
                <a:schemeClr val="accent2"/>
              </a:buClr>
              <a:buFont typeface="Arial" panose="020B0604020202020204" pitchFamily="34" charset="0"/>
              <a:buChar char="•"/>
              <a:defRPr sz="1800" b="0" i="0" kern="1200">
                <a:solidFill>
                  <a:schemeClr val="dk1"/>
                </a:solidFill>
                <a:latin typeface="+mn-lt"/>
                <a:ea typeface="+mn-ea"/>
                <a:cs typeface="+mn-cs"/>
              </a:defRPr>
            </a:lvl4pPr>
            <a:lvl5pPr marL="2057400" indent="-228600" algn="l" defTabSz="914400" rtl="0" eaLnBrk="1" latinLnBrk="0" hangingPunct="1">
              <a:lnSpc>
                <a:spcPct val="100000"/>
              </a:lnSpc>
              <a:spcBef>
                <a:spcPts val="500"/>
              </a:spcBef>
              <a:buClr>
                <a:schemeClr val="accent2"/>
              </a:buClr>
              <a:buFont typeface="Arial" panose="020B0604020202020204" pitchFamily="34" charset="0"/>
              <a:buChar char="•"/>
              <a:defRPr sz="1800" b="0" i="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57227" indent="-533407">
              <a:buNone/>
            </a:pPr>
            <a:r>
              <a:rPr lang="en-US" sz="2000" b="1" dirty="0">
                <a:solidFill>
                  <a:schemeClr val="accent1"/>
                </a:solidFill>
              </a:rPr>
              <a:t>Definition (.08)</a:t>
            </a:r>
          </a:p>
          <a:p>
            <a:pPr marL="457227" indent="-533407">
              <a:buNone/>
            </a:pPr>
            <a:r>
              <a:rPr lang="en-ZA" sz="2000" dirty="0"/>
              <a:t>Employee benefits payable as a result of either: </a:t>
            </a:r>
          </a:p>
          <a:p>
            <a:pPr marL="990613" lvl="1" indent="-533407">
              <a:buClr>
                <a:schemeClr val="tx1"/>
              </a:buClr>
              <a:buFont typeface="Courier New" panose="02070309020205020404" pitchFamily="49" charset="0"/>
              <a:buChar char="o"/>
            </a:pPr>
            <a:r>
              <a:rPr lang="en-ZA" sz="2000" dirty="0">
                <a:cs typeface="Times New Roman" pitchFamily="18" charset="0"/>
              </a:rPr>
              <a:t>an entity’s decision to terminate an employee’s employment before the normal retirement date; or</a:t>
            </a:r>
          </a:p>
          <a:p>
            <a:pPr marL="990613" lvl="1" indent="-533407">
              <a:buClr>
                <a:schemeClr val="tx1"/>
              </a:buClr>
              <a:buFont typeface="Courier New" panose="02070309020205020404" pitchFamily="49" charset="0"/>
              <a:buChar char="o"/>
            </a:pPr>
            <a:r>
              <a:rPr lang="en-ZA" sz="2000" dirty="0">
                <a:cs typeface="Times New Roman" pitchFamily="18" charset="0"/>
              </a:rPr>
              <a:t>an employee’s decision to accept voluntary redundancy in exchange for those benefits.</a:t>
            </a:r>
            <a:endParaRPr lang="en-US" sz="2000" dirty="0">
              <a:cs typeface="Times New Roman" pitchFamily="18" charset="0"/>
            </a:endParaRPr>
          </a:p>
          <a:p>
            <a:pPr marL="990613" lvl="1" indent="-533407">
              <a:buClr>
                <a:schemeClr val="tx1"/>
              </a:buClr>
              <a:buFont typeface="Courier New" panose="02070309020205020404" pitchFamily="49" charset="0"/>
              <a:buChar char="o"/>
            </a:pPr>
            <a:endParaRPr lang="af-ZA" sz="2000" dirty="0">
              <a:cs typeface="Times New Roman" pitchFamily="18" charset="0"/>
            </a:endParaRPr>
          </a:p>
          <a:p>
            <a:pPr marL="990613" lvl="1" indent="-533407">
              <a:buClr>
                <a:schemeClr val="tx1"/>
              </a:buClr>
              <a:buFont typeface="Courier New" panose="02070309020205020404" pitchFamily="49" charset="0"/>
              <a:buChar char="o"/>
            </a:pPr>
            <a:endParaRPr lang="af-ZA" sz="2000" dirty="0">
              <a:cs typeface="Times New Roman" pitchFamily="18" charset="0"/>
            </a:endParaRPr>
          </a:p>
        </p:txBody>
      </p:sp>
    </p:spTree>
    <p:extLst>
      <p:ext uri="{BB962C8B-B14F-4D97-AF65-F5344CB8AC3E}">
        <p14:creationId xmlns:p14="http://schemas.microsoft.com/office/powerpoint/2010/main" val="4088211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ppt_y"/>
                                          </p:val>
                                        </p:tav>
                                        <p:tav tm="100000">
                                          <p:val>
                                            <p:strVal val="#ppt_y"/>
                                          </p:val>
                                        </p:tav>
                                      </p:tavLst>
                                    </p:anim>
                                  </p:childTnLst>
                                </p:cTn>
                              </p:par>
                              <p:par>
                                <p:cTn id="15" presetID="2" presetClass="entr" presetSubtype="8" fill="hold" grpId="0" nodeType="with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 calcmode="lin" valueType="num">
                                      <p:cBhvr additive="base">
                                        <p:cTn id="17" dur="500" fill="hold"/>
                                        <p:tgtEl>
                                          <p:spTgt spid="2">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2">
                                            <p:txEl>
                                              <p:pRg st="2" end="2"/>
                                            </p:txEl>
                                          </p:spTgt>
                                        </p:tgtEl>
                                        <p:attrNameLst>
                                          <p:attrName>ppt_y</p:attrName>
                                        </p:attrNameLst>
                                      </p:cBhvr>
                                      <p:tavLst>
                                        <p:tav tm="0">
                                          <p:val>
                                            <p:strVal val="#ppt_y"/>
                                          </p:val>
                                        </p:tav>
                                        <p:tav tm="100000">
                                          <p:val>
                                            <p:strVal val="#ppt_y"/>
                                          </p:val>
                                        </p:tav>
                                      </p:tavLst>
                                    </p:anim>
                                  </p:childTnLst>
                                </p:cTn>
                              </p:par>
                              <p:par>
                                <p:cTn id="19" presetID="2" presetClass="entr" presetSubtype="8" fill="hold" grpId="0" nodeType="withEffect">
                                  <p:stCondLst>
                                    <p:cond delay="0"/>
                                  </p:stCondLst>
                                  <p:childTnLst>
                                    <p:set>
                                      <p:cBhvr>
                                        <p:cTn id="20" dur="1" fill="hold">
                                          <p:stCondLst>
                                            <p:cond delay="0"/>
                                          </p:stCondLst>
                                        </p:cTn>
                                        <p:tgtEl>
                                          <p:spTgt spid="2">
                                            <p:txEl>
                                              <p:pRg st="3" end="3"/>
                                            </p:txEl>
                                          </p:spTgt>
                                        </p:tgtEl>
                                        <p:attrNameLst>
                                          <p:attrName>style.visibility</p:attrName>
                                        </p:attrNameLst>
                                      </p:cBhvr>
                                      <p:to>
                                        <p:strVal val="visible"/>
                                      </p:to>
                                    </p:set>
                                    <p:anim calcmode="lin" valueType="num">
                                      <p:cBhvr additive="base">
                                        <p:cTn id="21" dur="500" fill="hold"/>
                                        <p:tgtEl>
                                          <p:spTgt spid="2">
                                            <p:txEl>
                                              <p:pRg st="3" end="3"/>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2">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4EF6FAB-C914-A840-AA72-3825B4354A72}"/>
              </a:ext>
            </a:extLst>
          </p:cNvPr>
          <p:cNvSpPr>
            <a:spLocks noGrp="1"/>
          </p:cNvSpPr>
          <p:nvPr>
            <p:ph type="title"/>
          </p:nvPr>
        </p:nvSpPr>
        <p:spPr/>
        <p:txBody>
          <a:bodyPr>
            <a:normAutofit/>
          </a:bodyPr>
          <a:lstStyle/>
          <a:p>
            <a:r>
              <a:rPr lang="en-US" sz="3200" b="1" dirty="0">
                <a:latin typeface="Calibri" panose="020F0502020204030204" pitchFamily="34" charset="0"/>
              </a:rPr>
              <a:t>IAS 19 EMPLOYEE BENEFITS </a:t>
            </a:r>
            <a:br>
              <a:rPr lang="en-US" sz="3200" b="1" dirty="0">
                <a:latin typeface="Calibri" panose="020F0502020204030204" pitchFamily="34" charset="0"/>
              </a:rPr>
            </a:br>
            <a:r>
              <a:rPr lang="en-US" sz="3200" dirty="0">
                <a:latin typeface="Calibri" panose="020F0502020204030204" pitchFamily="34" charset="0"/>
              </a:rPr>
              <a:t>Termination benefits </a:t>
            </a:r>
            <a:r>
              <a:rPr lang="en-US" sz="2200" dirty="0">
                <a:latin typeface="Calibri" panose="020F0502020204030204" pitchFamily="34" charset="0"/>
              </a:rPr>
              <a:t>(.159 - .164)</a:t>
            </a:r>
            <a:r>
              <a:rPr lang="en-US" sz="2200" b="1" dirty="0">
                <a:latin typeface="Calibri" panose="020F0502020204030204" pitchFamily="34" charset="0"/>
              </a:rPr>
              <a:t> </a:t>
            </a:r>
            <a:endParaRPr lang="en-GB" dirty="0"/>
          </a:p>
        </p:txBody>
      </p:sp>
      <p:pic>
        <p:nvPicPr>
          <p:cNvPr id="6" name="Picture 5">
            <a:extLst>
              <a:ext uri="{FF2B5EF4-FFF2-40B4-BE49-F238E27FC236}">
                <a16:creationId xmlns:a16="http://schemas.microsoft.com/office/drawing/2014/main" id="{E7FA9E76-86E2-B030-2394-591C59846E9C}"/>
              </a:ext>
            </a:extLst>
          </p:cNvPr>
          <p:cNvPicPr>
            <a:picLocks noChangeAspect="1"/>
          </p:cNvPicPr>
          <p:nvPr/>
        </p:nvPicPr>
        <p:blipFill>
          <a:blip r:embed="rId2"/>
          <a:stretch>
            <a:fillRect/>
          </a:stretch>
        </p:blipFill>
        <p:spPr>
          <a:xfrm>
            <a:off x="1801368" y="1332123"/>
            <a:ext cx="7217746" cy="5231823"/>
          </a:xfrm>
          <a:prstGeom prst="rect">
            <a:avLst/>
          </a:prstGeom>
          <a:ln>
            <a:solidFill>
              <a:schemeClr val="accent1"/>
            </a:solidFill>
          </a:ln>
        </p:spPr>
      </p:pic>
    </p:spTree>
    <p:extLst>
      <p:ext uri="{BB962C8B-B14F-4D97-AF65-F5344CB8AC3E}">
        <p14:creationId xmlns:p14="http://schemas.microsoft.com/office/powerpoint/2010/main" val="2047386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4EF6FAB-C914-A840-AA72-3825B4354A72}"/>
              </a:ext>
            </a:extLst>
          </p:cNvPr>
          <p:cNvSpPr>
            <a:spLocks noGrp="1"/>
          </p:cNvSpPr>
          <p:nvPr>
            <p:ph type="title"/>
          </p:nvPr>
        </p:nvSpPr>
        <p:spPr/>
        <p:txBody>
          <a:bodyPr>
            <a:normAutofit/>
          </a:bodyPr>
          <a:lstStyle/>
          <a:p>
            <a:r>
              <a:rPr lang="en-US" b="1" dirty="0">
                <a:latin typeface="Calibri" panose="020F0502020204030204" pitchFamily="34" charset="0"/>
              </a:rPr>
              <a:t>IAS 19 EMPLOYEE BENEFITS </a:t>
            </a:r>
            <a:br>
              <a:rPr lang="en-US" b="1" dirty="0">
                <a:latin typeface="Calibri" panose="020F0502020204030204" pitchFamily="34" charset="0"/>
              </a:rPr>
            </a:br>
            <a:r>
              <a:rPr lang="en-US" dirty="0">
                <a:latin typeface="Calibri" panose="020F0502020204030204" pitchFamily="34" charset="0"/>
              </a:rPr>
              <a:t>Termination benefits </a:t>
            </a:r>
            <a:r>
              <a:rPr lang="en-US" sz="2200" dirty="0">
                <a:latin typeface="Calibri" panose="020F0502020204030204" pitchFamily="34" charset="0"/>
              </a:rPr>
              <a:t>(.159 - .164)</a:t>
            </a:r>
            <a:endParaRPr lang="en-GB" dirty="0"/>
          </a:p>
        </p:txBody>
      </p:sp>
      <p:sp>
        <p:nvSpPr>
          <p:cNvPr id="2" name="Rectangle 3">
            <a:extLst>
              <a:ext uri="{FF2B5EF4-FFF2-40B4-BE49-F238E27FC236}">
                <a16:creationId xmlns:a16="http://schemas.microsoft.com/office/drawing/2014/main" id="{27B98CF0-A7C9-A333-3256-111B50B3292D}"/>
              </a:ext>
            </a:extLst>
          </p:cNvPr>
          <p:cNvSpPr txBox="1">
            <a:spLocks noChangeArrowheads="1"/>
          </p:cNvSpPr>
          <p:nvPr/>
        </p:nvSpPr>
        <p:spPr>
          <a:xfrm>
            <a:off x="273693" y="1471072"/>
            <a:ext cx="11647797" cy="4941158"/>
          </a:xfrm>
          <a:prstGeom prst="rect">
            <a:avLst/>
          </a:prstGeom>
        </p:spPr>
        <p:style>
          <a:lnRef idx="2">
            <a:schemeClr val="dk1"/>
          </a:lnRef>
          <a:fillRef idx="1">
            <a:schemeClr val="lt1"/>
          </a:fillRef>
          <a:effectRef idx="0">
            <a:schemeClr val="dk1"/>
          </a:effectRef>
          <a:fontRef idx="minor">
            <a:schemeClr val="dk1"/>
          </a:fontRef>
        </p:style>
        <p:txBody>
          <a:bodyPr>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2400" b="0" i="0" kern="1200">
                <a:solidFill>
                  <a:schemeClr val="dk1"/>
                </a:solidFill>
                <a:latin typeface="+mn-lt"/>
                <a:ea typeface="+mn-ea"/>
                <a:cs typeface="+mn-cs"/>
              </a:defRPr>
            </a:lvl1pPr>
            <a:lvl2pPr marL="685800" indent="-228600" algn="l" defTabSz="914400" rtl="0" eaLnBrk="1" latinLnBrk="0" hangingPunct="1">
              <a:lnSpc>
                <a:spcPct val="100000"/>
              </a:lnSpc>
              <a:spcBef>
                <a:spcPts val="500"/>
              </a:spcBef>
              <a:buClr>
                <a:schemeClr val="accent2"/>
              </a:buClr>
              <a:buFont typeface="Arial" panose="020B0604020202020204" pitchFamily="34" charset="0"/>
              <a:buChar char="•"/>
              <a:defRPr sz="2200" b="0" i="0" kern="1200">
                <a:solidFill>
                  <a:schemeClr val="dk1"/>
                </a:solidFill>
                <a:latin typeface="+mn-lt"/>
                <a:ea typeface="+mn-ea"/>
                <a:cs typeface="+mn-cs"/>
              </a:defRPr>
            </a:lvl2pPr>
            <a:lvl3pPr marL="1143000" indent="-228600" algn="l" defTabSz="914400" rtl="0" eaLnBrk="1" latinLnBrk="0" hangingPunct="1">
              <a:lnSpc>
                <a:spcPct val="100000"/>
              </a:lnSpc>
              <a:spcBef>
                <a:spcPts val="500"/>
              </a:spcBef>
              <a:buClr>
                <a:schemeClr val="accent2"/>
              </a:buClr>
              <a:buFont typeface="Arial" panose="020B0604020202020204" pitchFamily="34" charset="0"/>
              <a:buChar char="•"/>
              <a:defRPr sz="2000" b="0" i="0" kern="1200">
                <a:solidFill>
                  <a:schemeClr val="dk1"/>
                </a:solidFill>
                <a:latin typeface="+mn-lt"/>
                <a:ea typeface="+mn-ea"/>
                <a:cs typeface="+mn-cs"/>
              </a:defRPr>
            </a:lvl3pPr>
            <a:lvl4pPr marL="1600200" indent="-228600" algn="l" defTabSz="914400" rtl="0" eaLnBrk="1" latinLnBrk="0" hangingPunct="1">
              <a:lnSpc>
                <a:spcPct val="100000"/>
              </a:lnSpc>
              <a:spcBef>
                <a:spcPts val="500"/>
              </a:spcBef>
              <a:buClr>
                <a:schemeClr val="accent2"/>
              </a:buClr>
              <a:buFont typeface="Arial" panose="020B0604020202020204" pitchFamily="34" charset="0"/>
              <a:buChar char="•"/>
              <a:defRPr sz="1800" b="0" i="0" kern="1200">
                <a:solidFill>
                  <a:schemeClr val="dk1"/>
                </a:solidFill>
                <a:latin typeface="+mn-lt"/>
                <a:ea typeface="+mn-ea"/>
                <a:cs typeface="+mn-cs"/>
              </a:defRPr>
            </a:lvl4pPr>
            <a:lvl5pPr marL="2057400" indent="-228600" algn="l" defTabSz="914400" rtl="0" eaLnBrk="1" latinLnBrk="0" hangingPunct="1">
              <a:lnSpc>
                <a:spcPct val="100000"/>
              </a:lnSpc>
              <a:spcBef>
                <a:spcPts val="500"/>
              </a:spcBef>
              <a:buClr>
                <a:schemeClr val="accent2"/>
              </a:buClr>
              <a:buFont typeface="Arial" panose="020B0604020202020204" pitchFamily="34" charset="0"/>
              <a:buChar char="•"/>
              <a:defRPr sz="1800" b="0" i="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nSpc>
                <a:spcPct val="90000"/>
              </a:lnSpc>
              <a:buNone/>
            </a:pPr>
            <a:r>
              <a:rPr lang="en-US" sz="2000" b="1" dirty="0">
                <a:solidFill>
                  <a:schemeClr val="accent1"/>
                </a:solidFill>
              </a:rPr>
              <a:t>Recognition (.165 - .168)</a:t>
            </a:r>
          </a:p>
          <a:p>
            <a:pPr lvl="1">
              <a:lnSpc>
                <a:spcPct val="90000"/>
              </a:lnSpc>
              <a:buClr>
                <a:schemeClr val="tx1"/>
              </a:buClr>
              <a:buFont typeface="Courier New" panose="02070309020205020404" pitchFamily="49" charset="0"/>
              <a:buChar char="o"/>
            </a:pPr>
            <a:r>
              <a:rPr lang="en-US" sz="2000" dirty="0">
                <a:solidFill>
                  <a:schemeClr val="tx1"/>
                </a:solidFill>
              </a:rPr>
              <a:t>Expense and liability – earliest of:</a:t>
            </a:r>
          </a:p>
          <a:p>
            <a:pPr lvl="2">
              <a:lnSpc>
                <a:spcPct val="90000"/>
              </a:lnSpc>
              <a:buClr>
                <a:schemeClr val="tx1"/>
              </a:buClr>
              <a:buFont typeface="Courier New" panose="02070309020205020404" pitchFamily="49" charset="0"/>
              <a:buChar char="o"/>
            </a:pPr>
            <a:r>
              <a:rPr lang="en-US" dirty="0">
                <a:solidFill>
                  <a:schemeClr val="tx1"/>
                </a:solidFill>
              </a:rPr>
              <a:t>Can no longer withdraw offer</a:t>
            </a:r>
          </a:p>
          <a:p>
            <a:pPr lvl="2">
              <a:lnSpc>
                <a:spcPct val="90000"/>
              </a:lnSpc>
              <a:buClr>
                <a:schemeClr val="tx1"/>
              </a:buClr>
              <a:buFont typeface="Courier New" panose="02070309020205020404" pitchFamily="49" charset="0"/>
              <a:buChar char="o"/>
            </a:pPr>
            <a:r>
              <a:rPr lang="en-US" dirty="0" err="1">
                <a:solidFill>
                  <a:schemeClr val="tx1"/>
                </a:solidFill>
              </a:rPr>
              <a:t>Recognise</a:t>
            </a:r>
            <a:r>
              <a:rPr lang="en-US" dirty="0">
                <a:solidFill>
                  <a:schemeClr val="tx1"/>
                </a:solidFill>
              </a:rPr>
              <a:t> cost for restructuring </a:t>
            </a:r>
            <a:r>
              <a:rPr lang="en-US" dirty="0" err="1">
                <a:solidFill>
                  <a:schemeClr val="tx1"/>
                </a:solidFill>
              </a:rPr>
              <a:t>ito</a:t>
            </a:r>
            <a:r>
              <a:rPr lang="en-US" dirty="0">
                <a:solidFill>
                  <a:schemeClr val="tx1"/>
                </a:solidFill>
              </a:rPr>
              <a:t> IAS 37 that involves payment of termination benefits</a:t>
            </a:r>
          </a:p>
          <a:p>
            <a:pPr lvl="2">
              <a:lnSpc>
                <a:spcPct val="90000"/>
              </a:lnSpc>
              <a:buFont typeface="Wingdings" pitchFamily="2" charset="2"/>
              <a:buChar char="§"/>
            </a:pPr>
            <a:endParaRPr lang="en-US" b="1" dirty="0">
              <a:solidFill>
                <a:srgbClr val="FF0000"/>
              </a:solidFill>
            </a:endParaRPr>
          </a:p>
          <a:p>
            <a:pPr marL="0" indent="0">
              <a:lnSpc>
                <a:spcPct val="90000"/>
              </a:lnSpc>
              <a:buNone/>
            </a:pPr>
            <a:r>
              <a:rPr lang="en-US" sz="2000" b="1" dirty="0">
                <a:solidFill>
                  <a:schemeClr val="accent1"/>
                </a:solidFill>
              </a:rPr>
              <a:t>Measurement (.169 - .170)</a:t>
            </a:r>
          </a:p>
          <a:p>
            <a:pPr lvl="1">
              <a:lnSpc>
                <a:spcPct val="90000"/>
              </a:lnSpc>
              <a:buClr>
                <a:schemeClr val="tx1"/>
              </a:buClr>
              <a:buFont typeface="Courier New" panose="02070309020205020404" pitchFamily="49" charset="0"/>
              <a:buChar char="o"/>
            </a:pPr>
            <a:r>
              <a:rPr lang="en-US" sz="2000" dirty="0">
                <a:solidFill>
                  <a:schemeClr val="tx1"/>
                </a:solidFill>
              </a:rPr>
              <a:t>Settled before 12 months – apply rules of short-term benefits</a:t>
            </a:r>
          </a:p>
          <a:p>
            <a:pPr lvl="1">
              <a:lnSpc>
                <a:spcPct val="90000"/>
              </a:lnSpc>
              <a:buClr>
                <a:schemeClr val="tx1"/>
              </a:buClr>
              <a:buFont typeface="Courier New" panose="02070309020205020404" pitchFamily="49" charset="0"/>
              <a:buChar char="o"/>
            </a:pPr>
            <a:r>
              <a:rPr lang="en-US" sz="2000" dirty="0">
                <a:solidFill>
                  <a:schemeClr val="tx1"/>
                </a:solidFill>
              </a:rPr>
              <a:t>Settled after 12 months – apply rules of other long-term benefits</a:t>
            </a:r>
          </a:p>
          <a:p>
            <a:pPr lvl="1">
              <a:lnSpc>
                <a:spcPct val="90000"/>
              </a:lnSpc>
              <a:buFont typeface="Wingdings 3" panose="05040102010807070707" pitchFamily="18" charset="2"/>
              <a:buChar char=""/>
            </a:pPr>
            <a:endParaRPr lang="en-US" sz="2000" dirty="0">
              <a:cs typeface="Times New Roman" pitchFamily="18" charset="0"/>
            </a:endParaRPr>
          </a:p>
          <a:p>
            <a:pPr marL="0" indent="0">
              <a:lnSpc>
                <a:spcPct val="90000"/>
              </a:lnSpc>
              <a:buNone/>
            </a:pPr>
            <a:r>
              <a:rPr lang="en-US" sz="2000" b="1" dirty="0">
                <a:solidFill>
                  <a:schemeClr val="accent1"/>
                </a:solidFill>
              </a:rPr>
              <a:t>Disclosure (.171)</a:t>
            </a:r>
          </a:p>
          <a:p>
            <a:pPr lvl="1">
              <a:lnSpc>
                <a:spcPct val="90000"/>
              </a:lnSpc>
              <a:buClr>
                <a:schemeClr val="tx1"/>
              </a:buClr>
              <a:buFont typeface="Courier New" panose="02070309020205020404" pitchFamily="49" charset="0"/>
              <a:buChar char="o"/>
            </a:pPr>
            <a:r>
              <a:rPr lang="en-US" sz="2000" dirty="0">
                <a:solidFill>
                  <a:schemeClr val="tx1"/>
                </a:solidFill>
              </a:rPr>
              <a:t>No specific requirements</a:t>
            </a:r>
          </a:p>
          <a:p>
            <a:pPr lvl="1">
              <a:lnSpc>
                <a:spcPct val="90000"/>
              </a:lnSpc>
              <a:buClr>
                <a:schemeClr val="tx1"/>
              </a:buClr>
              <a:buFont typeface="Courier New" panose="02070309020205020404" pitchFamily="49" charset="0"/>
              <a:buChar char="o"/>
            </a:pPr>
            <a:r>
              <a:rPr lang="en-US" sz="2000" dirty="0">
                <a:solidFill>
                  <a:schemeClr val="tx1"/>
                </a:solidFill>
              </a:rPr>
              <a:t>Refer IAS 1, IAS 24 and IAS 37</a:t>
            </a:r>
          </a:p>
        </p:txBody>
      </p:sp>
    </p:spTree>
    <p:extLst>
      <p:ext uri="{BB962C8B-B14F-4D97-AF65-F5344CB8AC3E}">
        <p14:creationId xmlns:p14="http://schemas.microsoft.com/office/powerpoint/2010/main" val="1083003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anim calcmode="lin" valueType="num">
                                      <p:cBhvr additive="base">
                                        <p:cTn id="11" dur="500" fill="hold"/>
                                        <p:tgtEl>
                                          <p:spTgt spid="2">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2">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 calcmode="lin" valueType="num">
                                      <p:cBhvr additive="base">
                                        <p:cTn id="15" dur="500" fill="hold"/>
                                        <p:tgtEl>
                                          <p:spTgt spid="2">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2">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 calcmode="lin" valueType="num">
                                      <p:cBhvr additive="base">
                                        <p:cTn id="19" dur="500" fill="hold"/>
                                        <p:tgtEl>
                                          <p:spTgt spid="2">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
                                            <p:txEl>
                                              <p:pRg st="5" end="5"/>
                                            </p:txEl>
                                          </p:spTgt>
                                        </p:tgtEl>
                                        <p:attrNameLst>
                                          <p:attrName>style.visibility</p:attrName>
                                        </p:attrNameLst>
                                      </p:cBhvr>
                                      <p:to>
                                        <p:strVal val="visible"/>
                                      </p:to>
                                    </p:set>
                                    <p:anim calcmode="lin" valueType="num">
                                      <p:cBhvr additive="base">
                                        <p:cTn id="25" dur="500" fill="hold"/>
                                        <p:tgtEl>
                                          <p:spTgt spid="2">
                                            <p:txEl>
                                              <p:pRg st="5" end="5"/>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
                                            <p:txEl>
                                              <p:pRg st="5" end="5"/>
                                            </p:txEl>
                                          </p:spTgt>
                                        </p:tgtEl>
                                        <p:attrNameLst>
                                          <p:attrName>ppt_y</p:attrName>
                                        </p:attrNameLst>
                                      </p:cBhvr>
                                      <p:tavLst>
                                        <p:tav tm="0">
                                          <p:val>
                                            <p:strVal val="#ppt_y"/>
                                          </p:val>
                                        </p:tav>
                                        <p:tav tm="100000">
                                          <p:val>
                                            <p:strVal val="#ppt_y"/>
                                          </p:val>
                                        </p:tav>
                                      </p:tavLst>
                                    </p:anim>
                                  </p:childTnLst>
                                </p:cTn>
                              </p:par>
                              <p:par>
                                <p:cTn id="27" presetID="2" presetClass="entr" presetSubtype="8" fill="hold" grpId="0" nodeType="withEffect">
                                  <p:stCondLst>
                                    <p:cond delay="0"/>
                                  </p:stCondLst>
                                  <p:childTnLst>
                                    <p:set>
                                      <p:cBhvr>
                                        <p:cTn id="28" dur="1" fill="hold">
                                          <p:stCondLst>
                                            <p:cond delay="0"/>
                                          </p:stCondLst>
                                        </p:cTn>
                                        <p:tgtEl>
                                          <p:spTgt spid="2">
                                            <p:txEl>
                                              <p:pRg st="6" end="6"/>
                                            </p:txEl>
                                          </p:spTgt>
                                        </p:tgtEl>
                                        <p:attrNameLst>
                                          <p:attrName>style.visibility</p:attrName>
                                        </p:attrNameLst>
                                      </p:cBhvr>
                                      <p:to>
                                        <p:strVal val="visible"/>
                                      </p:to>
                                    </p:set>
                                    <p:anim calcmode="lin" valueType="num">
                                      <p:cBhvr additive="base">
                                        <p:cTn id="29" dur="500" fill="hold"/>
                                        <p:tgtEl>
                                          <p:spTgt spid="2">
                                            <p:txEl>
                                              <p:pRg st="6" end="6"/>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2">
                                            <p:txEl>
                                              <p:pRg st="6" end="6"/>
                                            </p:txEl>
                                          </p:spTgt>
                                        </p:tgtEl>
                                        <p:attrNameLst>
                                          <p:attrName>ppt_y</p:attrName>
                                        </p:attrNameLst>
                                      </p:cBhvr>
                                      <p:tavLst>
                                        <p:tav tm="0">
                                          <p:val>
                                            <p:strVal val="#ppt_y"/>
                                          </p:val>
                                        </p:tav>
                                        <p:tav tm="100000">
                                          <p:val>
                                            <p:strVal val="#ppt_y"/>
                                          </p:val>
                                        </p:tav>
                                      </p:tavLst>
                                    </p:anim>
                                  </p:childTnLst>
                                </p:cTn>
                              </p:par>
                              <p:par>
                                <p:cTn id="31" presetID="2" presetClass="entr" presetSubtype="8" fill="hold" grpId="0" nodeType="withEffect">
                                  <p:stCondLst>
                                    <p:cond delay="0"/>
                                  </p:stCondLst>
                                  <p:childTnLst>
                                    <p:set>
                                      <p:cBhvr>
                                        <p:cTn id="32" dur="1" fill="hold">
                                          <p:stCondLst>
                                            <p:cond delay="0"/>
                                          </p:stCondLst>
                                        </p:cTn>
                                        <p:tgtEl>
                                          <p:spTgt spid="2">
                                            <p:txEl>
                                              <p:pRg st="7" end="7"/>
                                            </p:txEl>
                                          </p:spTgt>
                                        </p:tgtEl>
                                        <p:attrNameLst>
                                          <p:attrName>style.visibility</p:attrName>
                                        </p:attrNameLst>
                                      </p:cBhvr>
                                      <p:to>
                                        <p:strVal val="visible"/>
                                      </p:to>
                                    </p:set>
                                    <p:anim calcmode="lin" valueType="num">
                                      <p:cBhvr additive="base">
                                        <p:cTn id="33" dur="500" fill="hold"/>
                                        <p:tgtEl>
                                          <p:spTgt spid="2">
                                            <p:txEl>
                                              <p:pRg st="7" end="7"/>
                                            </p:tx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2">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8" fill="hold" grpId="0" nodeType="clickEffect">
                                  <p:stCondLst>
                                    <p:cond delay="0"/>
                                  </p:stCondLst>
                                  <p:childTnLst>
                                    <p:set>
                                      <p:cBhvr>
                                        <p:cTn id="38" dur="1" fill="hold">
                                          <p:stCondLst>
                                            <p:cond delay="0"/>
                                          </p:stCondLst>
                                        </p:cTn>
                                        <p:tgtEl>
                                          <p:spTgt spid="2">
                                            <p:txEl>
                                              <p:pRg st="9" end="9"/>
                                            </p:txEl>
                                          </p:spTgt>
                                        </p:tgtEl>
                                        <p:attrNameLst>
                                          <p:attrName>style.visibility</p:attrName>
                                        </p:attrNameLst>
                                      </p:cBhvr>
                                      <p:to>
                                        <p:strVal val="visible"/>
                                      </p:to>
                                    </p:set>
                                    <p:anim calcmode="lin" valueType="num">
                                      <p:cBhvr additive="base">
                                        <p:cTn id="39" dur="500" fill="hold"/>
                                        <p:tgtEl>
                                          <p:spTgt spid="2">
                                            <p:txEl>
                                              <p:pRg st="9" end="9"/>
                                            </p:txEl>
                                          </p:spTgt>
                                        </p:tgtEl>
                                        <p:attrNameLst>
                                          <p:attrName>ppt_x</p:attrName>
                                        </p:attrNameLst>
                                      </p:cBhvr>
                                      <p:tavLst>
                                        <p:tav tm="0">
                                          <p:val>
                                            <p:strVal val="0-#ppt_w/2"/>
                                          </p:val>
                                        </p:tav>
                                        <p:tav tm="100000">
                                          <p:val>
                                            <p:strVal val="#ppt_x"/>
                                          </p:val>
                                        </p:tav>
                                      </p:tavLst>
                                    </p:anim>
                                    <p:anim calcmode="lin" valueType="num">
                                      <p:cBhvr additive="base">
                                        <p:cTn id="40" dur="500" fill="hold"/>
                                        <p:tgtEl>
                                          <p:spTgt spid="2">
                                            <p:txEl>
                                              <p:pRg st="9" end="9"/>
                                            </p:txEl>
                                          </p:spTgt>
                                        </p:tgtEl>
                                        <p:attrNameLst>
                                          <p:attrName>ppt_y</p:attrName>
                                        </p:attrNameLst>
                                      </p:cBhvr>
                                      <p:tavLst>
                                        <p:tav tm="0">
                                          <p:val>
                                            <p:strVal val="#ppt_y"/>
                                          </p:val>
                                        </p:tav>
                                        <p:tav tm="100000">
                                          <p:val>
                                            <p:strVal val="#ppt_y"/>
                                          </p:val>
                                        </p:tav>
                                      </p:tavLst>
                                    </p:anim>
                                  </p:childTnLst>
                                </p:cTn>
                              </p:par>
                              <p:par>
                                <p:cTn id="41" presetID="2" presetClass="entr" presetSubtype="8" fill="hold" grpId="0" nodeType="withEffect">
                                  <p:stCondLst>
                                    <p:cond delay="0"/>
                                  </p:stCondLst>
                                  <p:childTnLst>
                                    <p:set>
                                      <p:cBhvr>
                                        <p:cTn id="42" dur="1" fill="hold">
                                          <p:stCondLst>
                                            <p:cond delay="0"/>
                                          </p:stCondLst>
                                        </p:cTn>
                                        <p:tgtEl>
                                          <p:spTgt spid="2">
                                            <p:txEl>
                                              <p:pRg st="10" end="10"/>
                                            </p:txEl>
                                          </p:spTgt>
                                        </p:tgtEl>
                                        <p:attrNameLst>
                                          <p:attrName>style.visibility</p:attrName>
                                        </p:attrNameLst>
                                      </p:cBhvr>
                                      <p:to>
                                        <p:strVal val="visible"/>
                                      </p:to>
                                    </p:set>
                                    <p:anim calcmode="lin" valueType="num">
                                      <p:cBhvr additive="base">
                                        <p:cTn id="43" dur="500" fill="hold"/>
                                        <p:tgtEl>
                                          <p:spTgt spid="2">
                                            <p:txEl>
                                              <p:pRg st="10" end="10"/>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2">
                                            <p:txEl>
                                              <p:pRg st="10" end="10"/>
                                            </p:txEl>
                                          </p:spTgt>
                                        </p:tgtEl>
                                        <p:attrNameLst>
                                          <p:attrName>ppt_y</p:attrName>
                                        </p:attrNameLst>
                                      </p:cBhvr>
                                      <p:tavLst>
                                        <p:tav tm="0">
                                          <p:val>
                                            <p:strVal val="#ppt_y"/>
                                          </p:val>
                                        </p:tav>
                                        <p:tav tm="100000">
                                          <p:val>
                                            <p:strVal val="#ppt_y"/>
                                          </p:val>
                                        </p:tav>
                                      </p:tavLst>
                                    </p:anim>
                                  </p:childTnLst>
                                </p:cTn>
                              </p:par>
                              <p:par>
                                <p:cTn id="45" presetID="2" presetClass="entr" presetSubtype="8" fill="hold" grpId="0" nodeType="withEffect">
                                  <p:stCondLst>
                                    <p:cond delay="0"/>
                                  </p:stCondLst>
                                  <p:childTnLst>
                                    <p:set>
                                      <p:cBhvr>
                                        <p:cTn id="46" dur="1" fill="hold">
                                          <p:stCondLst>
                                            <p:cond delay="0"/>
                                          </p:stCondLst>
                                        </p:cTn>
                                        <p:tgtEl>
                                          <p:spTgt spid="2">
                                            <p:txEl>
                                              <p:pRg st="11" end="11"/>
                                            </p:txEl>
                                          </p:spTgt>
                                        </p:tgtEl>
                                        <p:attrNameLst>
                                          <p:attrName>style.visibility</p:attrName>
                                        </p:attrNameLst>
                                      </p:cBhvr>
                                      <p:to>
                                        <p:strVal val="visible"/>
                                      </p:to>
                                    </p:set>
                                    <p:anim calcmode="lin" valueType="num">
                                      <p:cBhvr additive="base">
                                        <p:cTn id="47" dur="500" fill="hold"/>
                                        <p:tgtEl>
                                          <p:spTgt spid="2">
                                            <p:txEl>
                                              <p:pRg st="11" end="11"/>
                                            </p:txEl>
                                          </p:spTgt>
                                        </p:tgtEl>
                                        <p:attrNameLst>
                                          <p:attrName>ppt_x</p:attrName>
                                        </p:attrNameLst>
                                      </p:cBhvr>
                                      <p:tavLst>
                                        <p:tav tm="0">
                                          <p:val>
                                            <p:strVal val="0-#ppt_w/2"/>
                                          </p:val>
                                        </p:tav>
                                        <p:tav tm="100000">
                                          <p:val>
                                            <p:strVal val="#ppt_x"/>
                                          </p:val>
                                        </p:tav>
                                      </p:tavLst>
                                    </p:anim>
                                    <p:anim calcmode="lin" valueType="num">
                                      <p:cBhvr additive="base">
                                        <p:cTn id="48" dur="500" fill="hold"/>
                                        <p:tgtEl>
                                          <p:spTgt spid="2">
                                            <p:txEl>
                                              <p:pRg st="11" end="1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4EF6FAB-C914-A840-AA72-3825B4354A72}"/>
              </a:ext>
            </a:extLst>
          </p:cNvPr>
          <p:cNvSpPr>
            <a:spLocks noGrp="1"/>
          </p:cNvSpPr>
          <p:nvPr>
            <p:ph type="title"/>
          </p:nvPr>
        </p:nvSpPr>
        <p:spPr/>
        <p:txBody>
          <a:bodyPr>
            <a:normAutofit/>
          </a:bodyPr>
          <a:lstStyle/>
          <a:p>
            <a:r>
              <a:rPr lang="en-US" sz="3200" b="1" dirty="0">
                <a:latin typeface="Calibri" panose="020F0502020204030204" pitchFamily="34" charset="0"/>
              </a:rPr>
              <a:t>IAS 19 EMPLOYEE BENEFITS </a:t>
            </a:r>
            <a:br>
              <a:rPr lang="en-US" sz="3200" b="1" dirty="0">
                <a:latin typeface="Calibri" panose="020F0502020204030204" pitchFamily="34" charset="0"/>
              </a:rPr>
            </a:br>
            <a:r>
              <a:rPr lang="en-US" sz="3200" b="1" dirty="0">
                <a:latin typeface="Calibri" panose="020F0502020204030204" pitchFamily="34" charset="0"/>
              </a:rPr>
              <a:t>O</a:t>
            </a:r>
            <a:r>
              <a:rPr lang="en-US" sz="3200" dirty="0">
                <a:latin typeface="Calibri" panose="020F0502020204030204" pitchFamily="34" charset="0"/>
              </a:rPr>
              <a:t>ther long-term benefits (.153 - .158)</a:t>
            </a:r>
            <a:r>
              <a:rPr lang="en-US" sz="3200" b="1" dirty="0">
                <a:latin typeface="Calibri" panose="020F0502020204030204" pitchFamily="34" charset="0"/>
              </a:rPr>
              <a:t> </a:t>
            </a:r>
            <a:endParaRPr lang="en-GB" dirty="0"/>
          </a:p>
        </p:txBody>
      </p:sp>
      <p:sp>
        <p:nvSpPr>
          <p:cNvPr id="2" name="Rectangle 3">
            <a:extLst>
              <a:ext uri="{FF2B5EF4-FFF2-40B4-BE49-F238E27FC236}">
                <a16:creationId xmlns:a16="http://schemas.microsoft.com/office/drawing/2014/main" id="{8C8B8E3B-7662-2A21-F2B8-6AFBEE6AD552}"/>
              </a:ext>
            </a:extLst>
          </p:cNvPr>
          <p:cNvSpPr txBox="1">
            <a:spLocks noChangeArrowheads="1"/>
          </p:cNvSpPr>
          <p:nvPr/>
        </p:nvSpPr>
        <p:spPr>
          <a:xfrm>
            <a:off x="285123" y="1481685"/>
            <a:ext cx="11704947" cy="4336185"/>
          </a:xfrm>
          <a:prstGeom prst="rect">
            <a:avLst/>
          </a:prstGeom>
        </p:spPr>
        <p:style>
          <a:lnRef idx="2">
            <a:schemeClr val="dk1"/>
          </a:lnRef>
          <a:fillRef idx="1">
            <a:schemeClr val="lt1"/>
          </a:fillRef>
          <a:effectRef idx="0">
            <a:schemeClr val="dk1"/>
          </a:effectRef>
          <a:fontRef idx="minor">
            <a:schemeClr val="dk1"/>
          </a:fontRef>
        </p:style>
        <p:txBody>
          <a:bodyPr>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2400" b="0" i="0" kern="1200">
                <a:solidFill>
                  <a:schemeClr val="dk1"/>
                </a:solidFill>
                <a:latin typeface="+mn-lt"/>
                <a:ea typeface="+mn-ea"/>
                <a:cs typeface="+mn-cs"/>
              </a:defRPr>
            </a:lvl1pPr>
            <a:lvl2pPr marL="685800" indent="-228600" algn="l" defTabSz="914400" rtl="0" eaLnBrk="1" latinLnBrk="0" hangingPunct="1">
              <a:lnSpc>
                <a:spcPct val="100000"/>
              </a:lnSpc>
              <a:spcBef>
                <a:spcPts val="500"/>
              </a:spcBef>
              <a:buClr>
                <a:schemeClr val="accent2"/>
              </a:buClr>
              <a:buFont typeface="Arial" panose="020B0604020202020204" pitchFamily="34" charset="0"/>
              <a:buChar char="•"/>
              <a:defRPr sz="2200" b="0" i="0" kern="1200">
                <a:solidFill>
                  <a:schemeClr val="dk1"/>
                </a:solidFill>
                <a:latin typeface="+mn-lt"/>
                <a:ea typeface="+mn-ea"/>
                <a:cs typeface="+mn-cs"/>
              </a:defRPr>
            </a:lvl2pPr>
            <a:lvl3pPr marL="1143000" indent="-228600" algn="l" defTabSz="914400" rtl="0" eaLnBrk="1" latinLnBrk="0" hangingPunct="1">
              <a:lnSpc>
                <a:spcPct val="100000"/>
              </a:lnSpc>
              <a:spcBef>
                <a:spcPts val="500"/>
              </a:spcBef>
              <a:buClr>
                <a:schemeClr val="accent2"/>
              </a:buClr>
              <a:buFont typeface="Arial" panose="020B0604020202020204" pitchFamily="34" charset="0"/>
              <a:buChar char="•"/>
              <a:defRPr sz="2000" b="0" i="0" kern="1200">
                <a:solidFill>
                  <a:schemeClr val="dk1"/>
                </a:solidFill>
                <a:latin typeface="+mn-lt"/>
                <a:ea typeface="+mn-ea"/>
                <a:cs typeface="+mn-cs"/>
              </a:defRPr>
            </a:lvl3pPr>
            <a:lvl4pPr marL="1600200" indent="-228600" algn="l" defTabSz="914400" rtl="0" eaLnBrk="1" latinLnBrk="0" hangingPunct="1">
              <a:lnSpc>
                <a:spcPct val="100000"/>
              </a:lnSpc>
              <a:spcBef>
                <a:spcPts val="500"/>
              </a:spcBef>
              <a:buClr>
                <a:schemeClr val="accent2"/>
              </a:buClr>
              <a:buFont typeface="Arial" panose="020B0604020202020204" pitchFamily="34" charset="0"/>
              <a:buChar char="•"/>
              <a:defRPr sz="1800" b="0" i="0" kern="1200">
                <a:solidFill>
                  <a:schemeClr val="dk1"/>
                </a:solidFill>
                <a:latin typeface="+mn-lt"/>
                <a:ea typeface="+mn-ea"/>
                <a:cs typeface="+mn-cs"/>
              </a:defRPr>
            </a:lvl4pPr>
            <a:lvl5pPr marL="2057400" indent="-228600" algn="l" defTabSz="914400" rtl="0" eaLnBrk="1" latinLnBrk="0" hangingPunct="1">
              <a:lnSpc>
                <a:spcPct val="100000"/>
              </a:lnSpc>
              <a:spcBef>
                <a:spcPts val="500"/>
              </a:spcBef>
              <a:buClr>
                <a:schemeClr val="accent2"/>
              </a:buClr>
              <a:buFont typeface="Arial" panose="020B0604020202020204" pitchFamily="34" charset="0"/>
              <a:buChar char="•"/>
              <a:defRPr sz="1800" b="0" i="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57227" indent="-533407">
              <a:buNone/>
            </a:pPr>
            <a:r>
              <a:rPr lang="en-US" sz="2000" b="1" dirty="0">
                <a:solidFill>
                  <a:schemeClr val="accent1"/>
                </a:solidFill>
              </a:rPr>
              <a:t>Definition (.08)</a:t>
            </a:r>
          </a:p>
          <a:p>
            <a:pPr marL="457227" indent="-533407">
              <a:buNone/>
            </a:pPr>
            <a:r>
              <a:rPr lang="en-US" sz="2000" dirty="0"/>
              <a:t>	</a:t>
            </a:r>
            <a:r>
              <a:rPr lang="en-ZA" sz="2000" dirty="0"/>
              <a:t>Employee benefits other than ST, post-employment benefits and termination benefits.</a:t>
            </a:r>
          </a:p>
          <a:p>
            <a:pPr marL="457227" indent="-533407">
              <a:buNone/>
            </a:pPr>
            <a:r>
              <a:rPr lang="en-ZA" sz="2000" dirty="0"/>
              <a:t>	(That are not due to be settled within twelve months after the end of the period in which the employees render the related service)</a:t>
            </a:r>
          </a:p>
          <a:p>
            <a:pPr marL="457227" lvl="1" indent="-533407">
              <a:buNone/>
            </a:pPr>
            <a:r>
              <a:rPr lang="en-US" sz="2000" i="1" dirty="0">
                <a:solidFill>
                  <a:schemeClr val="accent1"/>
                </a:solidFill>
              </a:rPr>
              <a:t>	(</a:t>
            </a:r>
            <a:r>
              <a:rPr lang="en-ZA" sz="2000" i="1" dirty="0">
                <a:solidFill>
                  <a:schemeClr val="accent1"/>
                </a:solidFill>
              </a:rPr>
              <a:t>excluded from SAICA syllabus</a:t>
            </a:r>
            <a:r>
              <a:rPr lang="af-ZA" sz="2000" i="1" dirty="0">
                <a:solidFill>
                  <a:schemeClr val="accent1"/>
                </a:solidFill>
              </a:rPr>
              <a:t>)</a:t>
            </a:r>
          </a:p>
          <a:p>
            <a:pPr marL="457227" lvl="1" indent="-533407">
              <a:buFont typeface="Arial" panose="020B0604020202020204" pitchFamily="34" charset="0"/>
              <a:buNone/>
            </a:pPr>
            <a:endParaRPr lang="af-ZA" sz="2000" dirty="0">
              <a:solidFill>
                <a:schemeClr val="accent1"/>
              </a:solidFill>
            </a:endParaRPr>
          </a:p>
          <a:p>
            <a:pPr marL="457227" lvl="1" indent="-533407">
              <a:buFont typeface="Arial" panose="020B0604020202020204" pitchFamily="34" charset="0"/>
              <a:buNone/>
            </a:pPr>
            <a:r>
              <a:rPr lang="af-ZA" sz="2000" dirty="0"/>
              <a:t>     </a:t>
            </a:r>
            <a:endParaRPr lang="af-ZA" sz="2000" dirty="0">
              <a:solidFill>
                <a:schemeClr val="accent1"/>
              </a:solidFill>
            </a:endParaRPr>
          </a:p>
          <a:p>
            <a:pPr marL="457227" indent="-533407">
              <a:buFont typeface="Arial" panose="020B0604020202020204" pitchFamily="34" charset="0"/>
              <a:buNone/>
            </a:pPr>
            <a:endParaRPr lang="af-ZA" sz="2000" dirty="0"/>
          </a:p>
        </p:txBody>
      </p:sp>
    </p:spTree>
    <p:extLst>
      <p:ext uri="{BB962C8B-B14F-4D97-AF65-F5344CB8AC3E}">
        <p14:creationId xmlns:p14="http://schemas.microsoft.com/office/powerpoint/2010/main" val="3793042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anim calcmode="lin" valueType="num">
                                      <p:cBhvr additive="base">
                                        <p:cTn id="23" dur="500" fill="hold"/>
                                        <p:tgtEl>
                                          <p:spTgt spid="2">
                                            <p:txEl>
                                              <p:pRg st="3" end="3"/>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2">
                                            <p:txEl>
                                              <p:pRg st="3" end="3"/>
                                            </p:txEl>
                                          </p:spTgt>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anim calcmode="lin" valueType="num">
                                      <p:cBhvr additive="base">
                                        <p:cTn id="27" dur="500" fill="hold"/>
                                        <p:tgtEl>
                                          <p:spTgt spid="2">
                                            <p:txEl>
                                              <p:pRg st="5" end="5"/>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2">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4EF6FAB-C914-A840-AA72-3825B4354A72}"/>
              </a:ext>
            </a:extLst>
          </p:cNvPr>
          <p:cNvSpPr>
            <a:spLocks noGrp="1"/>
          </p:cNvSpPr>
          <p:nvPr>
            <p:ph type="title"/>
          </p:nvPr>
        </p:nvSpPr>
        <p:spPr/>
        <p:txBody>
          <a:bodyPr>
            <a:normAutofit/>
          </a:bodyPr>
          <a:lstStyle/>
          <a:p>
            <a:r>
              <a:rPr lang="en-US" sz="3200" b="1" dirty="0">
                <a:latin typeface="Calibri" panose="020F0502020204030204" pitchFamily="34" charset="0"/>
              </a:rPr>
              <a:t>IAS 19 EMPLOYEE BENEFITS </a:t>
            </a:r>
            <a:br>
              <a:rPr lang="en-US" sz="3200" b="1" dirty="0">
                <a:latin typeface="Calibri" panose="020F0502020204030204" pitchFamily="34" charset="0"/>
              </a:rPr>
            </a:br>
            <a:r>
              <a:rPr lang="en-US" sz="3200" b="1" dirty="0">
                <a:latin typeface="Calibri" panose="020F0502020204030204" pitchFamily="34" charset="0"/>
              </a:rPr>
              <a:t>O</a:t>
            </a:r>
            <a:r>
              <a:rPr lang="en-US" sz="3200" dirty="0">
                <a:latin typeface="Calibri" panose="020F0502020204030204" pitchFamily="34" charset="0"/>
              </a:rPr>
              <a:t>ther long-term benefits (.153 - .158)</a:t>
            </a:r>
            <a:endParaRPr lang="en-GB" dirty="0"/>
          </a:p>
        </p:txBody>
      </p:sp>
      <p:pic>
        <p:nvPicPr>
          <p:cNvPr id="6" name="Picture 5">
            <a:extLst>
              <a:ext uri="{FF2B5EF4-FFF2-40B4-BE49-F238E27FC236}">
                <a16:creationId xmlns:a16="http://schemas.microsoft.com/office/drawing/2014/main" id="{BA447888-85E4-2B21-8F1A-04A333944950}"/>
              </a:ext>
            </a:extLst>
          </p:cNvPr>
          <p:cNvPicPr>
            <a:picLocks noChangeAspect="1"/>
          </p:cNvPicPr>
          <p:nvPr/>
        </p:nvPicPr>
        <p:blipFill>
          <a:blip r:embed="rId2"/>
          <a:stretch>
            <a:fillRect/>
          </a:stretch>
        </p:blipFill>
        <p:spPr>
          <a:xfrm>
            <a:off x="1777298" y="1362484"/>
            <a:ext cx="7165534" cy="5201462"/>
          </a:xfrm>
          <a:prstGeom prst="rect">
            <a:avLst/>
          </a:prstGeom>
          <a:ln>
            <a:solidFill>
              <a:schemeClr val="accent1"/>
            </a:solidFill>
          </a:ln>
        </p:spPr>
      </p:pic>
    </p:spTree>
    <p:extLst>
      <p:ext uri="{BB962C8B-B14F-4D97-AF65-F5344CB8AC3E}">
        <p14:creationId xmlns:p14="http://schemas.microsoft.com/office/powerpoint/2010/main" val="8468486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4EF6FAB-C914-A840-AA72-3825B4354A72}"/>
              </a:ext>
            </a:extLst>
          </p:cNvPr>
          <p:cNvSpPr>
            <a:spLocks noGrp="1"/>
          </p:cNvSpPr>
          <p:nvPr>
            <p:ph type="title"/>
          </p:nvPr>
        </p:nvSpPr>
        <p:spPr/>
        <p:txBody>
          <a:bodyPr>
            <a:normAutofit/>
          </a:bodyPr>
          <a:lstStyle/>
          <a:p>
            <a:r>
              <a:rPr lang="en-US" sz="3200" b="1" dirty="0">
                <a:latin typeface="Calibri" panose="020F0502020204030204" pitchFamily="34" charset="0"/>
              </a:rPr>
              <a:t>IAS 19 EMPLOYEE BENEFITS </a:t>
            </a:r>
            <a:br>
              <a:rPr lang="en-US" sz="3200" b="1" dirty="0">
                <a:latin typeface="Calibri" panose="020F0502020204030204" pitchFamily="34" charset="0"/>
              </a:rPr>
            </a:br>
            <a:r>
              <a:rPr lang="en-US" sz="3200" b="1" dirty="0">
                <a:latin typeface="Calibri" panose="020F0502020204030204" pitchFamily="34" charset="0"/>
              </a:rPr>
              <a:t>M</a:t>
            </a:r>
            <a:r>
              <a:rPr lang="en-ZA" dirty="0" err="1">
                <a:latin typeface="Calibri" panose="020F0502020204030204" pitchFamily="34" charset="0"/>
              </a:rPr>
              <a:t>ultiple</a:t>
            </a:r>
            <a:r>
              <a:rPr lang="en-ZA" dirty="0">
                <a:latin typeface="Calibri" panose="020F0502020204030204" pitchFamily="34" charset="0"/>
              </a:rPr>
              <a:t> employer plans</a:t>
            </a:r>
            <a:endParaRPr lang="en-GB" dirty="0">
              <a:latin typeface="Calibri" panose="020F0502020204030204" pitchFamily="34" charset="0"/>
            </a:endParaRPr>
          </a:p>
        </p:txBody>
      </p:sp>
      <p:sp>
        <p:nvSpPr>
          <p:cNvPr id="2" name="Rectangle 3">
            <a:extLst>
              <a:ext uri="{FF2B5EF4-FFF2-40B4-BE49-F238E27FC236}">
                <a16:creationId xmlns:a16="http://schemas.microsoft.com/office/drawing/2014/main" id="{0B39F253-7F42-6D96-3B8D-31FC51D3CBED}"/>
              </a:ext>
            </a:extLst>
          </p:cNvPr>
          <p:cNvSpPr txBox="1">
            <a:spLocks noChangeArrowheads="1"/>
          </p:cNvSpPr>
          <p:nvPr/>
        </p:nvSpPr>
        <p:spPr>
          <a:xfrm>
            <a:off x="387993" y="1553693"/>
            <a:ext cx="11419197" cy="4024147"/>
          </a:xfrm>
          <a:prstGeom prst="rect">
            <a:avLst/>
          </a:prstGeom>
        </p:spPr>
        <p:style>
          <a:lnRef idx="2">
            <a:schemeClr val="dk1"/>
          </a:lnRef>
          <a:fillRef idx="1">
            <a:schemeClr val="lt1"/>
          </a:fillRef>
          <a:effectRef idx="0">
            <a:schemeClr val="dk1"/>
          </a:effectRef>
          <a:fontRef idx="minor">
            <a:schemeClr val="dk1"/>
          </a:fontRef>
        </p:style>
        <p:txBody>
          <a:bodyPr>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2400" b="0" i="0" kern="1200">
                <a:solidFill>
                  <a:schemeClr val="dk1"/>
                </a:solidFill>
                <a:latin typeface="+mn-lt"/>
                <a:ea typeface="+mn-ea"/>
                <a:cs typeface="+mn-cs"/>
              </a:defRPr>
            </a:lvl1pPr>
            <a:lvl2pPr marL="685800" indent="-228600" algn="l" defTabSz="914400" rtl="0" eaLnBrk="1" latinLnBrk="0" hangingPunct="1">
              <a:lnSpc>
                <a:spcPct val="100000"/>
              </a:lnSpc>
              <a:spcBef>
                <a:spcPts val="500"/>
              </a:spcBef>
              <a:buClr>
                <a:schemeClr val="accent2"/>
              </a:buClr>
              <a:buFont typeface="Arial" panose="020B0604020202020204" pitchFamily="34" charset="0"/>
              <a:buChar char="•"/>
              <a:defRPr sz="2200" b="0" i="0" kern="1200">
                <a:solidFill>
                  <a:schemeClr val="dk1"/>
                </a:solidFill>
                <a:latin typeface="+mn-lt"/>
                <a:ea typeface="+mn-ea"/>
                <a:cs typeface="+mn-cs"/>
              </a:defRPr>
            </a:lvl2pPr>
            <a:lvl3pPr marL="1143000" indent="-228600" algn="l" defTabSz="914400" rtl="0" eaLnBrk="1" latinLnBrk="0" hangingPunct="1">
              <a:lnSpc>
                <a:spcPct val="100000"/>
              </a:lnSpc>
              <a:spcBef>
                <a:spcPts val="500"/>
              </a:spcBef>
              <a:buClr>
                <a:schemeClr val="accent2"/>
              </a:buClr>
              <a:buFont typeface="Arial" panose="020B0604020202020204" pitchFamily="34" charset="0"/>
              <a:buChar char="•"/>
              <a:defRPr sz="2000" b="0" i="0" kern="1200">
                <a:solidFill>
                  <a:schemeClr val="dk1"/>
                </a:solidFill>
                <a:latin typeface="+mn-lt"/>
                <a:ea typeface="+mn-ea"/>
                <a:cs typeface="+mn-cs"/>
              </a:defRPr>
            </a:lvl3pPr>
            <a:lvl4pPr marL="1600200" indent="-228600" algn="l" defTabSz="914400" rtl="0" eaLnBrk="1" latinLnBrk="0" hangingPunct="1">
              <a:lnSpc>
                <a:spcPct val="100000"/>
              </a:lnSpc>
              <a:spcBef>
                <a:spcPts val="500"/>
              </a:spcBef>
              <a:buClr>
                <a:schemeClr val="accent2"/>
              </a:buClr>
              <a:buFont typeface="Arial" panose="020B0604020202020204" pitchFamily="34" charset="0"/>
              <a:buChar char="•"/>
              <a:defRPr sz="1800" b="0" i="0" kern="1200">
                <a:solidFill>
                  <a:schemeClr val="dk1"/>
                </a:solidFill>
                <a:latin typeface="+mn-lt"/>
                <a:ea typeface="+mn-ea"/>
                <a:cs typeface="+mn-cs"/>
              </a:defRPr>
            </a:lvl4pPr>
            <a:lvl5pPr marL="2057400" indent="-228600" algn="l" defTabSz="914400" rtl="0" eaLnBrk="1" latinLnBrk="0" hangingPunct="1">
              <a:lnSpc>
                <a:spcPct val="100000"/>
              </a:lnSpc>
              <a:spcBef>
                <a:spcPts val="500"/>
              </a:spcBef>
              <a:buClr>
                <a:schemeClr val="accent2"/>
              </a:buClr>
              <a:buFont typeface="Arial" panose="020B0604020202020204" pitchFamily="34" charset="0"/>
              <a:buChar char="•"/>
              <a:defRPr sz="1800" b="0" i="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lvl="1" indent="0">
              <a:lnSpc>
                <a:spcPct val="90000"/>
              </a:lnSpc>
              <a:buFont typeface="Arial" panose="020B0604020202020204" pitchFamily="34" charset="0"/>
              <a:buNone/>
            </a:pPr>
            <a:endParaRPr lang="af-ZA" sz="2000" b="1" dirty="0">
              <a:solidFill>
                <a:schemeClr val="tx1"/>
              </a:solidFill>
            </a:endParaRPr>
          </a:p>
          <a:p>
            <a:pPr marL="0" lvl="1" indent="0">
              <a:lnSpc>
                <a:spcPct val="90000"/>
              </a:lnSpc>
              <a:buNone/>
            </a:pPr>
            <a:r>
              <a:rPr lang="af-ZA" sz="2000" b="1" dirty="0">
                <a:solidFill>
                  <a:schemeClr val="tx1"/>
                </a:solidFill>
              </a:rPr>
              <a:t>Par 32 – 45: </a:t>
            </a:r>
            <a:r>
              <a:rPr lang="en-ZA" sz="2000" dirty="0"/>
              <a:t>Excluded from SAICA syllabus</a:t>
            </a:r>
            <a:endParaRPr lang="af-ZA" sz="2000" dirty="0">
              <a:solidFill>
                <a:schemeClr val="tx1"/>
              </a:solidFill>
            </a:endParaRPr>
          </a:p>
          <a:p>
            <a:pPr marL="0" indent="0">
              <a:lnSpc>
                <a:spcPct val="90000"/>
              </a:lnSpc>
              <a:buFont typeface="Arial" panose="020B0604020202020204" pitchFamily="34" charset="0"/>
              <a:buNone/>
            </a:pPr>
            <a:endParaRPr lang="af-ZA" sz="2000" dirty="0">
              <a:solidFill>
                <a:schemeClr val="tx1"/>
              </a:solidFill>
            </a:endParaRPr>
          </a:p>
        </p:txBody>
      </p:sp>
    </p:spTree>
    <p:extLst>
      <p:ext uri="{BB962C8B-B14F-4D97-AF65-F5344CB8AC3E}">
        <p14:creationId xmlns:p14="http://schemas.microsoft.com/office/powerpoint/2010/main" val="1135539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additive="base">
                                        <p:cTn id="7" dur="500" fill="hold"/>
                                        <p:tgtEl>
                                          <p:spTgt spid="2">
                                            <p:txEl>
                                              <p:pRg st="1" end="1"/>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utoUpdateAnimBg="0"/>
    </p:bldLst>
  </p:timing>
</p:sld>
</file>

<file path=ppt/theme/theme1.xml><?xml version="1.0" encoding="utf-8"?>
<a:theme xmlns:a="http://schemas.openxmlformats.org/drawingml/2006/main" name="Office Theme">
  <a:themeElements>
    <a:clrScheme name="EMS#2022">
      <a:dk1>
        <a:srgbClr val="4D5356"/>
      </a:dk1>
      <a:lt1>
        <a:srgbClr val="FFFFFF"/>
      </a:lt1>
      <a:dk2>
        <a:srgbClr val="4D5356"/>
      </a:dk2>
      <a:lt2>
        <a:srgbClr val="FFFFFF"/>
      </a:lt2>
      <a:accent1>
        <a:srgbClr val="61223B"/>
      </a:accent1>
      <a:accent2>
        <a:srgbClr val="B79962"/>
      </a:accent2>
      <a:accent3>
        <a:srgbClr val="2CCCD3"/>
      </a:accent3>
      <a:accent4>
        <a:srgbClr val="8C979A"/>
      </a:accent4>
      <a:accent5>
        <a:srgbClr val="61223B"/>
      </a:accent5>
      <a:accent6>
        <a:srgbClr val="8B2346"/>
      </a:accent6>
      <a:hlink>
        <a:srgbClr val="B79962"/>
      </a:hlink>
      <a:folHlink>
        <a:srgbClr val="8C979A"/>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08C6D65BAC40A45BAB92F14DB5F4FAF" ma:contentTypeVersion="13" ma:contentTypeDescription="Create a new document." ma:contentTypeScope="" ma:versionID="4bebfb9a38d2a52932940e3bd172a61b">
  <xsd:schema xmlns:xsd="http://www.w3.org/2001/XMLSchema" xmlns:xs="http://www.w3.org/2001/XMLSchema" xmlns:p="http://schemas.microsoft.com/office/2006/metadata/properties" xmlns:ns2="88a3d677-9216-46c3-8201-ee58da5def3b" xmlns:ns3="dffefaba-9bcc-430d-9abe-09565c10f6ee" targetNamespace="http://schemas.microsoft.com/office/2006/metadata/properties" ma:root="true" ma:fieldsID="c2094452f851fe343f0223b9fe04b330" ns2:_="" ns3:_="">
    <xsd:import namespace="88a3d677-9216-46c3-8201-ee58da5def3b"/>
    <xsd:import namespace="dffefaba-9bcc-430d-9abe-09565c10f6ee"/>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MediaServiceLocation" minOccurs="0"/>
                <xsd:element ref="ns2:MediaServiceAutoKeyPoints" minOccurs="0"/>
                <xsd:element ref="ns2:MediaServiceKeyPoint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8a3d677-9216-46c3-8201-ee58da5def3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Length (seconds)" ma:internalName="MediaLengthInSeconds" ma:readOnly="true">
      <xsd:simpleType>
        <xsd:restriction base="dms:Unknow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Location" ma:index="16" nillable="true" ma:displayName="Location" ma:internalName="MediaServiceLocation"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dffefaba-9bcc-430d-9abe-09565c10f6ee" elementFormDefault="qualified">
    <xsd:import namespace="http://schemas.microsoft.com/office/2006/documentManagement/types"/>
    <xsd:import namespace="http://schemas.microsoft.com/office/infopath/2007/PartnerControls"/>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A6082A2-059F-450D-9B82-4DCBDAC1F6A2}">
  <ds:schemaRefs>
    <ds:schemaRef ds:uri="http://schemas.microsoft.com/office/2006/documentManagement/types"/>
    <ds:schemaRef ds:uri="http://purl.org/dc/terms/"/>
    <ds:schemaRef ds:uri="http://www.w3.org/XML/1998/namespace"/>
    <ds:schemaRef ds:uri="88a3d677-9216-46c3-8201-ee58da5def3b"/>
    <ds:schemaRef ds:uri="http://schemas.microsoft.com/office/2006/metadata/properties"/>
    <ds:schemaRef ds:uri="dffefaba-9bcc-430d-9abe-09565c10f6ee"/>
    <ds:schemaRef ds:uri="http://purl.org/dc/elements/1.1/"/>
    <ds:schemaRef ds:uri="http://schemas.microsoft.com/office/infopath/2007/PartnerControls"/>
    <ds:schemaRef ds:uri="http://schemas.openxmlformats.org/package/2006/metadata/core-properties"/>
    <ds:schemaRef ds:uri="http://purl.org/dc/dcmitype/"/>
  </ds:schemaRefs>
</ds:datastoreItem>
</file>

<file path=customXml/itemProps2.xml><?xml version="1.0" encoding="utf-8"?>
<ds:datastoreItem xmlns:ds="http://schemas.openxmlformats.org/officeDocument/2006/customXml" ds:itemID="{69B9220D-8720-49D8-96AD-9ED891556F72}">
  <ds:schemaRefs>
    <ds:schemaRef ds:uri="http://schemas.microsoft.com/sharepoint/v3/contenttype/forms"/>
  </ds:schemaRefs>
</ds:datastoreItem>
</file>

<file path=customXml/itemProps3.xml><?xml version="1.0" encoding="utf-8"?>
<ds:datastoreItem xmlns:ds="http://schemas.openxmlformats.org/officeDocument/2006/customXml" ds:itemID="{EA6BAB9D-4EE9-4033-AB72-A72D6D5ED5F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8a3d677-9216-46c3-8201-ee58da5def3b"/>
    <ds:schemaRef ds:uri="dffefaba-9bcc-430d-9abe-09565c10f6e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38692</TotalTime>
  <Words>929</Words>
  <Application>Microsoft Office PowerPoint</Application>
  <PresentationFormat>Widescreen</PresentationFormat>
  <Paragraphs>135</Paragraphs>
  <Slides>18</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18</vt:i4>
      </vt:variant>
    </vt:vector>
  </HeadingPairs>
  <TitlesOfParts>
    <vt:vector size="27" baseType="lpstr">
      <vt:lpstr>Arial</vt:lpstr>
      <vt:lpstr>Calibri</vt:lpstr>
      <vt:lpstr>Calibri Light</vt:lpstr>
      <vt:lpstr>Courier New</vt:lpstr>
      <vt:lpstr>Times New Roman</vt:lpstr>
      <vt:lpstr>Trebuchet MS</vt:lpstr>
      <vt:lpstr>Wingdings</vt:lpstr>
      <vt:lpstr>Wingdings 3</vt:lpstr>
      <vt:lpstr>Office Theme</vt:lpstr>
      <vt:lpstr>PowerPoint Presentation</vt:lpstr>
      <vt:lpstr>IAS 19 EMPLOYEE BENEFITS </vt:lpstr>
      <vt:lpstr>IAS 19 EMPLOYEE BENEFITS Scope (.02-.07) </vt:lpstr>
      <vt:lpstr>IAS 19 EMPLOYEE BENEFITS Short-term benefits</vt:lpstr>
      <vt:lpstr>IAS 19 EMPLOYEE BENEFITS Short-term benefits</vt:lpstr>
      <vt:lpstr>IAS 19 EMPLOYEE BENEFITS Short-term benefits</vt:lpstr>
      <vt:lpstr>IAS 19 EMPLOYEE BENEFITS Short-term benefits</vt:lpstr>
      <vt:lpstr>IAS 19 EMPLOYEE BENEFITS Short-term benefits</vt:lpstr>
      <vt:lpstr>IAS 19 EMPLOYEE BENEFITS Short-term benefits</vt:lpstr>
      <vt:lpstr>IAS 19 EMPLOYEE BENEFITS Post-employment benefits</vt:lpstr>
      <vt:lpstr>IAS 19 EMPLOYEE BENEFITS Post-employment benefits</vt:lpstr>
      <vt:lpstr>IAS 19 EMPLOYEE BENEFITS Post-employment benefits</vt:lpstr>
      <vt:lpstr>IAS 19 EMPLOYEE BENEFITS  Termination benefits (.159 - .164) </vt:lpstr>
      <vt:lpstr>IAS 19 EMPLOYEE BENEFITS  Termination benefits (.159 - .164) </vt:lpstr>
      <vt:lpstr>IAS 19 EMPLOYEE BENEFITS  Termination benefits (.159 - .164)</vt:lpstr>
      <vt:lpstr>IAS 19 EMPLOYEE BENEFITS  Other long-term benefits (.153 - .158) </vt:lpstr>
      <vt:lpstr>IAS 19 EMPLOYEE BENEFITS  Other long-term benefits (.153 - .158)</vt:lpstr>
      <vt:lpstr>IAS 19 EMPLOYEE BENEFITS  Multiple employer plans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Muller, L, Mev [lm2@sun.ac.za]</dc:creator>
  <cp:lastModifiedBy>Ngobese, LM, Mr [lmngobese@sun.ac.za]</cp:lastModifiedBy>
  <cp:revision>709</cp:revision>
  <cp:lastPrinted>2025-04-25T06:50:56Z</cp:lastPrinted>
  <dcterms:created xsi:type="dcterms:W3CDTF">2021-09-15T08:20:16Z</dcterms:created>
  <dcterms:modified xsi:type="dcterms:W3CDTF">2025-04-25T13:36:26Z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0x010100008C6D65BAC40A45BAB92F14DB5F4FAF</vt:lpwstr>
  </property>
</Properties>
</file>