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1.xml" ContentType="application/vnd.openxmlformats-officedocument.presentationml.notesSlide+xml"/>
  <Override PartName="/ppt/ink/ink17.xml" ContentType="application/inkml+xml"/>
  <Override PartName="/ppt/ink/ink18.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6" r:id="rId1"/>
    <p:sldMasterId id="2147484038" r:id="rId2"/>
  </p:sldMasterIdLst>
  <p:notesMasterIdLst>
    <p:notesMasterId r:id="rId16"/>
  </p:notesMasterIdLst>
  <p:handoutMasterIdLst>
    <p:handoutMasterId r:id="rId17"/>
  </p:handoutMasterIdLst>
  <p:sldIdLst>
    <p:sldId id="974" r:id="rId3"/>
    <p:sldId id="975" r:id="rId4"/>
    <p:sldId id="979" r:id="rId5"/>
    <p:sldId id="978" r:id="rId6"/>
    <p:sldId id="969" r:id="rId7"/>
    <p:sldId id="970" r:id="rId8"/>
    <p:sldId id="971" r:id="rId9"/>
    <p:sldId id="999" r:id="rId10"/>
    <p:sldId id="932" r:id="rId11"/>
    <p:sldId id="973" r:id="rId12"/>
    <p:sldId id="666" r:id="rId13"/>
    <p:sldId id="667" r:id="rId14"/>
    <p:sldId id="668" r:id="rId15"/>
  </p:sldIdLst>
  <p:sldSz cx="9902825" cy="6858000"/>
  <p:notesSz cx="7010400" cy="92964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19">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E00882-2EA4-9880-1287-4BAFB77288A5}" name="Smit, S, Mev [smits2@sun.ac.za]" initials="SS" userId="S::smits2@sun.ac.za::a5419373-b580-43bd-bc26-0bc18998dfa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Administrator" initials="A"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FF3300"/>
    <a:srgbClr val="FF3399"/>
    <a:srgbClr val="0033CC"/>
    <a:srgbClr val="CC3399"/>
    <a:srgbClr val="CCECFF"/>
    <a:srgbClr val="CC00CC"/>
    <a:srgbClr val="008080"/>
    <a:srgbClr val="006600"/>
    <a:srgbClr val="99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794" autoAdjust="0"/>
    <p:restoredTop sz="93447" autoAdjust="0"/>
  </p:normalViewPr>
  <p:slideViewPr>
    <p:cSldViewPr>
      <p:cViewPr>
        <p:scale>
          <a:sx n="125" d="100"/>
          <a:sy n="125" d="100"/>
        </p:scale>
        <p:origin x="600" y="-222"/>
      </p:cViewPr>
      <p:guideLst>
        <p:guide orient="horz" pos="2160"/>
        <p:guide pos="3119"/>
      </p:guideLst>
    </p:cSldViewPr>
  </p:slideViewPr>
  <p:outlineViewPr>
    <p:cViewPr>
      <p:scale>
        <a:sx n="33" d="100"/>
        <a:sy n="33" d="100"/>
      </p:scale>
      <p:origin x="0" y="66186"/>
    </p:cViewPr>
  </p:outlineViewPr>
  <p:notesTextViewPr>
    <p:cViewPr>
      <p:scale>
        <a:sx n="3" d="2"/>
        <a:sy n="3" d="2"/>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1026"/>
          <p:cNvSpPr>
            <a:spLocks noGrp="1" noChangeArrowheads="1"/>
          </p:cNvSpPr>
          <p:nvPr>
            <p:ph type="hdr" sz="quarter"/>
          </p:nvPr>
        </p:nvSpPr>
        <p:spPr bwMode="auto">
          <a:xfrm>
            <a:off x="3" y="0"/>
            <a:ext cx="3037512" cy="465341"/>
          </a:xfrm>
          <a:prstGeom prst="rect">
            <a:avLst/>
          </a:prstGeom>
          <a:noFill/>
          <a:ln w="9525">
            <a:noFill/>
            <a:miter lim="800000"/>
            <a:headEnd/>
            <a:tailEnd/>
          </a:ln>
          <a:effectLst/>
        </p:spPr>
        <p:txBody>
          <a:bodyPr vert="horz" wrap="square" lIns="92638" tIns="46318" rIns="92638" bIns="46318" numCol="1" anchor="t" anchorCtr="0" compatLnSpc="1">
            <a:prstTxWarp prst="textNoShape">
              <a:avLst/>
            </a:prstTxWarp>
          </a:bodyPr>
          <a:lstStyle>
            <a:lvl1pPr defTabSz="927100">
              <a:defRPr sz="1200"/>
            </a:lvl1pPr>
          </a:lstStyle>
          <a:p>
            <a:pPr>
              <a:defRPr/>
            </a:pPr>
            <a:endParaRPr lang="en-US"/>
          </a:p>
        </p:txBody>
      </p:sp>
      <p:sp>
        <p:nvSpPr>
          <p:cNvPr id="4099" name="Rectangle 1027"/>
          <p:cNvSpPr>
            <a:spLocks noGrp="1" noChangeArrowheads="1"/>
          </p:cNvSpPr>
          <p:nvPr>
            <p:ph type="dt" sz="quarter" idx="1"/>
          </p:nvPr>
        </p:nvSpPr>
        <p:spPr bwMode="auto">
          <a:xfrm>
            <a:off x="3972889" y="0"/>
            <a:ext cx="3037511" cy="465341"/>
          </a:xfrm>
          <a:prstGeom prst="rect">
            <a:avLst/>
          </a:prstGeom>
          <a:noFill/>
          <a:ln w="9525">
            <a:noFill/>
            <a:miter lim="800000"/>
            <a:headEnd/>
            <a:tailEnd/>
          </a:ln>
          <a:effectLst/>
        </p:spPr>
        <p:txBody>
          <a:bodyPr vert="horz" wrap="square" lIns="92638" tIns="46318" rIns="92638" bIns="46318" numCol="1" anchor="t" anchorCtr="0" compatLnSpc="1">
            <a:prstTxWarp prst="textNoShape">
              <a:avLst/>
            </a:prstTxWarp>
          </a:bodyPr>
          <a:lstStyle>
            <a:lvl1pPr algn="r" defTabSz="927100">
              <a:defRPr sz="1200"/>
            </a:lvl1pPr>
          </a:lstStyle>
          <a:p>
            <a:pPr>
              <a:defRPr/>
            </a:pPr>
            <a:endParaRPr lang="en-US"/>
          </a:p>
        </p:txBody>
      </p:sp>
      <p:sp>
        <p:nvSpPr>
          <p:cNvPr id="4100" name="Rectangle 1028"/>
          <p:cNvSpPr>
            <a:spLocks noGrp="1" noChangeArrowheads="1"/>
          </p:cNvSpPr>
          <p:nvPr>
            <p:ph type="ftr" sz="quarter" idx="2"/>
          </p:nvPr>
        </p:nvSpPr>
        <p:spPr bwMode="auto">
          <a:xfrm>
            <a:off x="3" y="8831059"/>
            <a:ext cx="3037512" cy="465341"/>
          </a:xfrm>
          <a:prstGeom prst="rect">
            <a:avLst/>
          </a:prstGeom>
          <a:noFill/>
          <a:ln w="9525">
            <a:noFill/>
            <a:miter lim="800000"/>
            <a:headEnd/>
            <a:tailEnd/>
          </a:ln>
          <a:effectLst/>
        </p:spPr>
        <p:txBody>
          <a:bodyPr vert="horz" wrap="square" lIns="92638" tIns="46318" rIns="92638" bIns="46318" numCol="1" anchor="b" anchorCtr="0" compatLnSpc="1">
            <a:prstTxWarp prst="textNoShape">
              <a:avLst/>
            </a:prstTxWarp>
          </a:bodyPr>
          <a:lstStyle>
            <a:lvl1pPr defTabSz="927100">
              <a:defRPr sz="1200"/>
            </a:lvl1pPr>
          </a:lstStyle>
          <a:p>
            <a:pPr>
              <a:defRPr/>
            </a:pPr>
            <a:endParaRPr lang="en-US"/>
          </a:p>
        </p:txBody>
      </p:sp>
      <p:sp>
        <p:nvSpPr>
          <p:cNvPr id="4101" name="Rectangle 1029"/>
          <p:cNvSpPr>
            <a:spLocks noGrp="1" noChangeArrowheads="1"/>
          </p:cNvSpPr>
          <p:nvPr>
            <p:ph type="sldNum" sz="quarter" idx="3"/>
          </p:nvPr>
        </p:nvSpPr>
        <p:spPr bwMode="auto">
          <a:xfrm>
            <a:off x="3972889" y="8831059"/>
            <a:ext cx="3037511" cy="465341"/>
          </a:xfrm>
          <a:prstGeom prst="rect">
            <a:avLst/>
          </a:prstGeom>
          <a:noFill/>
          <a:ln w="9525">
            <a:noFill/>
            <a:miter lim="800000"/>
            <a:headEnd/>
            <a:tailEnd/>
          </a:ln>
          <a:effectLst/>
        </p:spPr>
        <p:txBody>
          <a:bodyPr vert="horz" wrap="square" lIns="92638" tIns="46318" rIns="92638" bIns="46318" numCol="1" anchor="b" anchorCtr="0" compatLnSpc="1">
            <a:prstTxWarp prst="textNoShape">
              <a:avLst/>
            </a:prstTxWarp>
          </a:bodyPr>
          <a:lstStyle>
            <a:lvl1pPr algn="r" defTabSz="927100">
              <a:defRPr sz="1200"/>
            </a:lvl1pPr>
          </a:lstStyle>
          <a:p>
            <a:pPr>
              <a:defRPr/>
            </a:pPr>
            <a:fld id="{9E1D0EDA-5A7F-46EC-B2C2-A89782F2E936}" type="slidenum">
              <a:rPr lang="en-US"/>
              <a:pPr>
                <a:defRPr/>
              </a:pPr>
              <a:t>‹#›</a:t>
            </a:fld>
            <a:endParaRPr lang="en-US"/>
          </a:p>
        </p:txBody>
      </p:sp>
    </p:spTree>
    <p:extLst>
      <p:ext uri="{BB962C8B-B14F-4D97-AF65-F5344CB8AC3E}">
        <p14:creationId xmlns:p14="http://schemas.microsoft.com/office/powerpoint/2010/main" val="388065585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13:24:10.062"/>
    </inkml:context>
    <inkml:brush xml:id="br0">
      <inkml:brushProperty name="width" value="0.1" units="cm"/>
      <inkml:brushProperty name="height" value="0.1" units="cm"/>
      <inkml:brushProperty name="color" value="#FF0066"/>
    </inkml:brush>
  </inkml:definitions>
  <inkml:trace contextRef="#ctx0" brushRef="#br0">18 535 4569,'-5'3'2195,"-7"-1"551,36-32-1746,11-9-720,-23 25-233,0 1 0,26-23-1,-25 25-6,-1-1-1,0 0 0,17-24 1,-20 24-17,-1 1-1,2 0 1,0 1 0,0 0 0,24-17 0,-10 12-13,-15 11-9,-1-1 0,0 0 1,0 0-1,10-11 0,8 0 12,-22 14-11,0 0-1,0 0 1,0 0 0,-1-1 0,6-4 0,-4 2-1,1 1-1,-1 0 0,1 0 1,0 1-1,8-4 1,-8 4 1,-1 1 0,1-1-1,-1-1 1,0 1 0,0-1 0,7-6 0,22-19 7,-27 24-7,0 0 0,-1 0 0,12-12 0,-15 14-2,0 0-1,0 1 1,0 0-1,0 0 0,1 0 1,4-3-1,15-9-3,-18 7 7,-5 6-3,1 1 0,-1 0 0,0-1 0,0 1 0,1 0 1,-1-1-1,0 1 0,0 0 0,1-1 0,-1 1 1,0 0-1,1 0 0,-1-1 0,1 1 0,-1 0 0,0 0 1,1 0-1,-1-1 0,1 1 0,-1 0 0,1 0 0,-1 0 1,0 0-1,1 0 0,-1 0 0,1 0 0,-1 0 1,1 0-1,-1 0 0,0 0 0,1 0 0,0 1 0,1-1-2,7 0-52,-1 0-1,1-1 1,-1 0-1,14-3 1,-15 1-56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13:24:11.836"/>
    </inkml:context>
    <inkml:brush xml:id="br0">
      <inkml:brushProperty name="width" value="0.1" units="cm"/>
      <inkml:brushProperty name="height" value="0.1" units="cm"/>
      <inkml:brushProperty name="color" value="#FF0066"/>
    </inkml:brush>
  </inkml:definitions>
  <inkml:trace contextRef="#ctx0" brushRef="#br0">1 0 2216,'6'1'383,"1"1"-1,0 0 0,-1 0 0,1 0 0,-1 1 0,0 0 0,0 0 1,0 1-1,0 0 0,7 6 0,15 8 830,12 2-19,-20-11-830,-1 2 1,0 0-1,18 14 0,-33-22-347,1 1-1,-1 0 1,1-1-1,1 0 1,-1 0 0,0-1-1,1 1 1,7 1-1,-8-2-9,0 0 0,0 0 0,-1 1 0,1-1 0,-1 1 0,1 0 0,-1 0 0,0 1 0,0-1 0,4 5 0,-4-3 7,2 0 0,-1-1 0,0 0 0,1 0 0,7 4 0,104 56 563,-89-47-520,-13-10-52,-12-6-2,0 0 0,-1 0-1,1 1 1,0 0 0,0-1 0,4 5-1,-3-3 1,0 0-1,0 0 0,1 0 1,-1-1-1,1 1 0,6 1 0,-8-3 0,0 1 1,1 0-1,-1 0 1,1 1 0,-1-1 0,6 7 0,-6-7-1,0 1 1,0 0-1,0-1 1,1 0-1,-1 1 1,1-1-1,6 2 0,2 1 5,0 1-1,-1 0 0,20 14 0,4 2 5,-33-21-10,-1-1 0,0 1 0,0-1 1,0 1-1,0-1 0,0 1 0,0 0 0,0 0 0,0-1 0,0 1 0,0 0 0,0 0 0,-1 0 1,1 0-1,0 0 0,-1 0 0,1 0 0,0 0 0,-1 0 0,1 1 0,-1-1 0,0 0 1,1 0-1,-1 2 0,1-2 0,0 0 1,0 0-1,0 0 0,0 0 1,0 0-1,0 0 1,0 0-1,0 0 1,0 0-1,0-1 1,1 1-1,-1-1 0,0 1 1,2 0-1,7 4 3,-6-1-79,0 0 0,0-1 1,1 1-1,-1-1 0,1 0 0,0 0 0,0-1 1,0 1-1,0-1 0,0 0 0,1-1 0,-1 1 1,0-1-1,1 0 0,-1 0 0,1-1 0,0 1 1,9-2-1,-1-2-535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13:24:14.350"/>
    </inkml:context>
    <inkml:brush xml:id="br0">
      <inkml:brushProperty name="width" value="0.1" units="cm"/>
      <inkml:brushProperty name="height" value="0.1" units="cm"/>
      <inkml:brushProperty name="color" value="#FF0066"/>
    </inkml:brush>
  </inkml:definitions>
  <inkml:trace contextRef="#ctx0" brushRef="#br0">0 463 4025,'0'0'1610,"23"-4"1085,-18 0-2382,1-1-1,-1 1 1,0-1 0,5-6 0,-6 6-265,0 0 1,0 0 0,1 1-1,0 0 1,0 0 0,7-4-1,14-13 123,-22 17-105,-1 1-1,1-1 0,0 1 0,0 0 1,6-3-1,58-43 60,-45 35-112,-1-1 0,28-24 0,-32 24-5,0 0 0,2 1 0,33-17 0,-49 28-5,0 1-1,0 0 1,0-1-1,-1 0 1,1 0 0,-1 0-1,5-5 1,18-15 9,-8 16-12,7-4 0,-16 4 0,3-2 1,-1 0-1,0-1 0,10-12 1,-18 19 5,0 0 1,0-1-1,0 2 1,1-1-1,5-3 0,-9 6-6,7-5 6,-6 4-6,-1 1 0,1-1 1,1 0-1,-1 0 0,0 1 0,0-1 0,0 1 0,0-1 0,0 1 0,0-1 0,1 1 0,-1 0 0,0 0 0,0-1 1,1 1-1,-1 0 0,0 0 0,0 0 0,1 0 0,-1 1 0,0-1 0,0 0 0,3 1 0,4 1-98,0-1 0,1 0 0,-1 0 0,13-1 0,0-4-76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13:24:15.824"/>
    </inkml:context>
    <inkml:brush xml:id="br0">
      <inkml:brushProperty name="width" value="0.1" units="cm"/>
      <inkml:brushProperty name="height" value="0.1" units="cm"/>
      <inkml:brushProperty name="color" value="#FF0066"/>
    </inkml:brush>
  </inkml:definitions>
  <inkml:trace contextRef="#ctx0" brushRef="#br0">18 19 4425,'-14'-14'4545,"10"9"-4445,11 12 616,6 3-467,0-1 0,0 0 0,1-1 0,0 0 0,0-1 0,23 7 0,-7-1-133,49 15 116,-62-23-186,1 0 1,-1 1-1,-1 1 1,1 1 0,-1 0-1,0 1 1,16 13-1,-16-11-22,0 1-1,1-2 0,0-1 0,37 15 1,14 9-5,-2-1-17,-29-21 6,-32-11-7,-1 1 1,1 0 0,0 1-1,-1-1 1,1 1-1,-1 0 1,1 0 0,6 5-1,43 32-15,-36-28-569,-13-12 373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13:24:52.41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81 53 1864,'-19'7'2802,"17"-6"-2626,1 0 0,0 0 0,-1-1 1,1 1-1,0-1 0,-1 1 0,1-1 1,-1 1-1,1-1 0,-1 0 0,0 0 0,1 1 1,-1-1-1,1 0 0,-1-1 0,1 1 0,-4-1 1,-14 0 2028,19 1-2186,-1 0 0,1 0 0,0 0 0,-1 0 0,1 0 0,-1 0 0,1 0 0,-1 0 0,1 0 0,0 0 0,-1 0 0,1 0 0,-1 0 0,1 0 0,-1 0 0,1 1 0,0-1 0,-1 0 0,1 0 0,0 0 0,-1 1 0,1-1 0,0 0 0,-1 1 0,1-1 0,0 0 0,-1 1 0,1-1 0,0 0 1,0 1-1,-1-1 0,1 0 0,0 1 0,0-1 0,0 1 0,0-1 0,-1 0 0,1 1 0,0-1 0,0 1 0,0-1 0,0 1 0,0 0 0,0-1-11,1 0 1,-1 1-1,0-1 1,0 0 0,1 0-1,-1 0 1,0 1-1,0-1 1,1 0-1,-1 0 1,0 0-1,0 0 1,1 0 0,-1 1-1,0-1 1,1 0-1,-1 0 1,0 0-1,1 0 1,-1 0 0,0 0-1,1 0 1,-1 0-1,0 0 1,0 0-1,1 0 1,-1 0 0,0 0-1,1-1 1,-1 1-1,0 0 1,1 0-1,-1 0 1,0 0 0,0 0-1,1-1 1,-1 1-1,0 0 1,0 0-1,1 0 1,-1-1 0,0 1-1,0 0 1,0 0-1,0-1 1,1 1-1,10-2 268,-10 2-264,0-1 0,-1 1 0,1 0 0,0-1 0,0 1 0,0 0 0,0 0 0,0 0 0,0 0 1,0 0-1,0 0 0,0 0 0,0 0 0,0 0 0,0 0 0,0 1 0,0-1 0,0 0 0,0 1 0,-1-1 1,1 0-1,0 1 0,1 0 0,-1 0 6,0 0 1,0 0-1,0 0 1,0-1-1,0 1 1,1 0-1,-1-1 0,0 1 1,1 0-1,-1-1 1,0 0-1,1 1 1,-1-1-1,0 0 1,1 0-1,-1 1 1,1-1-1,-1 0 0,1 0 1,1-1-1,2 0-17,0 0 0,-1-1 0,0 1 0,1-1 0,6-4 0,-9 5 4,1 0-1,-1 0 1,1 0-1,-1 1 1,1-1-1,-1 1 1,1 0 0,2 0-1,16-3 65,-10 1-2,0 1-1,0 0 1,17 1 0,-16 0 12,45 6 179,-33-3-208,16 9 43,-34-10-73,0 1 0,0-1-1,1-1 1,-1 1 0,1-1-1,8 0 1,-8-1-6,-1 1-1,1-1 1,0 1-1,-1 0 1,1 0-1,7 3 1,-12-3-12,1-1-1,-1 1 1,1-1 0,0 0-1,-1 0 1,1 0 0,-1 0-1,4-1 1,-4 1 2,1-1 0,-1 1-1,0 0 1,1 0 0,-1 0 0,0 0 0,1 0 0,-1 1 0,0-1-1,5 2 1,50 10 112,-55-11-114,1 0-1,0-1 1,0 0-1,0 1 1,0-1-1,0 0 1,0-1-1,-1 1 1,1 0-1,0-1 1,3 0-1,21-2 24,48-1 6,-60 5-20,-1-1 1,0-1-1,16-2 1,-5 1 6,-17 0-11,-1 1 1,1-1 0,11-5 0,1 0-7,-17 6-2,4-1 3,0 0-1,0 1 1,0 0 0,0 0-1,8 0 1,-10 0 0,0 1 0,0-1 0,0 0 0,0 0 0,0-1 0,8-3 0,-8 3 0,0 0 1,0 0-1,0 0 0,0 1 1,0 0-1,10-1 1,32 4 2,-23-1-14,30-2 1,14 3 37,-24-2 263,-43 0-276,0 1 0,1-1-1,-1 1 1,0-1 0,0 1 0,0 0 0,0 0-1,-1-1 1,1 1 0,0 0 0,0 0 0,1 2-1,-1-1-14,1-1-1,-1 1 0,1 0 1,-1-1-1,1 1 0,-1-1 1,1 0-1,0 0 0,0 1 1,0-1-1,3 1 0,-3-1-37,-1-1-1,1 0 0,-1 1 0,1-1 1,-1 0-1,0 0 0,1 0 0,-1 0 1,1 0-1,-1 0 0,1-1 0,-1 1 1,1 0-1,-1-1 0,0 1 0,1-1 0,1 0 1,-2-1-48,0 1 1,1-1 0,-1 1-1,0-1 1,0 0-1,0 1 1,0-1 0,-1 0-1,1 0 1,0 1 0,-1-1-1,1 0 1,-1 0-1,0 0 1,1-3 0,2-46-605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13:24:54.43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48 130 2777,'-47'-130'7928,"47"130"-7878,1 1 1,-1-1-1,0 0 1,1 0-1,8 4 84,0-1 0,-1 0 0,1-1 0,0 1 0,1-2 0,-1 1 0,0-2-1,12 1 1,18 3 121,-19-1-17,32 12 0,6 2 197,-36-12-273,31 14 1,-16-6-17,-14-4-103,-18-6-37,0-1-1,0-1 1,0 1-1,0-1 1,0 1 0,0-1-1,1-1 1,6 1-1,44 3 49,-42-2-40,-1-1 1,1 0 0,0-1-1,22-3 1,-27 2-10,18-4 4,0 1 0,1 2 0,33 0 0,-38 2 1,31-3 0,-37 1 19,1 1 0,0 1 0,29 3 0,49 7 177,-76-6-203,7 1 132,35 10 0,-44-12-114,-18-3-40,1 0 0,-1 0 1,0 0-1,1 0 1,-1 0-1,1 0 1,-1-1-1,0 1 1,1 0-1,-1 0 1,0-1-1,1 1 0,-1 0 1,0 0-1,1-1 1,-1 1-1,0 0 1,0-1-1,1 1 1,-1 0-1,0-1 1,0 1-1,0 0 0,1-1 1,-1-4-114,0 1 0,0 0 0,0 0 0,0 0 0,0 0 0,-1 0 0,-2-7 0,-10-50-321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13:02:01.41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51 2673,'1'-50'7305,"12"49"-7100,-1 1-1,24 4 1,78 17 296,-45-10-321,121 15 213,-72-11-243,145 5-1,-99-10-47,17-2-21,-20-2 28,-155-5-104,362 21 192,-253-18-102,209 11 42,135-23-81,-445 7-55,409 3 27,-394-1-25,139-4 49,-22-1 113,9 8-57,324-11-60,-471 7-48,133-15 30,196 5-1,185 16 76,-147-5-27,373 38-10,-598-29-34,198-13 0,16 0-17,298 5-17,-183 7-5,-454-8 3,57 3 12,227 16 3,-75-13-13,19 2 15,29 1 24,1-24-45,-262 13 7,303-15 21,-41-3-5,-148 4 1,-22 1 5,-43 7 20,67-3 89,111 1 12,-61 1-137,-113 4-12,70 2 38,23 5 8,-102-4-15,96 11-1,45 4 22,-108-10-22,160-4 7,-60-2-24,-75 7-21,105 0 27,-151-4-6,1 4 0,77 15 0,-124-15-8,202 18-16,-171-18 23,93-4 0,4 0 11,-101 2 67,77-5-1,-109 0-75,164-10 13,-166 11-31,-18 1 6,-1-1 0,0 1 1,0 0-1,0 0 0,1 1 0,-1-1 0,0 1 1,0 0-1,0 1 0,9 2 0,24 10-28,-37-13-171,-25-12-1349</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13:02:09.489"/>
    </inkml:context>
    <inkml:brush xml:id="br0">
      <inkml:brushProperty name="width" value="0.1" units="cm"/>
      <inkml:brushProperty name="height" value="0.1" units="cm"/>
      <inkml:brushProperty name="color" value="#FF0066"/>
    </inkml:brush>
  </inkml:definitions>
  <inkml:trace contextRef="#ctx0" brushRef="#br0">1 101 2953,'2'-1'101,"-1"0"0,1 0 1,0 0-1,-1 0 0,1 0 1,0 0-1,-1 0 1,0 0-1,1-1 0,-1 1 1,0-1-1,1 1 0,-1-1 1,0 1-1,0-1 1,0 0-1,0 1 0,0-4 1,8-11 4764,-9 14-4109,1 2-742,-1 1 0,0-1-1,1 1 1,-1-1 0,1 0 0,-1 1 0,1-1 0,-1 0 0,1 1-1,-1-1 1,1 0 0,-1 1 0,1-1 0,-1 0 0,1 0-1,-1 0 1,1 0 0,-1 0 0,1 0 0,0 1 0,-1-1-1,1 0 1,-1-1 0,2 1 0,192 4 971,-155-5-916,-23 0-62,0 1 0,0 0 0,1 1 0,23 5 0,-12-1-2,0-1 0,0-1 0,0-2-1,1-1 1,46-5 0,-38-1 2,-26 4-5,0 0 0,-1 1 0,1 0 0,21 2 0,34 4 1,72-4 0,-98-4-3,63-13 0,-67 9 20,1 2 0,46-2 0,-48 8 4,-17 0-18,1-1 1,-1-1-1,0 0 0,20-5 0,-16 2-4,1 1 0,0 1 1,0 1-1,43 3 0,-34 0 13,49-4 0,-58 0-11,25-4 2,1 2 0,-1 3 1,66 5-1,70 19 7,-146-19 27,54-3 0,7 1 84,-7 1-115,95-8 1,-69 0-7,-24-5 47,-60 6 47,39-1 0,55 3-49,120 3 87,-87-6-115,-114 1-14,1 3 0,52 4 0,20 4 0,159-9 1,-268 1-9,55-3-2,37-1 0,-49 4 4,-35 0-1,-1 1 0,1 1 0,28 4 0,-5 2-4,48 1-1,-36-4 19,193 13-12,-165-20-2,-56 1 0,1 1 1,27 3-1,7 5 11,111-4 1,-135-6-14,-17 1-1,32 0 0,-11 2 9,59-7-1,-28 0 0,-23 7-7,-19 23 4,-20-11 55,-10-12-75,0 0-1,0 0 0,1 1 1,-1-1-1,0 0 1,0 0-1,1 0 0,-1 1 1,0-1-1,0 0 0,0 0 1,0 1-1,1-1 0,-1 0 1,0 1-1,0-1 0,0 0 1,0 0-1,0 1 0,0-1 1,0 0-1,0 1 0,0-1 1,0 0-1,0 1 1,0-1-1,0 0 0,0 0 1,0 1-1,0-1 0,0 0 1,0 1-1,0-1 0,-1 0 1,1 0-1,0 1 0,0-1 1,0 0-1,0 0 0,-1 1 1,1-1-1,0 0 1,0 0-1,-1 0 0,1 1 1,-6-1-222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13:01:57.27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86 3361,'30'0'7681,"-3"-9"-7016,-16 10-657,-9-1-3,-1 0-1,1 0 0,-1 0 1,1 1-1,-1-1 1,0-1-1,1 1 0,-1 0 1,1 0-1,-1 0 1,1-1-1,-1 1 0,0-1 1,3 0-1,4-2 32,1 0 0,-1 0 0,1 1-1,0 1 1,0-1 0,0 1 0,0 1 0,12 0 0,10-1 5,86-1 25,-87-1-64,0 2 0,0 1 0,43 6 0,-39-3 13,59-2 0,13 1-5,-61 2 25,199 12 306,-215-15-287,30 6 1,18 0-38,48-2-8,191 0-2,-247-9 3,29 0 15,124 0 123,-160 3-131,77-13-1,-2 1 10,-100 11-14,287-23 17,-268 21 69,0 3-1,75 7 1,15 1-88,-11-12 1,-79 1 1,0 3 0,86 9 0,-81 0-12,119 1 1,-41-7 4,33-3 6,-126 1 10,69 8-1,0 1-5,430 33-7,-481-37 12,0-3 1,100-9-1,-105 4 7,69-6 30,189-3 30,6 0-79,9-7 8,-155 15 0,-169 4-16,0 0 0,0 0-1,1-1 1,-1 0 0,0 0 0,0-1 0,-1 0 0,13-5 0,-11 4 0,1 0 0,-1 0 1,1 1-1,0 1 0,-1 0 1,1 0-1,0 1 0,0 0 0,18 3 1,19-1 5,-40-2-5,-1 0 0,1 0 0,-1 1 0,1-1 0,-1 1 0,8 3 0,9 8 0,-20-10-1,-1-1 0,1 1 0,0-1 0,-1 0 0,1 1 0,0-1 0,0-1 0,0 1 0,0 0 0,0-1 0,0 1 0,0-1 0,0 0 0,0 0 0,3 0 0,195-10-1,-157 12-2,-1 1 1,61 14 0,-12-2 9,42-1-7,194-3 1,-250-9 1,111 17 0,-118-9 0,0-4-1,82-2 0,195-35-1,-217 18 8,-76 10-3,74-16-1,103-24 2,-166 29-14,-42 8 9,48-5 0,6 5 6,72-4 8,30-1-22,-166 11 6,30-1 2,0 2-1,0 2 1,0 1-1,57 15 0,83 16 11,-78-18-7,-83-14-8,0-1 1,25-1-1,13 1 0,-32-1 11,-22-1-5,1 0-1,0 1 1,12 2 0,-3 3-73,-17-6 54,1 0-1,-1 0 1,0 0-1,0 0 1,1 0-1,-1 0 1,0 0-1,0 1 0,1-1 1,-1 0-1,0 0 1,0 0-1,0 0 1,1 0-1,-1 0 1,0 1-1,0-1 1,0 0-1,0 0 0,1 0 1,-1 0-1,0 1 1,0-1-1,0 0 1,0 0-1,0 1 1,0-1-1,1 0 1,-1 0-1,0 0 0,0 1 1,0-1-1,0 0 1,0 0-1,0 1 1,0-1-1,0 0 1,0 0-1,0 1 1,0-1-1,0 0 0,0 0 1,-1 1-1,1-1 1,0 0-1,0 0 1,0 0-1,0 1 1,0-1-1,0 0 1,-1 0-1,1 0 0,0 1 1,0-1-1,0 0 1,0 0-1,-1 0 1,1 0-1,0 0 1,0 1-1,0-1 1,-1 0-1,1 0 0,0 0 1,-1 0-1,-16 7-272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13:07:30.46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86 3361,'30'0'7681,"-3"-9"-7016,-16 10-657,-9-1-3,-1 0-1,1 0 0,-1 0 1,1 1-1,-1-1 1,0-1-1,1 1 0,-1 0 1,1 0-1,-1 0 1,1-1-1,-1 1 0,0-1 1,3 0-1,4-2 32,1 0 0,-1 0 0,1 1-1,0 1 1,0-1 0,0 1 0,0 1 0,12 0 0,10-1 5,86-1 25,-87-1-64,0 2 0,0 1 0,43 6 0,-39-3 13,59-2 0,13 1-5,-61 2 25,199 12 306,-215-15-287,30 6 1,18 0-38,48-2-8,191 0-2,-247-9 3,29 0 15,124 0 123,-160 3-131,77-13-1,-2 1 10,-100 11-14,287-23 17,-268 21 69,0 3-1,75 7 1,15 1-88,-11-12 1,-79 1 1,0 3 0,86 9 0,-81 0-12,119 1 1,-41-7 4,33-3 6,-126 1 10,69 8-1,0 1-5,430 33-7,-481-37 12,0-3 1,100-9-1,-105 4 7,69-6 30,189-3 30,6 0-79,9-7 8,-155 15 0,-169 4-16,0 0 0,0 0-1,1-1 1,-1 0 0,0 0 0,0-1 0,-1 0 0,13-5 0,-11 4 0,1 0 0,-1 0 1,1 1-1,0 1 0,-1 0 1,1 0-1,0 1 0,0 0 0,18 3 1,19-1 5,-40-2-5,-1 0 0,1 0 0,-1 1 0,1-1 0,-1 1 0,8 3 0,9 8 0,-20-10-1,-1-1 0,1 1 0,0-1 0,-1 0 0,1 1 0,0-1 0,0-1 0,0 1 0,0 0 0,0-1 0,0 1 0,0-1 0,0 0 0,0 0 0,3 0 0,195-10-1,-157 12-2,-1 1 1,61 14 0,-12-2 9,42-1-7,194-3 1,-250-9 1,111 17 0,-118-9 0,0-4-1,82-2 0,195-35-1,-217 18 8,-76 10-3,74-16-1,103-24 2,-166 29-14,-42 8 9,48-5 0,6 5 6,72-4 8,30-1-22,-166 11 6,30-1 2,0 2-1,0 2 1,0 1-1,57 15 0,83 16 11,-78-18-7,-83-14-8,0-1 1,25-1-1,13 1 0,-32-1 11,-22-1-5,1 0-1,0 1 1,12 2 0,-3 3-73,-17-6 54,1 0-1,-1 0 1,0 0-1,0 0 1,1 0-1,-1 0 1,0 0-1,0 1 0,1-1 1,-1 0-1,0 0 1,0 0-1,0 0 1,1 0-1,-1 0 1,0 1-1,0-1 1,0 0-1,0 0 0,1 0 1,-1 0-1,0 1 1,0-1-1,0 0 1,0 0-1,0 1 1,0-1-1,1 0 1,-1 0-1,0 0 0,0 1 1,0-1-1,0 0 1,0 0-1,0 1 1,0-1-1,0 0 1,0 0-1,0 1 1,0-1-1,0 0 0,0 0 1,-1 1-1,1-1 1,0 0-1,0 0 1,0 0-1,0 1 1,0-1-1,0 0 1,-1 0-1,1 0 0,0 1 1,0-1-1,0 0 1,0 0-1,-1 0 1,1 0-1,0 0 1,0 1-1,0-1 1,-1 0-1,1 0 0,0 0 1,-1 0-1,-16 7-272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13:07:36.71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0 104 3361,'37'0'7681,"-5"-10"-7016,-17 11-657,-14-1-3,1 1-1,0-1 0,0 0 1,0 0-1,-1 0 1,1 0-1,0 0 0,0 0 1,-1-1-1,0 1 1,1 0-1,0-1 0,-1 0 1,3 0-1,7-3 32,-1 0 0,1 1 0,0 1-1,0 0 1,0 0 0,0 1 0,0 0 0,14 1 0,14-1 5,103-2 25,-106 0-64,1 2 0,-1 1 0,53 7 0,-47-3 13,71-3 0,16 1-5,-74 4 25,243 12 306,-263-16-287,36 6 1,23 1-38,59-4-8,232 2-2,-300-12 3,33 0 15,154 0 123,-196 3-131,93-13-1,-2-2 10,-122 15-14,350-28 17,-328 25 69,2 4-1,90 8 1,19 1-88,-12-14 1,-98 2 1,0 2 0,105 12 0,-98 0-12,144 1 1,-50-9 4,41-3 6,-153 1 10,83 10-1,-1 0-5,526 41-7,-587-45 12,0-3 1,121-11-1,-126 3 7,82-5 30,233-6 30,4 2-79,14-8 8,-190 17 0,-206 6-16,-1-2 0,1 1-1,0-1 1,0 0 0,0-1 0,0 0 0,-1-1 0,15-5 0,-12 4 0,-1 0 0,0 1 1,1 1-1,0 0 0,0 0 1,0 2-1,0-1 0,0 1 0,22 4 1,24-1 5,-50-3-5,0-1 0,0 2 0,0 0 0,-1 0 0,1 0 0,9 3 0,11 11 0,-25-13-1,0 0 0,1 0 0,-1-1 0,0 1 0,1-1 0,-1 1 0,1-1 0,-1 0 0,1-1 0,0 1 0,-1 0 0,1-1 0,0 0 0,-1 0 0,5-1 0,238-10-1,-195 13-2,2 2 1,75 15 0,-17 0 9,53-2-7,236-4 1,-304-10 1,134 20 0,-144-11 0,1-4-1,99-3 0,239-43-1,-266 22 8,-91 12-3,89-19-1,126-29 2,-204 35-14,-48 10 9,56-6 0,7 4 6,90-2 8,35-2-22,-202 13 6,37-2 2,0 3-1,-1 3 1,1 1-1,69 18 0,101 20 11,-94-22-7,-102-17-8,-1-3 1,32 0-1,16 2 0,-40-2 11,-26-1-5,0 0-1,0 1 1,15 2 0,-2 5-73,-22-8 54,1 0-1,-1 0 1,0 0-1,0 0 1,1 0-1,-1 1 1,0-1-1,1 0 0,-1 0 1,0 0-1,0 0 1,1 0-1,-1 0 1,0 1-1,0-1 1,1 0-1,-1 0 1,0 0-1,0 1 0,0-1 1,1 0-1,-1 0 1,0 1-1,0-1 1,0 0-1,0 0 1,0 1-1,0-1 1,1 0-1,-1 1 0,0-1 1,0 0-1,0 0 1,0 1-1,0-1 1,0 0-1,0 1 1,0-1-1,0 0 1,0 0-1,0 1 0,-1-1 1,1 0-1,0 1 1,0-1-1,0 0 1,0 0-1,0 1 1,0-1-1,-1 0 1,1 0-1,0 1 0,0-1 1,0 0-1,-1 0 1,1 0-1,0 1 1,0-1-1,-1 0 1,1 0-1,0 0 1,0 0-1,-1 0 0,1 0 1,-1 1-1,-19 7-272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13:08:13.021"/>
    </inkml:context>
    <inkml:brush xml:id="br0">
      <inkml:brushProperty name="width" value="0.1" units="cm"/>
      <inkml:brushProperty name="height" value="0.1" units="cm"/>
      <inkml:brushProperty name="color" value="#FF0066"/>
    </inkml:brush>
  </inkml:definitions>
  <inkml:trace contextRef="#ctx0" brushRef="#br0">1 18 2977,'10'4'6822,"-10"-7"-6133,0 2-531,38-1 720,-32 1-737,12-3 30,-18 4-168,0 0-1,1 0 1,-1 0-1,0 0 1,1 0 0,-1 0-1,1 0 1,-1 0-1,0 0 1,1 0-1,-1 0 1,0 0-1,1 0 1,-1 0-1,0 0 1,1 1-1,-1-1 1,0 0-1,1 0 1,-1 0-1,0 1 1,0-1-1,1 0 1,-1 0-1,0 0 1,0 1 0,1-1-1,-1 0 1,0 1-1,0-1 1,0 0-1,1 1 1,-1-1-1,0 0 1,0 1-1,0-1 1,0 0-1,0 1 1,0-1-1,0 1 1,1-1-1,-1 0 0,1 0 0,-1-1 0,1 1 0,0 0 1,-1 0-1,1 0 0,-1 0 0,1 0 0,-1 0 0,1 1 0,0-1 0,-1 0 1,1 0-1,-1 0 0,1 0 0,-1 1 0,1-1 0,-1 0 0,1 0 0,-1 1 1,1-1-1,-1 1 0,1-1 0,-1 1 0,18 10 63,-17-10-54,1 0-1,-1-1 1,0 1 0,1 0-1,-1-1 1,1 1 0,-1-1-1,1 0 1,-1 1 0,1-1-1,2 0 1,-3 0 11,1 0-1,-1 1 1,1-1-1,-1 0 1,1 0-1,-1 1 1,0-1-1,1 1 1,-1 0 0,1-1-1,1 2 1,-2-1-12,1 0 0,-1-1 1,1 1-1,-1-1 0,1 1 1,-1-1-1,1 0 0,0 1 1,-1-1-1,1 0 0,0 0 1,1 0-1,15 1 18,5 3 76,0 0 0,0-2 0,39 0 0,-42-1-89,34 5-1,-34-2-9,35 0 0,-23-3-3,-1-1 2,0 0 0,-1-2 0,48-9-1,-65 9 5,1 0 0,28 0 0,-27 2-4,0-1-1,23-4 0,-25 4-1,0 0 0,1 0 1,-1 1-1,21 3 0,17 0 3,62-7-8,-68 1 1,-1 1 0,83 9-1,-93-3 14,62-3-1,3 0 3,21 7-12,-62-5-1,64-5 0,-93 2 7,-18 0-8,0 0 1,0-1 0,11-2-1,59-8 2,1 3-1,117 3 1,-165 4-1,1 2 0,0 1 0,-1 2 0,39 9 0,-54-10 1,1 0 1,-1-1 0,23 0 0,-9-1-1,-8-1-1,1-2 0,0 0 1,26-6-1,-22 2 3,55-1-1,-38 5 0,51-9 0,-19 1 10,-57 8-14,22-2 16,81 1 0,1 4-5,-91-3-11,-1 2 1,1 1-1,0 2 1,43 9-1,-47-6-1,1-2-1,34 2 1,27 2 21,-62-4-13,38-1 0,8 0-16,-29 2 19,72-2 0,-96-3-10,31 4 0,-35-2 1,0-1 0,31-2 0,-25-1 5,29-4 1,86 2-1,-103 6-10,47 10-1,-66-9 10,1 0-1,-1-2 1,1 0 0,-1-1-1,29-3 1,-32 1 0,0 1-1,25 3 0,-27-1-3,0-1-1,0 0 0,0-1 1,19-3-1,72-27 2,-63 17 15,-23 10-14,0 0 1,0 1 0,0 1-1,0 1 1,1 1 0,23 3-1,17-1 6,-13 1 4,-30-2-15,-1 0 1,22-1-1,-12-1 5,48 4 0,-54-1 0,0-1 0,1-1 0,-1-1 0,23-3 0,-17 0 0,37-1 1,-1 0 2,-51 4-3,-7 0-1,1 0 0,-1 0 0,0 1 0,0-1 0,0 1 0,1 0 0,-1 0 0,7 2 0,-9-1 7,11 1-336,-18-10-347,-3-1 266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13:08:36.981"/>
    </inkml:context>
    <inkml:brush xml:id="br0">
      <inkml:brushProperty name="width" value="0.05" units="cm"/>
      <inkml:brushProperty name="height" value="0.05" units="cm"/>
      <inkml:brushProperty name="color" value="#FF0066"/>
    </inkml:brush>
  </inkml:definitions>
  <inkml:trace contextRef="#ctx0" brushRef="#br0">0 591 1608,'118'-9'2536,"-108"8"-2505,0-1 0,-1 0 0,1 0 0,11-5 0,-10 3-9,0 1-1,0 0 0,13-1 1,2 3 55,0 1-1,36 6 1,21 0 919,139-10-111,-44-9-819,-20 0-20,166 21-21,-243-2-9,185 8 10,-164-12-7,-39 0 266,117-11-1,-122 4-81,81 2 0,-10 2-106,296 5 666,-397-3-781,111 16 46,-37-4-5,18 3-6,48 3-1,-36-13-8,188 15 15,-118-7-14,-41-5-2,198 14-2,-329-21-2,121-5 22,-81 0-7,127 4 499,-9 1-404,-65 2-92,-85-1-12,0-2 0,1-2 1,51-6-1,395-48 519,-324 37-463,16-2-30,375-25 13,-440 34-40,19 5 156,158 12 1,-52 1-93,-34 3-21,-111-4-39,169 14 5,412 4 211,-623-23-148,223 12 15,-186-9-86,94 1 10,-119-6-19,222-16 32,-157 3-30,-68 9 1,0-2 0,61-17 0,-92 18 4,0 2 1,0 0-1,51 1 1,-43 3 39,56-9 1,165-28 57,-196 29-77,-26 4 24,0-2-1,41-13 1,-70 17-49,49-16 11,0 2 0,95-14 0,-111 26 49,0-3 0,0-1-1,-1-1 1,-1-3 0,71-31 0,-89 34-57,-1 1 1,-1-1 1,0-1-1,0 0 1,23-20 0,-29 20 27,0-1 0,-1 1 0,0-2 1,15-21-1,-21 26-16,0-1 0,0 0 0,-1 0 0,0 0 0,0 0 0,-1-1 0,0 1 0,0-1 0,0-11 0,0 1 26,-1 15-34,0 0 1,-1 0-1,1 0 0,-1 0 0,0 0 0,0 0 1,-1 0-1,1 0 0,-1 0 0,-2-7 0,9 21-5,-1-2-7,-1 1 0,0-1 0,4 10 0,3 12-5,31 58 0,-26-56 11,8 12-14,-24-44-9,-20 4-342,8-7 120,0-5 105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13:08:44.507"/>
    </inkml:context>
    <inkml:brush xml:id="br0">
      <inkml:brushProperty name="width" value="0.05" units="cm"/>
      <inkml:brushProperty name="height" value="0.05" units="cm"/>
      <inkml:brushProperty name="color" value="#FF0066"/>
    </inkml:brush>
  </inkml:definitions>
  <inkml:trace contextRef="#ctx0" brushRef="#br0">0 1 2833,'0'7'4877,"8"-1"-2052,-6-3-2793,1-1 0,1 0 0,-1 0 1,0 0-1,0 0 0,1 0 0,-1-1 0,1 1 1,0-1-1,4 1 0,117 6 243,-76-2-213,17 0-15,-64-6-46,-1 0 0,1 0 0,-1 1 0,1-1 1,-1 1-1,1-1 0,-1 1 0,1-1 0,-1 1 0,0 0 0,1 0 0,1 1 0,-2-1 0,0 0 0,0 0 0,0-1 0,0 1 0,1 0 0,-1-1 0,0 1 0,0-1 0,0 1 0,1-1 0,-1 0 0,2 1 0,-16-4-421,10 2 262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13:08:45.393"/>
    </inkml:context>
    <inkml:brush xml:id="br0">
      <inkml:brushProperty name="width" value="0.05" units="cm"/>
      <inkml:brushProperty name="height" value="0.05" units="cm"/>
      <inkml:brushProperty name="color" value="#FF0066"/>
    </inkml:brush>
  </inkml:definitions>
  <inkml:trace contextRef="#ctx0" brushRef="#br0">1 349 3921,'0'0'73,"0"0"0,0 1-1,0-1 1,1 0 0,-1 0 0,0 0 0,0 0 0,0 0-1,1 1 1,-1-1 0,0 0 0,0 0 0,0 0 0,1 0 0,-1 0-1,0 0 1,0 0 0,1 0 0,-1 0 0,0 0 0,0 0-1,1 0 1,-1 0 0,0 0 0,0 0 0,0 0 0,1 0 0,-1 0-1,0 0 1,0 0 0,1-1 0,-1 1 0,0 0 0,0 0-1,0 0 1,1 0 0,-1 0 0,0-1 0,0 1 0,0 0 0,0 0-1,0 0 1,1 0 0,-1-1 0,0 1 0,0 0 0,0 0-1,0-1 1,0 1 0,11-11 1391,-7 8-1335,-1-1 0,0 1-1,1 0 1,0 0 0,0 0 0,5-3-1,17-14 26,-17 10-99,3-3 106,0 0 1,1 1-1,18-13 0,-25 20-123,0 0 0,-1-1 0,1 0 0,7-11 0,9-8 15,12-15-11,10-10-24,-40 46-13,0 0-1,0 0 1,1 1 0,-1-1 0,1 1 0,0 1 0,0-1 0,10-3 0,-9 4-143,-5 2 83,0 0 1,0 0-1,0 0 0,0 0 1,0-1-1,0 1 0,0 0 1,-1 0-1,1-1 1,0 1-1,0-1 0,0 1 1,0-1-1,0 1 0,0-1 1,-1 0-1,1 1 0,0-1 1,-1 0-1,1 1 0,0-1 1,-1 0-1,1 0 0,-1 0 1,1 0-1,-1 0 0,1 0 1,-1-1-1,0-10-693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7T13:09:43.11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12 1360,'11'-8'1377,"-9"7"-1209,-1 1-1,0-1 0,0 1 1,0-1-1,1 1 0,-1 0 0,0 0 1,1-1-1,-1 1 0,0 0 1,1 0-1,-1 0 0,0 0 1,0 0-1,1 1 0,-1-1 1,0 0-1,1 1 0,-1-1 1,0 1-1,0-1 0,2 1 168,0 1-168,5 2 195,1 0 0,0-1 0,0-1 0,0 0 0,1 0-1,-1 0 1,1-1 0,13-1 0,11-1-194,34-6 1,-15 1 113,2 5-205,0 2 0,0 3 1,88 17-1,-3 0 84,190 2 26,-223-17-126,395-19 284,-344 3-329,-52 2-14,103-1 188,45 19 72,-219-8-255,198 5 28,20-3 82,-158-1-90,-35-1-14,470 8 6,-405-9-18,381-10 14,-438 8-13,0 2 1,94 15 0,-91-12-2,-56-4 3,1 1-1,0 0 0,-1 1 0,1 0 0,-1 1 0,23 8 1,-14-7-118,-32-8-36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08T06:27:16.451"/>
    </inkml:context>
    <inkml:brush xml:id="br0">
      <inkml:brushProperty name="width" value="0.1" units="cm"/>
      <inkml:brushProperty name="height" value="0.1" units="cm"/>
      <inkml:brushProperty name="color" value="#004F8B"/>
    </inkml:brush>
  </inkml:definitions>
  <inkml:trace contextRef="#ctx0" brushRef="#br0">1 1068 2689,'8'-12'1343,"-8"10"-1158,1 1-1,0-1 1,-1 1 0,1-1-1,0 1 1,0-1 0,0 1 0,1 0-1,-1-1 1,0 1 0,0 0 0,1 0-1,-1 0 1,0 0 0,1 0-1,-1 0 1,1 0 0,2 0 554,17-8 508,-12 3-827,0 0-1,14-13 1,-16 12-311,1 1 0,0 0 0,9-6 0,39-29-41,-34 23 8,-1-1-1,0-1 0,24-31 1,-28 31-50,0 1 1,1 0-1,2 1 0,29-21 1,-4 4-14,-33 25-7,0 0 0,21-12-1,154-78 19,-88 32-24,-2 0 6,-32 20-4,61-45 14,-55 36-11,-57 44-4,0 0-1,1 2 1,1-1-1,0 2 1,0 0-1,26-11 0,75-29 8,-109 47-7,1-1 0,-1 1 0,0-1 0,-1 0 0,1-1 0,-1 0 0,0 0 0,8-8-1,-11 45-169,-5-24 122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08T06:27:17.974"/>
    </inkml:context>
    <inkml:brush xml:id="br0">
      <inkml:brushProperty name="width" value="0.1" units="cm"/>
      <inkml:brushProperty name="height" value="0.1" units="cm"/>
      <inkml:brushProperty name="color" value="#004F8B"/>
    </inkml:brush>
  </inkml:definitions>
  <inkml:trace contextRef="#ctx0" brushRef="#br0">0 1 3073,'1'1'270,"-1"0"0,1 0 1,0 0-1,-1 0 1,1 0-1,0 0 1,-1-1-1,1 1 0,0 0 1,0 0-1,0 0 1,0-1-1,0 1 0,0-1 1,0 1-1,0-1 1,0 1-1,0-1 0,2 1 1,0 0-209,0 1 0,-1-1 1,1 1-1,-1-1 0,1 1 0,-1 0 1,1 0-1,-1 0 0,2 3 0,16 47 888,-19-45-906,2 1 0,-1-1 0,1 1 0,0-1 0,0 0 1,1 0-1,0-1 0,0 1 0,1-1 0,0 0 0,9 9 0,-1-5 91,1-1 0,0-1-1,0 0 1,32 12 0,0 1-109,-30-13-21,24 11 12,-1 3 0,42 29 0,-59-36 9,2-1 1,-1-2-1,30 12 0,13 7 47,-23-9-11,-13-8 14,40 27-1,35 23-41,-88-52-27,1-2 1,33 14-1,3 2 12,-47-21-16,0 0-1,-1 0 1,0 0 0,0 1 0,9 10 0,-10-10-1,0-1 0,0 0 0,1 1 0,0-2 0,-1 1 0,11 5 0,44 29 6,-43-31-148,29 19-1,-40-21-1048,-13-2 562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1" y="1"/>
            <a:ext cx="3044076" cy="432633"/>
          </a:xfrm>
          <a:prstGeom prst="rect">
            <a:avLst/>
          </a:prstGeom>
          <a:noFill/>
          <a:ln w="9525">
            <a:noFill/>
            <a:miter lim="800000"/>
            <a:headEnd/>
            <a:tailEnd/>
          </a:ln>
          <a:effectLst/>
        </p:spPr>
        <p:txBody>
          <a:bodyPr vert="horz" wrap="square" lIns="92647" tIns="46324" rIns="92647" bIns="46324" numCol="1" anchor="t" anchorCtr="0" compatLnSpc="1">
            <a:prstTxWarp prst="textNoShape">
              <a:avLst/>
            </a:prstTxWarp>
          </a:bodyPr>
          <a:lstStyle>
            <a:lvl1pPr defTabSz="927100">
              <a:defRPr sz="1200"/>
            </a:lvl1pPr>
          </a:lstStyle>
          <a:p>
            <a:pPr>
              <a:defRPr/>
            </a:pPr>
            <a:endParaRPr lang="en-GB"/>
          </a:p>
        </p:txBody>
      </p:sp>
      <p:sp>
        <p:nvSpPr>
          <p:cNvPr id="53251" name="Rectangle 3"/>
          <p:cNvSpPr>
            <a:spLocks noGrp="1" noChangeArrowheads="1"/>
          </p:cNvSpPr>
          <p:nvPr>
            <p:ph type="dt" idx="1"/>
          </p:nvPr>
        </p:nvSpPr>
        <p:spPr bwMode="auto">
          <a:xfrm>
            <a:off x="4005711" y="1"/>
            <a:ext cx="3042435" cy="432633"/>
          </a:xfrm>
          <a:prstGeom prst="rect">
            <a:avLst/>
          </a:prstGeom>
          <a:noFill/>
          <a:ln w="9525">
            <a:noFill/>
            <a:miter lim="800000"/>
            <a:headEnd/>
            <a:tailEnd/>
          </a:ln>
          <a:effectLst/>
        </p:spPr>
        <p:txBody>
          <a:bodyPr vert="horz" wrap="square" lIns="92647" tIns="46324" rIns="92647" bIns="46324" numCol="1" anchor="t" anchorCtr="0" compatLnSpc="1">
            <a:prstTxWarp prst="textNoShape">
              <a:avLst/>
            </a:prstTxWarp>
          </a:bodyPr>
          <a:lstStyle>
            <a:lvl1pPr algn="r" defTabSz="927100">
              <a:defRPr sz="1200"/>
            </a:lvl1pPr>
          </a:lstStyle>
          <a:p>
            <a:pPr>
              <a:defRPr/>
            </a:pPr>
            <a:endParaRPr lang="en-GB"/>
          </a:p>
        </p:txBody>
      </p:sp>
      <p:sp>
        <p:nvSpPr>
          <p:cNvPr id="63492" name="Rectangle 4"/>
          <p:cNvSpPr>
            <a:spLocks noGrp="1" noRot="1" noChangeAspect="1" noChangeArrowheads="1" noTextEdit="1"/>
          </p:cNvSpPr>
          <p:nvPr>
            <p:ph type="sldImg" idx="2"/>
          </p:nvPr>
        </p:nvSpPr>
        <p:spPr bwMode="auto">
          <a:xfrm>
            <a:off x="1023938" y="720725"/>
            <a:ext cx="5000625" cy="34623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p:cNvSpPr>
            <a:spLocks noGrp="1" noChangeArrowheads="1"/>
          </p:cNvSpPr>
          <p:nvPr>
            <p:ph type="body" sz="quarter" idx="3"/>
          </p:nvPr>
        </p:nvSpPr>
        <p:spPr bwMode="auto">
          <a:xfrm>
            <a:off x="961635" y="4400664"/>
            <a:ext cx="5126519" cy="4183603"/>
          </a:xfrm>
          <a:prstGeom prst="rect">
            <a:avLst/>
          </a:prstGeom>
          <a:noFill/>
          <a:ln w="9525">
            <a:noFill/>
            <a:miter lim="800000"/>
            <a:headEnd/>
            <a:tailEnd/>
          </a:ln>
          <a:effectLst/>
        </p:spPr>
        <p:txBody>
          <a:bodyPr vert="horz" wrap="square" lIns="92647" tIns="46324" rIns="92647" bIns="46324"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3254" name="Rectangle 6"/>
          <p:cNvSpPr>
            <a:spLocks noGrp="1" noChangeArrowheads="1"/>
          </p:cNvSpPr>
          <p:nvPr>
            <p:ph type="ftr" sz="quarter" idx="4"/>
          </p:nvPr>
        </p:nvSpPr>
        <p:spPr bwMode="auto">
          <a:xfrm>
            <a:off x="1" y="8799840"/>
            <a:ext cx="3044076" cy="505481"/>
          </a:xfrm>
          <a:prstGeom prst="rect">
            <a:avLst/>
          </a:prstGeom>
          <a:noFill/>
          <a:ln w="9525">
            <a:noFill/>
            <a:miter lim="800000"/>
            <a:headEnd/>
            <a:tailEnd/>
          </a:ln>
          <a:effectLst/>
        </p:spPr>
        <p:txBody>
          <a:bodyPr vert="horz" wrap="square" lIns="92647" tIns="46324" rIns="92647" bIns="46324" numCol="1" anchor="b" anchorCtr="0" compatLnSpc="1">
            <a:prstTxWarp prst="textNoShape">
              <a:avLst/>
            </a:prstTxWarp>
          </a:bodyPr>
          <a:lstStyle>
            <a:lvl1pPr defTabSz="927100">
              <a:defRPr sz="1200"/>
            </a:lvl1pPr>
          </a:lstStyle>
          <a:p>
            <a:pPr>
              <a:defRPr/>
            </a:pPr>
            <a:endParaRPr lang="en-GB"/>
          </a:p>
        </p:txBody>
      </p:sp>
      <p:sp>
        <p:nvSpPr>
          <p:cNvPr id="53255" name="Rectangle 7"/>
          <p:cNvSpPr>
            <a:spLocks noGrp="1" noChangeArrowheads="1"/>
          </p:cNvSpPr>
          <p:nvPr>
            <p:ph type="sldNum" sz="quarter" idx="5"/>
          </p:nvPr>
        </p:nvSpPr>
        <p:spPr bwMode="auto">
          <a:xfrm>
            <a:off x="4005711" y="8799840"/>
            <a:ext cx="3042435" cy="505481"/>
          </a:xfrm>
          <a:prstGeom prst="rect">
            <a:avLst/>
          </a:prstGeom>
          <a:noFill/>
          <a:ln w="9525">
            <a:noFill/>
            <a:miter lim="800000"/>
            <a:headEnd/>
            <a:tailEnd/>
          </a:ln>
          <a:effectLst/>
        </p:spPr>
        <p:txBody>
          <a:bodyPr vert="horz" wrap="square" lIns="92647" tIns="46324" rIns="92647" bIns="46324" numCol="1" anchor="b" anchorCtr="0" compatLnSpc="1">
            <a:prstTxWarp prst="textNoShape">
              <a:avLst/>
            </a:prstTxWarp>
          </a:bodyPr>
          <a:lstStyle>
            <a:lvl1pPr algn="r" defTabSz="927100">
              <a:defRPr sz="1200"/>
            </a:lvl1pPr>
          </a:lstStyle>
          <a:p>
            <a:pPr>
              <a:defRPr/>
            </a:pPr>
            <a:fld id="{EA70B383-460E-4786-96F8-FE6AC5AFF8F7}" type="slidenum">
              <a:rPr lang="en-GB"/>
              <a:pPr>
                <a:defRPr/>
              </a:pPr>
              <a:t>‹#›</a:t>
            </a:fld>
            <a:endParaRPr lang="en-GB"/>
          </a:p>
        </p:txBody>
      </p:sp>
    </p:spTree>
    <p:extLst>
      <p:ext uri="{BB962C8B-B14F-4D97-AF65-F5344CB8AC3E}">
        <p14:creationId xmlns:p14="http://schemas.microsoft.com/office/powerpoint/2010/main" val="10098023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822325"/>
            <a:ext cx="5700713" cy="3948113"/>
          </a:xfrm>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27100" rtl="0" eaLnBrk="1" fontAlgn="base" latinLnBrk="0" hangingPunct="1">
              <a:lnSpc>
                <a:spcPct val="100000"/>
              </a:lnSpc>
              <a:spcBef>
                <a:spcPct val="0"/>
              </a:spcBef>
              <a:spcAft>
                <a:spcPct val="0"/>
              </a:spcAft>
              <a:buClrTx/>
              <a:buSzTx/>
              <a:buFontTx/>
              <a:buNone/>
              <a:tabLst/>
              <a:defRPr/>
            </a:pPr>
            <a:fld id="{EA70B383-460E-4786-96F8-FE6AC5AFF8F7}" type="slidenum">
              <a:rPr kumimoji="0" lang="en-GB" sz="12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927100" rtl="0" eaLnBrk="1" fontAlgn="base" latinLnBrk="0" hangingPunct="1">
                <a:lnSpc>
                  <a:spcPct val="100000"/>
                </a:lnSpc>
                <a:spcBef>
                  <a:spcPct val="0"/>
                </a:spcBef>
                <a:spcAft>
                  <a:spcPct val="0"/>
                </a:spcAft>
                <a:buClrTx/>
                <a:buSzTx/>
                <a:buFontTx/>
                <a:buNone/>
                <a:tabLst/>
                <a:defRPr/>
              </a:pPr>
              <a:t>9</a:t>
            </a:fld>
            <a:endParaRPr kumimoji="0" lang="en-GB"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4340686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3.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microsoft.com/office/2007/relationships/hdphoto" Target="../media/hdphoto4.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5.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microsoft.com/office/2007/relationships/hdphoto" Target="../media/hdphoto3.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3" Type="http://schemas.microsoft.com/office/2007/relationships/hdphoto" Target="../media/hdphoto4.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microsoft.com/office/2007/relationships/hdphoto" Target="../media/hdphoto5.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 Id="rId5" Type="http://schemas.openxmlformats.org/officeDocument/2006/relationships/image" Target="../media/image20.svg"/><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amp; End Slide Option">
    <p:bg>
      <p:bgPr>
        <a:solidFill>
          <a:schemeClr val="bg1"/>
        </a:solidFill>
        <a:effectLst/>
      </p:bgPr>
    </p:bg>
    <p:spTree>
      <p:nvGrpSpPr>
        <p:cNvPr id="1" name=""/>
        <p:cNvGrpSpPr/>
        <p:nvPr/>
      </p:nvGrpSpPr>
      <p:grpSpPr>
        <a:xfrm>
          <a:off x="0" y="0"/>
          <a:ext cx="0" cy="0"/>
          <a:chOff x="0" y="0"/>
          <a:chExt cx="0" cy="0"/>
        </a:xfrm>
      </p:grpSpPr>
      <p:pic>
        <p:nvPicPr>
          <p:cNvPr id="4" name="Supergraphic">
            <a:extLst>
              <a:ext uri="{FF2B5EF4-FFF2-40B4-BE49-F238E27FC236}">
                <a16:creationId xmlns:a16="http://schemas.microsoft.com/office/drawing/2014/main" id="{5B248510-4BC7-9345-88FC-2E0C971BA74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46786" y="1341440"/>
            <a:ext cx="972226" cy="1837209"/>
          </a:xfrm>
          <a:prstGeom prst="rect">
            <a:avLst/>
          </a:prstGeom>
        </p:spPr>
      </p:pic>
      <p:cxnSp>
        <p:nvCxnSpPr>
          <p:cNvPr id="5" name="Gold H Line">
            <a:extLst>
              <a:ext uri="{FF2B5EF4-FFF2-40B4-BE49-F238E27FC236}">
                <a16:creationId xmlns:a16="http://schemas.microsoft.com/office/drawing/2014/main" id="{D2E91EF0-985A-D444-B885-44EABE549784}"/>
              </a:ext>
            </a:extLst>
          </p:cNvPr>
          <p:cNvCxnSpPr/>
          <p:nvPr/>
        </p:nvCxnSpPr>
        <p:spPr>
          <a:xfrm>
            <a:off x="0" y="1341438"/>
            <a:ext cx="9902825"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9" name="Title">
            <a:extLst>
              <a:ext uri="{FF2B5EF4-FFF2-40B4-BE49-F238E27FC236}">
                <a16:creationId xmlns:a16="http://schemas.microsoft.com/office/drawing/2014/main" id="{62CE03E8-B1C3-CC40-B8F9-5DD639D93B94}"/>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746426690"/>
      </p:ext>
    </p:extLst>
  </p:cSld>
  <p:clrMapOvr>
    <a:masterClrMapping/>
  </p:clrMapOvr>
  <p:extLst>
    <p:ext uri="{DCECCB84-F9BA-43D5-87BE-67443E8EF086}">
      <p15:sldGuideLst xmlns:p15="http://schemas.microsoft.com/office/powerpoint/2012/main">
        <p15:guide id="1" pos="694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ub-heading + Content on White Bg">
    <p:spTree>
      <p:nvGrpSpPr>
        <p:cNvPr id="1" name=""/>
        <p:cNvGrpSpPr/>
        <p:nvPr/>
      </p:nvGrpSpPr>
      <p:grpSpPr>
        <a:xfrm>
          <a:off x="0" y="0"/>
          <a:ext cx="0" cy="0"/>
          <a:chOff x="0" y="0"/>
          <a:chExt cx="0" cy="0"/>
        </a:xfrm>
      </p:grpSpPr>
      <p:cxnSp>
        <p:nvCxnSpPr>
          <p:cNvPr id="6" name="Gold H Line">
            <a:extLst>
              <a:ext uri="{FF2B5EF4-FFF2-40B4-BE49-F238E27FC236}">
                <a16:creationId xmlns:a16="http://schemas.microsoft.com/office/drawing/2014/main" id="{14D6B201-F64D-A747-B121-C05B2A976FDB}"/>
              </a:ext>
            </a:extLst>
          </p:cNvPr>
          <p:cNvCxnSpPr/>
          <p:nvPr/>
        </p:nvCxnSpPr>
        <p:spPr>
          <a:xfrm>
            <a:off x="0" y="1341438"/>
            <a:ext cx="9902825"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21283" y="2098627"/>
            <a:ext cx="9034110" cy="4414600"/>
          </a:xfrm>
        </p:spPr>
        <p:txBody>
          <a:bodyPr>
            <a:normAutofit lnSpcReduction="10000"/>
          </a:body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21283" y="1384085"/>
            <a:ext cx="9034110"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cxnSp>
        <p:nvCxnSpPr>
          <p:cNvPr id="3" name="Gold H Line">
            <a:extLst>
              <a:ext uri="{FF2B5EF4-FFF2-40B4-BE49-F238E27FC236}">
                <a16:creationId xmlns:a16="http://schemas.microsoft.com/office/drawing/2014/main" id="{2C3ECBBE-4FE6-B966-D9A5-77B32703B43C}"/>
              </a:ext>
            </a:extLst>
          </p:cNvPr>
          <p:cNvCxnSpPr/>
          <p:nvPr userDrawn="1"/>
        </p:nvCxnSpPr>
        <p:spPr>
          <a:xfrm>
            <a:off x="0" y="1341438"/>
            <a:ext cx="9902825"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83408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heading + Content on Pattern White Bg">
    <p:bg>
      <p:bgPr>
        <a:solidFill>
          <a:schemeClr val="bg1"/>
        </a:solidFill>
        <a:effectLst/>
      </p:bgPr>
    </p:bg>
    <p:spTree>
      <p:nvGrpSpPr>
        <p:cNvPr id="1" name=""/>
        <p:cNvGrpSpPr/>
        <p:nvPr/>
      </p:nvGrpSpPr>
      <p:grpSpPr>
        <a:xfrm>
          <a:off x="0" y="0"/>
          <a:ext cx="0" cy="0"/>
          <a:chOff x="0" y="0"/>
          <a:chExt cx="0" cy="0"/>
        </a:xfrm>
      </p:grpSpPr>
      <p:pic>
        <p:nvPicPr>
          <p:cNvPr id="9" name="Pattern">
            <a:extLst>
              <a:ext uri="{FF2B5EF4-FFF2-40B4-BE49-F238E27FC236}">
                <a16:creationId xmlns:a16="http://schemas.microsoft.com/office/drawing/2014/main" id="{92A5C720-0429-4541-B977-B6E1AE463E85}"/>
              </a:ext>
            </a:extLst>
          </p:cNvPr>
          <p:cNvPicPr>
            <a:picLocks noChangeAspect="1"/>
          </p:cNvPicPr>
          <p:nvPr/>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120" y="1342422"/>
            <a:ext cx="9901704" cy="5256000"/>
          </a:xfrm>
          <a:prstGeom prst="rect">
            <a:avLst/>
          </a:prstGeom>
        </p:spPr>
      </p:pic>
      <p:grpSp>
        <p:nvGrpSpPr>
          <p:cNvPr id="11" name="Bottom Corner Cover Ups">
            <a:extLst>
              <a:ext uri="{FF2B5EF4-FFF2-40B4-BE49-F238E27FC236}">
                <a16:creationId xmlns:a16="http://schemas.microsoft.com/office/drawing/2014/main" id="{6B263B2D-D558-B84C-9022-34F07C2522D9}"/>
              </a:ext>
            </a:extLst>
          </p:cNvPr>
          <p:cNvGrpSpPr/>
          <p:nvPr/>
        </p:nvGrpSpPr>
        <p:grpSpPr>
          <a:xfrm>
            <a:off x="0" y="5911729"/>
            <a:ext cx="9902847" cy="949000"/>
            <a:chOff x="0" y="5911729"/>
            <a:chExt cx="12192027" cy="949000"/>
          </a:xfrm>
        </p:grpSpPr>
        <p:pic>
          <p:nvPicPr>
            <p:cNvPr id="12" name="SU.Footer.Shape.White.Cover.R">
              <a:extLst>
                <a:ext uri="{FF2B5EF4-FFF2-40B4-BE49-F238E27FC236}">
                  <a16:creationId xmlns:a16="http://schemas.microsoft.com/office/drawing/2014/main" id="{A42B02D9-6BCD-3B46-A57F-212570E5235E}"/>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3" name="SU.Footer.Shape.White.Cover.L">
              <a:extLst>
                <a:ext uri="{FF2B5EF4-FFF2-40B4-BE49-F238E27FC236}">
                  <a16:creationId xmlns:a16="http://schemas.microsoft.com/office/drawing/2014/main" id="{7BE51404-5FBA-E747-9F0C-F3B96BD72370}"/>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7"/>
            <a:ext cx="9034110"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285402951"/>
      </p:ext>
    </p:extLst>
  </p:cSld>
  <p:clrMapOvr>
    <a:masterClrMapping/>
  </p:clrMapOvr>
  <p:extLst>
    <p:ext uri="{DCECCB84-F9BA-43D5-87BE-67443E8EF086}">
      <p15:sldGuideLst xmlns:p15="http://schemas.microsoft.com/office/powerpoint/2012/main">
        <p15:guide id="1" orient="horz" pos="845">
          <p15:clr>
            <a:srgbClr val="FBAE40"/>
          </p15:clr>
        </p15:guide>
        <p15:guide id="2" orient="horz" pos="86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ub-heading + Content on Pattern Panel White 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4232ACA5-F913-4C40-9156-9574AC847B0D}"/>
              </a:ext>
            </a:extLst>
          </p:cNvPr>
          <p:cNvPicPr>
            <a:picLocks noChangeAspect="1"/>
          </p:cNvPicPr>
          <p:nvPr/>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120" y="1342422"/>
            <a:ext cx="3283059" cy="5256000"/>
          </a:xfrm>
          <a:prstGeom prst="rect">
            <a:avLst/>
          </a:prstGeom>
        </p:spPr>
      </p:pic>
      <p:grpSp>
        <p:nvGrpSpPr>
          <p:cNvPr id="15" name="Bottom Corner Cover Ups">
            <a:extLst>
              <a:ext uri="{FF2B5EF4-FFF2-40B4-BE49-F238E27FC236}">
                <a16:creationId xmlns:a16="http://schemas.microsoft.com/office/drawing/2014/main" id="{F2814333-1BF5-E849-A0FE-9AA7C7404101}"/>
              </a:ext>
            </a:extLst>
          </p:cNvPr>
          <p:cNvGrpSpPr/>
          <p:nvPr/>
        </p:nvGrpSpPr>
        <p:grpSpPr>
          <a:xfrm>
            <a:off x="0" y="5911729"/>
            <a:ext cx="9902847" cy="949000"/>
            <a:chOff x="0" y="5911729"/>
            <a:chExt cx="12192027" cy="949000"/>
          </a:xfrm>
        </p:grpSpPr>
        <p:pic>
          <p:nvPicPr>
            <p:cNvPr id="16" name="SU.Footer.Shape.White.Cover.R">
              <a:extLst>
                <a:ext uri="{FF2B5EF4-FFF2-40B4-BE49-F238E27FC236}">
                  <a16:creationId xmlns:a16="http://schemas.microsoft.com/office/drawing/2014/main" id="{03FDF139-728B-024E-9703-C432EBC41B11}"/>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29002AAF-104D-E541-A418-B45D06E37CA1}"/>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13" name="Content Placeholder ">
            <a:extLst>
              <a:ext uri="{FF2B5EF4-FFF2-40B4-BE49-F238E27FC236}">
                <a16:creationId xmlns:a16="http://schemas.microsoft.com/office/drawing/2014/main" id="{297102B3-ABBC-8342-9686-98DDA2B5DFAF}"/>
              </a:ext>
            </a:extLst>
          </p:cNvPr>
          <p:cNvSpPr>
            <a:spLocks noGrp="1"/>
          </p:cNvSpPr>
          <p:nvPr>
            <p:ph idx="1" hasCustomPrompt="1"/>
          </p:nvPr>
        </p:nvSpPr>
        <p:spPr>
          <a:xfrm>
            <a:off x="3491417" y="1439056"/>
            <a:ext cx="5963976" cy="5059180"/>
          </a:xfrm>
        </p:spPr>
        <p:txBody>
          <a:bodyPr>
            <a:normAutofit lnSpcReduction="10000"/>
          </a:bodyPr>
          <a:lstStyle/>
          <a:p>
            <a:r>
              <a:rPr lang="en-GB" dirty="0"/>
              <a:t>Content placeholder</a:t>
            </a:r>
          </a:p>
        </p:txBody>
      </p:sp>
      <p:sp>
        <p:nvSpPr>
          <p:cNvPr id="14" name="Sub-heading">
            <a:extLst>
              <a:ext uri="{FF2B5EF4-FFF2-40B4-BE49-F238E27FC236}">
                <a16:creationId xmlns:a16="http://schemas.microsoft.com/office/drawing/2014/main" id="{F0A305C8-DF3E-DB45-9F64-CF839254AACB}"/>
              </a:ext>
            </a:extLst>
          </p:cNvPr>
          <p:cNvSpPr>
            <a:spLocks noGrp="1"/>
          </p:cNvSpPr>
          <p:nvPr>
            <p:ph type="body" sz="quarter" idx="10" hasCustomPrompt="1"/>
          </p:nvPr>
        </p:nvSpPr>
        <p:spPr>
          <a:xfrm>
            <a:off x="421283" y="1439056"/>
            <a:ext cx="2862897" cy="5059179"/>
          </a:xfrm>
        </p:spPr>
        <p:txBody>
          <a:bodyPr anchor="t">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854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ual Layout Slide on White 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948D6589-07BC-504A-9A95-293D1FAB3969}"/>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cxnSp>
        <p:nvCxnSpPr>
          <p:cNvPr id="10" name="Gold H Line">
            <a:extLst>
              <a:ext uri="{FF2B5EF4-FFF2-40B4-BE49-F238E27FC236}">
                <a16:creationId xmlns:a16="http://schemas.microsoft.com/office/drawing/2014/main" id="{BCBE8D15-217A-AD4B-B1B6-A4A4464A9778}"/>
              </a:ext>
            </a:extLst>
          </p:cNvPr>
          <p:cNvCxnSpPr/>
          <p:nvPr/>
        </p:nvCxnSpPr>
        <p:spPr>
          <a:xfrm>
            <a:off x="0" y="1341438"/>
            <a:ext cx="9902825"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8" name="Content Placeholder  2">
            <a:extLst>
              <a:ext uri="{FF2B5EF4-FFF2-40B4-BE49-F238E27FC236}">
                <a16:creationId xmlns:a16="http://schemas.microsoft.com/office/drawing/2014/main" id="{2FCD4CF8-0C12-EA43-B791-77B95BE3B8A1}"/>
              </a:ext>
            </a:extLst>
          </p:cNvPr>
          <p:cNvSpPr>
            <a:spLocks noGrp="1"/>
          </p:cNvSpPr>
          <p:nvPr>
            <p:ph idx="12" hasCustomPrompt="1"/>
          </p:nvPr>
        </p:nvSpPr>
        <p:spPr>
          <a:xfrm>
            <a:off x="5121619" y="2093513"/>
            <a:ext cx="4333774" cy="441971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1">
                <a:solidFill>
                  <a:schemeClr val="tx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9" name="Sub-heading 2">
            <a:extLst>
              <a:ext uri="{FF2B5EF4-FFF2-40B4-BE49-F238E27FC236}">
                <a16:creationId xmlns:a16="http://schemas.microsoft.com/office/drawing/2014/main" id="{EFD6BD00-14FA-0C44-936C-18A58C6AEAF6}"/>
              </a:ext>
            </a:extLst>
          </p:cNvPr>
          <p:cNvSpPr>
            <a:spLocks noGrp="1"/>
          </p:cNvSpPr>
          <p:nvPr>
            <p:ph type="body" sz="quarter" idx="13" hasCustomPrompt="1"/>
          </p:nvPr>
        </p:nvSpPr>
        <p:spPr>
          <a:xfrm>
            <a:off x="5121619" y="1374651"/>
            <a:ext cx="4333774"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1"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 name="Title 2">
            <a:extLst>
              <a:ext uri="{FF2B5EF4-FFF2-40B4-BE49-F238E27FC236}">
                <a16:creationId xmlns:a16="http://schemas.microsoft.com/office/drawing/2014/main" id="{3A21EA00-5D4A-874F-9DE9-2C510BCA999D}"/>
              </a:ext>
            </a:extLst>
          </p:cNvPr>
          <p:cNvSpPr>
            <a:spLocks noGrp="1"/>
          </p:cNvSpPr>
          <p:nvPr>
            <p:ph type="body" sz="quarter" idx="14" hasCustomPrompt="1"/>
          </p:nvPr>
        </p:nvSpPr>
        <p:spPr>
          <a:xfrm>
            <a:off x="5121618" y="234094"/>
            <a:ext cx="4333775" cy="1019176"/>
          </a:xfrm>
        </p:spPr>
        <p:txBody>
          <a:bodyPr/>
          <a:lstStyle>
            <a:lvl1pPr marL="0" indent="0">
              <a:buFontTx/>
              <a:buNone/>
              <a:defRPr lang="en-GB" sz="2599" b="1" i="1" kern="1200" dirty="0" smtClean="0">
                <a:solidFill>
                  <a:schemeClr val="accent1"/>
                </a:solidFill>
                <a:latin typeface="Trebuchet MS" panose="020B0703020202090204" pitchFamily="34" charset="0"/>
                <a:ea typeface="+mj-ea"/>
                <a:cs typeface="+mj-cs"/>
              </a:defRPr>
            </a:lvl1pPr>
            <a:lvl2pPr marL="371338" indent="0">
              <a:buFontTx/>
              <a:buNone/>
              <a:defRPr/>
            </a:lvl2pPr>
            <a:lvl3pPr marL="742676" indent="0">
              <a:buFontTx/>
              <a:buNone/>
              <a:defRPr/>
            </a:lvl3pPr>
            <a:lvl4pPr marL="1114014" indent="0">
              <a:buFontTx/>
              <a:buNone/>
              <a:defRPr/>
            </a:lvl4pPr>
            <a:lvl5pPr marL="1485351" indent="0">
              <a:buFontTx/>
              <a:buNone/>
              <a:defRPr/>
            </a:lvl5pPr>
          </a:lstStyle>
          <a:p>
            <a:pPr lvl="0"/>
            <a:r>
              <a:rPr lang="en-GB" dirty="0"/>
              <a:t>CLICK TO EDIT TITLE</a:t>
            </a:r>
          </a:p>
        </p:txBody>
      </p:sp>
      <p:sp>
        <p:nvSpPr>
          <p:cNvPr id="15" name="Content Placeholder 1">
            <a:extLst>
              <a:ext uri="{FF2B5EF4-FFF2-40B4-BE49-F238E27FC236}">
                <a16:creationId xmlns:a16="http://schemas.microsoft.com/office/drawing/2014/main" id="{711302C3-77CD-E045-AC17-217A8FF65206}"/>
              </a:ext>
            </a:extLst>
          </p:cNvPr>
          <p:cNvSpPr>
            <a:spLocks noGrp="1"/>
          </p:cNvSpPr>
          <p:nvPr>
            <p:ph idx="1" hasCustomPrompt="1"/>
          </p:nvPr>
        </p:nvSpPr>
        <p:spPr>
          <a:xfrm>
            <a:off x="421283" y="2098627"/>
            <a:ext cx="4359925" cy="441971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tx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1">
            <a:extLst>
              <a:ext uri="{FF2B5EF4-FFF2-40B4-BE49-F238E27FC236}">
                <a16:creationId xmlns:a16="http://schemas.microsoft.com/office/drawing/2014/main" id="{C672C517-E44C-5541-8903-0803B60C387D}"/>
              </a:ext>
            </a:extLst>
          </p:cNvPr>
          <p:cNvSpPr>
            <a:spLocks noGrp="1"/>
          </p:cNvSpPr>
          <p:nvPr>
            <p:ph type="body" sz="quarter" idx="10" hasCustomPrompt="1"/>
          </p:nvPr>
        </p:nvSpPr>
        <p:spPr>
          <a:xfrm>
            <a:off x="421283" y="1379765"/>
            <a:ext cx="4359925"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1">
            <a:extLst>
              <a:ext uri="{FF2B5EF4-FFF2-40B4-BE49-F238E27FC236}">
                <a16:creationId xmlns:a16="http://schemas.microsoft.com/office/drawing/2014/main" id="{AD74D22F-7C30-804B-B618-3432E30FA7B0}"/>
              </a:ext>
            </a:extLst>
          </p:cNvPr>
          <p:cNvSpPr>
            <a:spLocks noGrp="1"/>
          </p:cNvSpPr>
          <p:nvPr>
            <p:ph type="title" hasCustomPrompt="1"/>
          </p:nvPr>
        </p:nvSpPr>
        <p:spPr>
          <a:xfrm>
            <a:off x="421284" y="234094"/>
            <a:ext cx="4359925" cy="1019176"/>
          </a:xfrm>
          <a:prstGeom prst="rect">
            <a:avLst/>
          </a:prstGeom>
        </p:spPr>
        <p:txBody>
          <a:bodyPr/>
          <a:lstStyle>
            <a:lvl1pPr>
              <a:lnSpc>
                <a:spcPct val="100000"/>
              </a:lnSpc>
              <a:defRPr/>
            </a:lvl1pPr>
          </a:lstStyle>
          <a:p>
            <a:r>
              <a:rPr lang="en-GB" dirty="0"/>
              <a:t>CLICK TO EDIT TITLE</a:t>
            </a:r>
            <a:endParaRPr lang="en-US" dirty="0"/>
          </a:p>
        </p:txBody>
      </p:sp>
    </p:spTree>
    <p:extLst>
      <p:ext uri="{BB962C8B-B14F-4D97-AF65-F5344CB8AC3E}">
        <p14:creationId xmlns:p14="http://schemas.microsoft.com/office/powerpoint/2010/main" val="312189592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xColumns Slide on White Bg">
    <p:spTree>
      <p:nvGrpSpPr>
        <p:cNvPr id="1" name=""/>
        <p:cNvGrpSpPr/>
        <p:nvPr/>
      </p:nvGrpSpPr>
      <p:grpSpPr>
        <a:xfrm>
          <a:off x="0" y="0"/>
          <a:ext cx="0" cy="0"/>
          <a:chOff x="0" y="0"/>
          <a:chExt cx="0" cy="0"/>
        </a:xfrm>
      </p:grpSpPr>
      <p:sp>
        <p:nvSpPr>
          <p:cNvPr id="19" name="White Rectangle">
            <a:extLst>
              <a:ext uri="{FF2B5EF4-FFF2-40B4-BE49-F238E27FC236}">
                <a16:creationId xmlns:a16="http://schemas.microsoft.com/office/drawing/2014/main" id="{AF7E239E-9757-3248-A127-4F42F0637408}"/>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cxnSp>
        <p:nvCxnSpPr>
          <p:cNvPr id="18" name="Gold H Line">
            <a:extLst>
              <a:ext uri="{FF2B5EF4-FFF2-40B4-BE49-F238E27FC236}">
                <a16:creationId xmlns:a16="http://schemas.microsoft.com/office/drawing/2014/main" id="{FF14821C-DD56-5047-8DDF-2CED2D6B409A}"/>
              </a:ext>
            </a:extLst>
          </p:cNvPr>
          <p:cNvCxnSpPr/>
          <p:nvPr/>
        </p:nvCxnSpPr>
        <p:spPr>
          <a:xfrm>
            <a:off x="0" y="1341438"/>
            <a:ext cx="9902825"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1" name="Content Placeholder 3">
            <a:extLst>
              <a:ext uri="{FF2B5EF4-FFF2-40B4-BE49-F238E27FC236}">
                <a16:creationId xmlns:a16="http://schemas.microsoft.com/office/drawing/2014/main" id="{2B59F022-8EBD-944D-810D-855A24D6A260}"/>
              </a:ext>
            </a:extLst>
          </p:cNvPr>
          <p:cNvSpPr>
            <a:spLocks noGrp="1"/>
          </p:cNvSpPr>
          <p:nvPr>
            <p:ph idx="12" hasCustomPrompt="1"/>
          </p:nvPr>
        </p:nvSpPr>
        <p:spPr>
          <a:xfrm>
            <a:off x="6531330" y="2093513"/>
            <a:ext cx="2924063"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3">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6531330"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5" name="Title 3">
            <a:extLst>
              <a:ext uri="{FF2B5EF4-FFF2-40B4-BE49-F238E27FC236}">
                <a16:creationId xmlns:a16="http://schemas.microsoft.com/office/drawing/2014/main" id="{46C5C79B-1FC7-684E-8098-DD6B7E0A0122}"/>
              </a:ext>
            </a:extLst>
          </p:cNvPr>
          <p:cNvSpPr>
            <a:spLocks noGrp="1"/>
          </p:cNvSpPr>
          <p:nvPr>
            <p:ph type="body" sz="quarter" idx="14" hasCustomPrompt="1"/>
          </p:nvPr>
        </p:nvSpPr>
        <p:spPr>
          <a:xfrm>
            <a:off x="6531330" y="230573"/>
            <a:ext cx="2924063" cy="1067301"/>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14" name="Content Placeholder  2">
            <a:extLst>
              <a:ext uri="{FF2B5EF4-FFF2-40B4-BE49-F238E27FC236}">
                <a16:creationId xmlns:a16="http://schemas.microsoft.com/office/drawing/2014/main" id="{4BF8A05F-FD1D-CD48-A3CF-DE8AF43F6977}"/>
              </a:ext>
            </a:extLst>
          </p:cNvPr>
          <p:cNvSpPr>
            <a:spLocks noGrp="1"/>
          </p:cNvSpPr>
          <p:nvPr>
            <p:ph idx="15" hasCustomPrompt="1"/>
          </p:nvPr>
        </p:nvSpPr>
        <p:spPr>
          <a:xfrm>
            <a:off x="3476306" y="2093513"/>
            <a:ext cx="2924061"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5" name="Sub-heading 2">
            <a:extLst>
              <a:ext uri="{FF2B5EF4-FFF2-40B4-BE49-F238E27FC236}">
                <a16:creationId xmlns:a16="http://schemas.microsoft.com/office/drawing/2014/main" id="{EB65077B-EB16-BF45-A1FD-89A294FE27D1}"/>
              </a:ext>
            </a:extLst>
          </p:cNvPr>
          <p:cNvSpPr>
            <a:spLocks noGrp="1"/>
          </p:cNvSpPr>
          <p:nvPr>
            <p:ph type="body" sz="quarter" idx="16" hasCustomPrompt="1"/>
          </p:nvPr>
        </p:nvSpPr>
        <p:spPr>
          <a:xfrm>
            <a:off x="3476306" y="1382146"/>
            <a:ext cx="2924061"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5BE914C9-9E29-9D45-8E51-BE422FBBE2C1}"/>
              </a:ext>
            </a:extLst>
          </p:cNvPr>
          <p:cNvSpPr>
            <a:spLocks noGrp="1"/>
          </p:cNvSpPr>
          <p:nvPr>
            <p:ph type="body" sz="quarter" idx="17" hasCustomPrompt="1"/>
          </p:nvPr>
        </p:nvSpPr>
        <p:spPr>
          <a:xfrm>
            <a:off x="3476304"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421282" y="2093513"/>
            <a:ext cx="2924063"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21282"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6" name="Title 1">
            <a:extLst>
              <a:ext uri="{FF2B5EF4-FFF2-40B4-BE49-F238E27FC236}">
                <a16:creationId xmlns:a16="http://schemas.microsoft.com/office/drawing/2014/main" id="{0A2B4331-7730-C944-82F4-41B3F12BA696}"/>
              </a:ext>
            </a:extLst>
          </p:cNvPr>
          <p:cNvSpPr>
            <a:spLocks noGrp="1"/>
          </p:cNvSpPr>
          <p:nvPr>
            <p:ph type="body" sz="quarter" idx="18" hasCustomPrompt="1"/>
          </p:nvPr>
        </p:nvSpPr>
        <p:spPr>
          <a:xfrm>
            <a:off x="421282"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344518330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Divider Slide on White Bg ">
    <p:bg>
      <p:bgPr>
        <a:solidFill>
          <a:schemeClr val="bg1">
            <a:alpha val="0"/>
          </a:schemeClr>
        </a:solidFill>
        <a:effectLst/>
      </p:bgPr>
    </p:bg>
    <p:spTree>
      <p:nvGrpSpPr>
        <p:cNvPr id="1" name=""/>
        <p:cNvGrpSpPr/>
        <p:nvPr/>
      </p:nvGrpSpPr>
      <p:grpSpPr>
        <a:xfrm>
          <a:off x="0" y="0"/>
          <a:ext cx="0" cy="0"/>
          <a:chOff x="0" y="0"/>
          <a:chExt cx="0" cy="0"/>
        </a:xfrm>
      </p:grpSpPr>
      <p:pic>
        <p:nvPicPr>
          <p:cNvPr id="9" name="Pattern Sand Bottom">
            <a:extLst>
              <a:ext uri="{FF2B5EF4-FFF2-40B4-BE49-F238E27FC236}">
                <a16:creationId xmlns:a16="http://schemas.microsoft.com/office/drawing/2014/main" id="{7E41FF7E-0642-ED43-BF36-6F4C4C4A2BE9}"/>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60310" y="4478954"/>
            <a:ext cx="3886792" cy="2148599"/>
          </a:xfrm>
          <a:prstGeom prst="rect">
            <a:avLst/>
          </a:prstGeom>
        </p:spPr>
      </p:pic>
      <p:pic>
        <p:nvPicPr>
          <p:cNvPr id="11" name="Pattern Top">
            <a:extLst>
              <a:ext uri="{FF2B5EF4-FFF2-40B4-BE49-F238E27FC236}">
                <a16:creationId xmlns:a16="http://schemas.microsoft.com/office/drawing/2014/main" id="{6124DACD-3877-F440-9547-FC58D4D8F16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flipV="1">
            <a:off x="152149" y="-43952"/>
            <a:ext cx="3886792"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373748" y="2097153"/>
            <a:ext cx="5081645" cy="441607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373747" y="1382714"/>
            <a:ext cx="5081646"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5943" y="2943724"/>
            <a:ext cx="3612998"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3369262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ub-heading + Content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7"/>
            <a:ext cx="9034110" cy="4369629"/>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94054"/>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456548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ub-heading + Content on Patter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238EDFC1-EE9A-8048-86A1-2E5C9233E777}"/>
              </a:ext>
            </a:extLst>
          </p:cNvPr>
          <p:cNvPicPr>
            <a:picLocks noChangeAspect="1"/>
          </p:cNvPicPr>
          <p:nvPr/>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120" y="1342422"/>
            <a:ext cx="9901705" cy="5256000"/>
          </a:xfrm>
          <a:prstGeom prst="rect">
            <a:avLst/>
          </a:prstGeom>
        </p:spPr>
      </p:pic>
      <p:grpSp>
        <p:nvGrpSpPr>
          <p:cNvPr id="13" name="Bottom Corner Cover Ups">
            <a:extLst>
              <a:ext uri="{FF2B5EF4-FFF2-40B4-BE49-F238E27FC236}">
                <a16:creationId xmlns:a16="http://schemas.microsoft.com/office/drawing/2014/main" id="{93D46E69-FB5E-344A-A7B7-752C7C6ECCDD}"/>
              </a:ext>
            </a:extLst>
          </p:cNvPr>
          <p:cNvGrpSpPr/>
          <p:nvPr/>
        </p:nvGrpSpPr>
        <p:grpSpPr>
          <a:xfrm>
            <a:off x="0" y="5911729"/>
            <a:ext cx="9902847" cy="949000"/>
            <a:chOff x="0" y="5911729"/>
            <a:chExt cx="12192027" cy="949000"/>
          </a:xfrm>
        </p:grpSpPr>
        <p:pic>
          <p:nvPicPr>
            <p:cNvPr id="14" name="SU.Footer.Shape.White.Cover.R">
              <a:extLst>
                <a:ext uri="{FF2B5EF4-FFF2-40B4-BE49-F238E27FC236}">
                  <a16:creationId xmlns:a16="http://schemas.microsoft.com/office/drawing/2014/main" id="{C3DAB37C-2D70-5C41-B708-179C820942FA}"/>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73C9FD76-564E-0348-A31C-D0132A5B66BC}"/>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6"/>
            <a:ext cx="9034110"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309485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heading + Content on Pattern Panel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D1F2E50E-95E6-FC4E-962F-EC9D3C8E6FB6}"/>
              </a:ext>
            </a:extLst>
          </p:cNvPr>
          <p:cNvPicPr>
            <a:picLocks noChangeAspect="1"/>
          </p:cNvPicPr>
          <p:nvPr/>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121" y="1342422"/>
            <a:ext cx="3283059" cy="5256000"/>
          </a:xfrm>
          <a:prstGeom prst="rect">
            <a:avLst/>
          </a:prstGeom>
        </p:spPr>
      </p:pic>
      <p:grpSp>
        <p:nvGrpSpPr>
          <p:cNvPr id="13" name="Bottom Corner Cover Ups">
            <a:extLst>
              <a:ext uri="{FF2B5EF4-FFF2-40B4-BE49-F238E27FC236}">
                <a16:creationId xmlns:a16="http://schemas.microsoft.com/office/drawing/2014/main" id="{B3C7A21B-1B7F-7C48-A146-B42CAF24A16C}"/>
              </a:ext>
            </a:extLst>
          </p:cNvPr>
          <p:cNvGrpSpPr/>
          <p:nvPr/>
        </p:nvGrpSpPr>
        <p:grpSpPr>
          <a:xfrm>
            <a:off x="0" y="5911729"/>
            <a:ext cx="9902847" cy="949000"/>
            <a:chOff x="0" y="5911729"/>
            <a:chExt cx="12192027" cy="949000"/>
          </a:xfrm>
        </p:grpSpPr>
        <p:pic>
          <p:nvPicPr>
            <p:cNvPr id="14" name="SU.Footer.Shape.White.Cover.R">
              <a:extLst>
                <a:ext uri="{FF2B5EF4-FFF2-40B4-BE49-F238E27FC236}">
                  <a16:creationId xmlns:a16="http://schemas.microsoft.com/office/drawing/2014/main" id="{4E7E269D-C46B-D74D-ADD3-C0B4C411F72A}"/>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643164C7-3D42-2F47-9B4F-124EA0300755}"/>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491417" y="1446552"/>
            <a:ext cx="5963976" cy="5066675"/>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446551"/>
            <a:ext cx="2862897" cy="5066674"/>
          </a:xfrm>
        </p:spPr>
        <p:txBody>
          <a:bodyPr anchor="t">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595323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ual Layout Slide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8" name="White Rectangle">
            <a:extLst>
              <a:ext uri="{FF2B5EF4-FFF2-40B4-BE49-F238E27FC236}">
                <a16:creationId xmlns:a16="http://schemas.microsoft.com/office/drawing/2014/main" id="{16180752-C10C-8440-9EE3-94FE745DE7CB}"/>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14" name="Content Placeholder  2">
            <a:extLst>
              <a:ext uri="{FF2B5EF4-FFF2-40B4-BE49-F238E27FC236}">
                <a16:creationId xmlns:a16="http://schemas.microsoft.com/office/drawing/2014/main" id="{3DFF6234-ED27-674E-B499-43815E04B1F3}"/>
              </a:ext>
            </a:extLst>
          </p:cNvPr>
          <p:cNvSpPr>
            <a:spLocks noGrp="1"/>
          </p:cNvSpPr>
          <p:nvPr>
            <p:ph idx="12" hasCustomPrompt="1"/>
          </p:nvPr>
        </p:nvSpPr>
        <p:spPr>
          <a:xfrm>
            <a:off x="5121619" y="2093513"/>
            <a:ext cx="4333774" cy="442720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1">
                <a:solidFill>
                  <a:srgbClr val="4D5356"/>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2">
            <a:extLst>
              <a:ext uri="{FF2B5EF4-FFF2-40B4-BE49-F238E27FC236}">
                <a16:creationId xmlns:a16="http://schemas.microsoft.com/office/drawing/2014/main" id="{566B889E-5E19-884B-A6F6-A481CC7DE2E3}"/>
              </a:ext>
            </a:extLst>
          </p:cNvPr>
          <p:cNvSpPr>
            <a:spLocks noGrp="1"/>
          </p:cNvSpPr>
          <p:nvPr>
            <p:ph type="body" sz="quarter" idx="13" hasCustomPrompt="1"/>
          </p:nvPr>
        </p:nvSpPr>
        <p:spPr>
          <a:xfrm>
            <a:off x="5121619" y="1382146"/>
            <a:ext cx="4333774"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1"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F6537FBF-A738-EB4D-9E99-BDECCAA2CE51}"/>
              </a:ext>
            </a:extLst>
          </p:cNvPr>
          <p:cNvSpPr>
            <a:spLocks noGrp="1"/>
          </p:cNvSpPr>
          <p:nvPr>
            <p:ph type="body" sz="quarter" idx="14" hasCustomPrompt="1"/>
          </p:nvPr>
        </p:nvSpPr>
        <p:spPr>
          <a:xfrm>
            <a:off x="5121618" y="234093"/>
            <a:ext cx="4333775" cy="1019176"/>
          </a:xfrm>
        </p:spPr>
        <p:txBody>
          <a:bodyPr/>
          <a:lstStyle>
            <a:lvl1pPr marL="0" indent="0">
              <a:buFontTx/>
              <a:buNone/>
              <a:defRPr lang="en-GB" sz="2599" b="1" i="1" kern="1200" dirty="0" smtClean="0">
                <a:solidFill>
                  <a:schemeClr val="accent1"/>
                </a:solidFill>
                <a:latin typeface="Trebuchet MS" panose="020B0703020202090204" pitchFamily="34" charset="0"/>
                <a:ea typeface="+mj-ea"/>
                <a:cs typeface="+mj-cs"/>
              </a:defRPr>
            </a:lvl1pPr>
            <a:lvl2pPr marL="371338" indent="0">
              <a:buFontTx/>
              <a:buNone/>
              <a:defRPr/>
            </a:lvl2pPr>
            <a:lvl3pPr marL="742676" indent="0">
              <a:buFontTx/>
              <a:buNone/>
              <a:defRPr/>
            </a:lvl3pPr>
            <a:lvl4pPr marL="1114014" indent="0">
              <a:buFontTx/>
              <a:buNone/>
              <a:defRPr/>
            </a:lvl4pPr>
            <a:lvl5pPr marL="1485351"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1F49F80C-ACC3-A44A-8CC6-3C5EDE180965}"/>
              </a:ext>
            </a:extLst>
          </p:cNvPr>
          <p:cNvSpPr>
            <a:spLocks noGrp="1"/>
          </p:cNvSpPr>
          <p:nvPr>
            <p:ph idx="1" hasCustomPrompt="1"/>
          </p:nvPr>
        </p:nvSpPr>
        <p:spPr>
          <a:xfrm>
            <a:off x="421283" y="2098627"/>
            <a:ext cx="4359925" cy="4422095"/>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rgbClr val="4D5356"/>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B3F930F9-C039-AF47-823C-5530804EC881}"/>
              </a:ext>
            </a:extLst>
          </p:cNvPr>
          <p:cNvSpPr>
            <a:spLocks noGrp="1"/>
          </p:cNvSpPr>
          <p:nvPr>
            <p:ph type="body" sz="quarter" idx="10" hasCustomPrompt="1"/>
          </p:nvPr>
        </p:nvSpPr>
        <p:spPr>
          <a:xfrm>
            <a:off x="421283" y="1379765"/>
            <a:ext cx="4359925"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9EDA3B2F-BE8B-BF42-ABB3-E31B7ECCE836}"/>
              </a:ext>
            </a:extLst>
          </p:cNvPr>
          <p:cNvSpPr>
            <a:spLocks noGrp="1"/>
          </p:cNvSpPr>
          <p:nvPr>
            <p:ph type="title" hasCustomPrompt="1"/>
          </p:nvPr>
        </p:nvSpPr>
        <p:spPr>
          <a:xfrm>
            <a:off x="421284" y="286559"/>
            <a:ext cx="435992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694361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xColumns Layout Slide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257E3393-912E-0B49-AEEE-D6B9ACB96FDA}"/>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13" name="Content Placeholder 3">
            <a:extLst>
              <a:ext uri="{FF2B5EF4-FFF2-40B4-BE49-F238E27FC236}">
                <a16:creationId xmlns:a16="http://schemas.microsoft.com/office/drawing/2014/main" id="{7D3B1D8D-243B-DA40-B75D-A969A88B2F8F}"/>
              </a:ext>
            </a:extLst>
          </p:cNvPr>
          <p:cNvSpPr>
            <a:spLocks noGrp="1"/>
          </p:cNvSpPr>
          <p:nvPr>
            <p:ph idx="12" hasCustomPrompt="1"/>
          </p:nvPr>
        </p:nvSpPr>
        <p:spPr>
          <a:xfrm>
            <a:off x="6531330" y="2093513"/>
            <a:ext cx="2924063"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3">
            <a:extLst>
              <a:ext uri="{FF2B5EF4-FFF2-40B4-BE49-F238E27FC236}">
                <a16:creationId xmlns:a16="http://schemas.microsoft.com/office/drawing/2014/main" id="{651902F8-552C-7C40-AA8D-2CE4C4E180B0}"/>
              </a:ext>
            </a:extLst>
          </p:cNvPr>
          <p:cNvSpPr>
            <a:spLocks noGrp="1"/>
          </p:cNvSpPr>
          <p:nvPr>
            <p:ph type="body" sz="quarter" idx="13" hasCustomPrompt="1"/>
          </p:nvPr>
        </p:nvSpPr>
        <p:spPr>
          <a:xfrm>
            <a:off x="6531330"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3">
            <a:extLst>
              <a:ext uri="{FF2B5EF4-FFF2-40B4-BE49-F238E27FC236}">
                <a16:creationId xmlns:a16="http://schemas.microsoft.com/office/drawing/2014/main" id="{D70127F6-1B72-C84F-9735-3D0725E985F3}"/>
              </a:ext>
            </a:extLst>
          </p:cNvPr>
          <p:cNvSpPr>
            <a:spLocks noGrp="1"/>
          </p:cNvSpPr>
          <p:nvPr>
            <p:ph type="body" sz="quarter" idx="14" hasCustomPrompt="1"/>
          </p:nvPr>
        </p:nvSpPr>
        <p:spPr>
          <a:xfrm>
            <a:off x="6531326"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26" name="Content Placeholder  2">
            <a:extLst>
              <a:ext uri="{FF2B5EF4-FFF2-40B4-BE49-F238E27FC236}">
                <a16:creationId xmlns:a16="http://schemas.microsoft.com/office/drawing/2014/main" id="{26B27DB4-949B-464F-A1EF-C46A3C3631C1}"/>
              </a:ext>
            </a:extLst>
          </p:cNvPr>
          <p:cNvSpPr>
            <a:spLocks noGrp="1"/>
          </p:cNvSpPr>
          <p:nvPr>
            <p:ph idx="15" hasCustomPrompt="1"/>
          </p:nvPr>
        </p:nvSpPr>
        <p:spPr>
          <a:xfrm>
            <a:off x="3476306" y="2093513"/>
            <a:ext cx="2924061"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27" name="Sub-heading 2">
            <a:extLst>
              <a:ext uri="{FF2B5EF4-FFF2-40B4-BE49-F238E27FC236}">
                <a16:creationId xmlns:a16="http://schemas.microsoft.com/office/drawing/2014/main" id="{26C885C7-ECC4-4F47-8909-3F2435E1935F}"/>
              </a:ext>
            </a:extLst>
          </p:cNvPr>
          <p:cNvSpPr>
            <a:spLocks noGrp="1"/>
          </p:cNvSpPr>
          <p:nvPr>
            <p:ph type="body" sz="quarter" idx="16" hasCustomPrompt="1"/>
          </p:nvPr>
        </p:nvSpPr>
        <p:spPr>
          <a:xfrm>
            <a:off x="3476306" y="1382146"/>
            <a:ext cx="2924061"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8" name="Title 2">
            <a:extLst>
              <a:ext uri="{FF2B5EF4-FFF2-40B4-BE49-F238E27FC236}">
                <a16:creationId xmlns:a16="http://schemas.microsoft.com/office/drawing/2014/main" id="{58332A8F-EAE9-F94C-83E3-1D8BA1D91921}"/>
              </a:ext>
            </a:extLst>
          </p:cNvPr>
          <p:cNvSpPr>
            <a:spLocks noGrp="1"/>
          </p:cNvSpPr>
          <p:nvPr>
            <p:ph type="body" sz="quarter" idx="17" hasCustomPrompt="1"/>
          </p:nvPr>
        </p:nvSpPr>
        <p:spPr>
          <a:xfrm>
            <a:off x="3476304"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29" name="Content Placeholder 1">
            <a:extLst>
              <a:ext uri="{FF2B5EF4-FFF2-40B4-BE49-F238E27FC236}">
                <a16:creationId xmlns:a16="http://schemas.microsoft.com/office/drawing/2014/main" id="{F2D4C76D-E14A-6D42-98D9-5AB41C4534F2}"/>
              </a:ext>
            </a:extLst>
          </p:cNvPr>
          <p:cNvSpPr>
            <a:spLocks noGrp="1"/>
          </p:cNvSpPr>
          <p:nvPr>
            <p:ph idx="1" hasCustomPrompt="1"/>
          </p:nvPr>
        </p:nvSpPr>
        <p:spPr>
          <a:xfrm>
            <a:off x="421282" y="2093513"/>
            <a:ext cx="2924063"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30" name="Sub-heading 1">
            <a:extLst>
              <a:ext uri="{FF2B5EF4-FFF2-40B4-BE49-F238E27FC236}">
                <a16:creationId xmlns:a16="http://schemas.microsoft.com/office/drawing/2014/main" id="{E5ACC0B6-8927-2744-B7D5-8F74BBD9FF40}"/>
              </a:ext>
            </a:extLst>
          </p:cNvPr>
          <p:cNvSpPr>
            <a:spLocks noGrp="1"/>
          </p:cNvSpPr>
          <p:nvPr>
            <p:ph type="body" sz="quarter" idx="10" hasCustomPrompt="1"/>
          </p:nvPr>
        </p:nvSpPr>
        <p:spPr>
          <a:xfrm>
            <a:off x="421282"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1" name="Title 1">
            <a:extLst>
              <a:ext uri="{FF2B5EF4-FFF2-40B4-BE49-F238E27FC236}">
                <a16:creationId xmlns:a16="http://schemas.microsoft.com/office/drawing/2014/main" id="{92EB4B94-2979-2E4C-BC92-09558809B4B0}"/>
              </a:ext>
            </a:extLst>
          </p:cNvPr>
          <p:cNvSpPr>
            <a:spLocks noGrp="1"/>
          </p:cNvSpPr>
          <p:nvPr>
            <p:ph type="body" sz="quarter" idx="18" hasCustomPrompt="1"/>
          </p:nvPr>
        </p:nvSpPr>
        <p:spPr>
          <a:xfrm>
            <a:off x="421282"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14359183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Divider Slide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pic>
        <p:nvPicPr>
          <p:cNvPr id="17" name="Pattern Sand Bottom">
            <a:extLst>
              <a:ext uri="{FF2B5EF4-FFF2-40B4-BE49-F238E27FC236}">
                <a16:creationId xmlns:a16="http://schemas.microsoft.com/office/drawing/2014/main" id="{5F8180FE-41B2-8F47-AF2E-24E5C9A6174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60310" y="4478954"/>
            <a:ext cx="3886792" cy="2148599"/>
          </a:xfrm>
          <a:prstGeom prst="rect">
            <a:avLst/>
          </a:prstGeom>
        </p:spPr>
      </p:pic>
      <p:pic>
        <p:nvPicPr>
          <p:cNvPr id="8" name="Pattern Top">
            <a:extLst>
              <a:ext uri="{FF2B5EF4-FFF2-40B4-BE49-F238E27FC236}">
                <a16:creationId xmlns:a16="http://schemas.microsoft.com/office/drawing/2014/main" id="{2C99B27B-2E8D-C04F-BC82-C62BE7870952}"/>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flipV="1">
            <a:off x="152149" y="-43952"/>
            <a:ext cx="3886792"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373748" y="2097153"/>
            <a:ext cx="5081645" cy="441607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373747" y="1384865"/>
            <a:ext cx="5081646" cy="631312"/>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5943" y="2943724"/>
            <a:ext cx="3612998"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26679442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ub-heading + Content on Maroon Bg">
    <p:bg>
      <p:bgPr>
        <a:solidFill>
          <a:schemeClr val="accent1"/>
        </a:solidFill>
        <a:effectLst/>
      </p:bgPr>
    </p:bg>
    <p:spTree>
      <p:nvGrpSpPr>
        <p:cNvPr id="1" name=""/>
        <p:cNvGrpSpPr/>
        <p:nvPr/>
      </p:nvGrpSpPr>
      <p:grpSpPr>
        <a:xfrm>
          <a:off x="0" y="0"/>
          <a:ext cx="0" cy="0"/>
          <a:chOff x="0" y="0"/>
          <a:chExt cx="0" cy="0"/>
        </a:xfrm>
      </p:grpSpPr>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21283" y="2098627"/>
            <a:ext cx="9034110" cy="4407105"/>
          </a:xfrm>
        </p:spPr>
        <p:txBody>
          <a:bodyPr>
            <a:normAutofit lnSpcReduction="10000"/>
          </a:bodyPr>
          <a:lstStyle>
            <a:lvl1pPr>
              <a:defRPr>
                <a:solidFill>
                  <a:schemeClr val="bg2"/>
                </a:solidFill>
              </a:defRPr>
            </a:lvl1p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21283" y="1379765"/>
            <a:ext cx="9034110" cy="644993"/>
          </a:xfrm>
          <a:noFill/>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0711944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ub-heading + Content on Pattern Maroon Bg">
    <p:bg>
      <p:bgPr>
        <a:solidFill>
          <a:schemeClr val="accent1"/>
        </a:solidFill>
        <a:effectLst/>
      </p:bgPr>
    </p:bg>
    <p:spTree>
      <p:nvGrpSpPr>
        <p:cNvPr id="1" name=""/>
        <p:cNvGrpSpPr/>
        <p:nvPr/>
      </p:nvGrpSpPr>
      <p:grpSpPr>
        <a:xfrm>
          <a:off x="0" y="0"/>
          <a:ext cx="0" cy="0"/>
          <a:chOff x="0" y="0"/>
          <a:chExt cx="0" cy="0"/>
        </a:xfrm>
      </p:grpSpPr>
      <p:pic>
        <p:nvPicPr>
          <p:cNvPr id="25" name="Pattern">
            <a:extLst>
              <a:ext uri="{FF2B5EF4-FFF2-40B4-BE49-F238E27FC236}">
                <a16:creationId xmlns:a16="http://schemas.microsoft.com/office/drawing/2014/main" id="{4226EFA1-497F-5A4F-8521-91A0CFCC6FAD}"/>
              </a:ext>
            </a:extLst>
          </p:cNvPr>
          <p:cNvPicPr>
            <a:picLocks noChangeAspect="1"/>
          </p:cNvPicPr>
          <p:nvPr/>
        </p:nvPicPr>
        <p:blipFill rotWithShape="1">
          <a:blip r:embed="rId2" cstate="screen">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120" y="1342422"/>
            <a:ext cx="9901705" cy="5256000"/>
          </a:xfrm>
          <a:prstGeom prst="rect">
            <a:avLst/>
          </a:prstGeom>
        </p:spPr>
      </p:pic>
      <p:grpSp>
        <p:nvGrpSpPr>
          <p:cNvPr id="26" name="Bottom Corner Cover Ups">
            <a:extLst>
              <a:ext uri="{FF2B5EF4-FFF2-40B4-BE49-F238E27FC236}">
                <a16:creationId xmlns:a16="http://schemas.microsoft.com/office/drawing/2014/main" id="{12DF9248-7DA5-8141-89FC-ECD244595B6B}"/>
              </a:ext>
            </a:extLst>
          </p:cNvPr>
          <p:cNvGrpSpPr/>
          <p:nvPr/>
        </p:nvGrpSpPr>
        <p:grpSpPr>
          <a:xfrm>
            <a:off x="0" y="5911729"/>
            <a:ext cx="9902847" cy="949000"/>
            <a:chOff x="0" y="5911729"/>
            <a:chExt cx="12192027" cy="949000"/>
          </a:xfrm>
        </p:grpSpPr>
        <p:pic>
          <p:nvPicPr>
            <p:cNvPr id="27" name="SU.Footer.Shape.White.Cover.R">
              <a:extLst>
                <a:ext uri="{FF2B5EF4-FFF2-40B4-BE49-F238E27FC236}">
                  <a16:creationId xmlns:a16="http://schemas.microsoft.com/office/drawing/2014/main" id="{44528E5A-08AB-2F40-85F7-9CF023074800}"/>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28" name="SU.Footer.Shape.White.Cover.L">
              <a:extLst>
                <a:ext uri="{FF2B5EF4-FFF2-40B4-BE49-F238E27FC236}">
                  <a16:creationId xmlns:a16="http://schemas.microsoft.com/office/drawing/2014/main" id="{D874E491-8EBD-0144-BAB4-4A1A86F2BCF0}"/>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7"/>
            <a:ext cx="9034110" cy="4414600"/>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indent="0" algn="l" defTabSz="742676" rtl="0" eaLnBrk="1" latinLnBrk="0" hangingPunct="1">
              <a:lnSpc>
                <a:spcPct val="100000"/>
              </a:lnSpc>
              <a:spcBef>
                <a:spcPts val="812"/>
              </a:spcBef>
              <a:buClr>
                <a:schemeClr val="accent2"/>
              </a:buClr>
              <a:buFontTx/>
              <a:buNone/>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3375379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ub-heading + Content on Pattern Panel Maroon Bg">
    <p:bg>
      <p:bgPr>
        <a:solidFill>
          <a:schemeClr val="accent1"/>
        </a:solidFill>
        <a:effectLst/>
      </p:bgPr>
    </p:bg>
    <p:spTree>
      <p:nvGrpSpPr>
        <p:cNvPr id="1" name=""/>
        <p:cNvGrpSpPr/>
        <p:nvPr/>
      </p:nvGrpSpPr>
      <p:grpSpPr>
        <a:xfrm>
          <a:off x="0" y="0"/>
          <a:ext cx="0" cy="0"/>
          <a:chOff x="0" y="0"/>
          <a:chExt cx="0" cy="0"/>
        </a:xfrm>
      </p:grpSpPr>
      <p:pic>
        <p:nvPicPr>
          <p:cNvPr id="20" name="Pattern">
            <a:extLst>
              <a:ext uri="{FF2B5EF4-FFF2-40B4-BE49-F238E27FC236}">
                <a16:creationId xmlns:a16="http://schemas.microsoft.com/office/drawing/2014/main" id="{4A2374C0-3B03-8F48-9525-7E36392B299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67065"/>
          <a:stretch/>
        </p:blipFill>
        <p:spPr>
          <a:xfrm>
            <a:off x="1121" y="1342422"/>
            <a:ext cx="3283059" cy="5256000"/>
          </a:xfrm>
          <a:prstGeom prst="rect">
            <a:avLst/>
          </a:prstGeom>
        </p:spPr>
      </p:pic>
      <p:grpSp>
        <p:nvGrpSpPr>
          <p:cNvPr id="21" name="Bottom Corner Cover Ups">
            <a:extLst>
              <a:ext uri="{FF2B5EF4-FFF2-40B4-BE49-F238E27FC236}">
                <a16:creationId xmlns:a16="http://schemas.microsoft.com/office/drawing/2014/main" id="{27B58CE0-B94F-A74F-AF83-E7C43D629945}"/>
              </a:ext>
            </a:extLst>
          </p:cNvPr>
          <p:cNvGrpSpPr/>
          <p:nvPr/>
        </p:nvGrpSpPr>
        <p:grpSpPr>
          <a:xfrm>
            <a:off x="0" y="5911729"/>
            <a:ext cx="9902847" cy="949000"/>
            <a:chOff x="0" y="5911729"/>
            <a:chExt cx="12192027" cy="949000"/>
          </a:xfrm>
        </p:grpSpPr>
        <p:pic>
          <p:nvPicPr>
            <p:cNvPr id="22" name="SU.Footer.Shape.White.Cover.R">
              <a:extLst>
                <a:ext uri="{FF2B5EF4-FFF2-40B4-BE49-F238E27FC236}">
                  <a16:creationId xmlns:a16="http://schemas.microsoft.com/office/drawing/2014/main" id="{96365ED4-3E98-AF49-A700-D17226523700}"/>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23" name="SU.Footer.Shape.White.Cover.L">
              <a:extLst>
                <a:ext uri="{FF2B5EF4-FFF2-40B4-BE49-F238E27FC236}">
                  <a16:creationId xmlns:a16="http://schemas.microsoft.com/office/drawing/2014/main" id="{D3178EAC-4321-104D-9E00-9ED1994E171E}"/>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491417" y="1439056"/>
            <a:ext cx="5963976" cy="5074170"/>
          </a:xfrm>
        </p:spPr>
        <p:txBody>
          <a:bodyPr>
            <a:normAutofit lnSpcReduction="10000"/>
          </a:bodyPr>
          <a:lstStyle>
            <a:lvl1pPr>
              <a:defRPr>
                <a:solidFill>
                  <a:schemeClr val="bg2"/>
                </a:solidFill>
              </a:defRPr>
            </a:lvl1p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438310"/>
            <a:ext cx="2862897" cy="5074939"/>
          </a:xfrm>
        </p:spPr>
        <p:txBody>
          <a:bodyPr anchor="t">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8294978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ual Layout Slide on Maroon Bg">
    <p:bg>
      <p:bgPr>
        <a:solidFill>
          <a:schemeClr val="accent1"/>
        </a:solidFill>
        <a:effectLst/>
      </p:bgPr>
    </p:bg>
    <p:spTree>
      <p:nvGrpSpPr>
        <p:cNvPr id="1" name=""/>
        <p:cNvGrpSpPr/>
        <p:nvPr/>
      </p:nvGrpSpPr>
      <p:grpSpPr>
        <a:xfrm>
          <a:off x="0" y="0"/>
          <a:ext cx="0" cy="0"/>
          <a:chOff x="0" y="0"/>
          <a:chExt cx="0" cy="0"/>
        </a:xfrm>
      </p:grpSpPr>
      <p:sp>
        <p:nvSpPr>
          <p:cNvPr id="3" name="White Rectangle">
            <a:extLst>
              <a:ext uri="{FF2B5EF4-FFF2-40B4-BE49-F238E27FC236}">
                <a16:creationId xmlns:a16="http://schemas.microsoft.com/office/drawing/2014/main" id="{D2611FE4-4CE8-7644-A6FD-ABFB5B5B8D60}"/>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14" name="Content Placeholder  2">
            <a:extLst>
              <a:ext uri="{FF2B5EF4-FFF2-40B4-BE49-F238E27FC236}">
                <a16:creationId xmlns:a16="http://schemas.microsoft.com/office/drawing/2014/main" id="{5BA92924-BA89-854C-8409-64B301FD09C2}"/>
              </a:ext>
            </a:extLst>
          </p:cNvPr>
          <p:cNvSpPr>
            <a:spLocks noGrp="1"/>
          </p:cNvSpPr>
          <p:nvPr>
            <p:ph idx="12" hasCustomPrompt="1"/>
          </p:nvPr>
        </p:nvSpPr>
        <p:spPr>
          <a:xfrm>
            <a:off x="5121619" y="2093513"/>
            <a:ext cx="4333774" cy="439722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1">
                <a:solidFill>
                  <a:schemeClr val="bg2"/>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7" name="Sub-heading 2">
            <a:extLst>
              <a:ext uri="{FF2B5EF4-FFF2-40B4-BE49-F238E27FC236}">
                <a16:creationId xmlns:a16="http://schemas.microsoft.com/office/drawing/2014/main" id="{90BCFF40-F87E-ED46-9480-AC27B8F7C8FD}"/>
              </a:ext>
            </a:extLst>
          </p:cNvPr>
          <p:cNvSpPr>
            <a:spLocks noGrp="1"/>
          </p:cNvSpPr>
          <p:nvPr>
            <p:ph type="body" sz="quarter" idx="13" hasCustomPrompt="1"/>
          </p:nvPr>
        </p:nvSpPr>
        <p:spPr>
          <a:xfrm>
            <a:off x="5121619" y="1382146"/>
            <a:ext cx="4333774"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1"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24773FA7-6E41-CA4A-B944-CFB56DE6214C}"/>
              </a:ext>
            </a:extLst>
          </p:cNvPr>
          <p:cNvSpPr>
            <a:spLocks noGrp="1"/>
          </p:cNvSpPr>
          <p:nvPr>
            <p:ph type="body" sz="quarter" idx="14" hasCustomPrompt="1"/>
          </p:nvPr>
        </p:nvSpPr>
        <p:spPr>
          <a:xfrm>
            <a:off x="5121618" y="234093"/>
            <a:ext cx="4333775" cy="1071642"/>
          </a:xfrm>
        </p:spPr>
        <p:txBody>
          <a:bodyPr/>
          <a:lstStyle>
            <a:lvl1pPr marL="0" indent="0">
              <a:buFontTx/>
              <a:buNone/>
              <a:defRPr lang="en-GB" sz="2599" b="1" i="1" kern="1200" dirty="0" smtClean="0">
                <a:solidFill>
                  <a:schemeClr val="accent1"/>
                </a:solidFill>
                <a:latin typeface="Trebuchet MS" panose="020B0703020202090204" pitchFamily="34" charset="0"/>
                <a:ea typeface="+mj-ea"/>
                <a:cs typeface="+mj-cs"/>
              </a:defRPr>
            </a:lvl1pPr>
            <a:lvl2pPr marL="371338" indent="0">
              <a:buFontTx/>
              <a:buNone/>
              <a:defRPr/>
            </a:lvl2pPr>
            <a:lvl3pPr marL="742676" indent="0">
              <a:buFontTx/>
              <a:buNone/>
              <a:defRPr/>
            </a:lvl3pPr>
            <a:lvl4pPr marL="1114014" indent="0">
              <a:buFontTx/>
              <a:buNone/>
              <a:defRPr/>
            </a:lvl4pPr>
            <a:lvl5pPr marL="1485351"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EDE1645F-7F5E-DF4A-92A3-FB3C5E5CD282}"/>
              </a:ext>
            </a:extLst>
          </p:cNvPr>
          <p:cNvSpPr>
            <a:spLocks noGrp="1"/>
          </p:cNvSpPr>
          <p:nvPr>
            <p:ph idx="1" hasCustomPrompt="1"/>
          </p:nvPr>
        </p:nvSpPr>
        <p:spPr>
          <a:xfrm>
            <a:off x="421283" y="2098627"/>
            <a:ext cx="4359925" cy="439722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2"/>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D7D43BA8-224C-6246-ABDE-468543E9DE18}"/>
              </a:ext>
            </a:extLst>
          </p:cNvPr>
          <p:cNvSpPr>
            <a:spLocks noGrp="1"/>
          </p:cNvSpPr>
          <p:nvPr>
            <p:ph type="body" sz="quarter" idx="10" hasCustomPrompt="1"/>
          </p:nvPr>
        </p:nvSpPr>
        <p:spPr>
          <a:xfrm>
            <a:off x="421283" y="1379765"/>
            <a:ext cx="4359925"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8A004F2E-DDA4-A340-97A9-41B223F5D4A9}"/>
              </a:ext>
            </a:extLst>
          </p:cNvPr>
          <p:cNvSpPr>
            <a:spLocks noGrp="1"/>
          </p:cNvSpPr>
          <p:nvPr>
            <p:ph type="title" hasCustomPrompt="1"/>
          </p:nvPr>
        </p:nvSpPr>
        <p:spPr>
          <a:xfrm>
            <a:off x="421284" y="286559"/>
            <a:ext cx="435992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0732505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xColumns Layout Slide on Maroon Bg">
    <p:bg>
      <p:bgPr>
        <a:solidFill>
          <a:schemeClr val="accent1"/>
        </a:solidFill>
        <a:effectLst/>
      </p:bgPr>
    </p: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1A1C789A-0612-3644-A79B-9492F3528D52}"/>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15" name="Content Placeholder 3">
            <a:extLst>
              <a:ext uri="{FF2B5EF4-FFF2-40B4-BE49-F238E27FC236}">
                <a16:creationId xmlns:a16="http://schemas.microsoft.com/office/drawing/2014/main" id="{B63BC844-4DA9-DB4A-A3AA-E8A8209E0994}"/>
              </a:ext>
            </a:extLst>
          </p:cNvPr>
          <p:cNvSpPr>
            <a:spLocks noGrp="1"/>
          </p:cNvSpPr>
          <p:nvPr>
            <p:ph idx="12" hasCustomPrompt="1"/>
          </p:nvPr>
        </p:nvSpPr>
        <p:spPr>
          <a:xfrm>
            <a:off x="6531330" y="2093513"/>
            <a:ext cx="2924063" cy="441971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25" name="Sub-heading 3">
            <a:extLst>
              <a:ext uri="{FF2B5EF4-FFF2-40B4-BE49-F238E27FC236}">
                <a16:creationId xmlns:a16="http://schemas.microsoft.com/office/drawing/2014/main" id="{D8F5F88C-07A7-2147-A0EA-3CBC0139E676}"/>
              </a:ext>
            </a:extLst>
          </p:cNvPr>
          <p:cNvSpPr>
            <a:spLocks noGrp="1"/>
          </p:cNvSpPr>
          <p:nvPr>
            <p:ph type="body" sz="quarter" idx="13" hasCustomPrompt="1"/>
          </p:nvPr>
        </p:nvSpPr>
        <p:spPr>
          <a:xfrm>
            <a:off x="6531330"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6" name="Title 3">
            <a:extLst>
              <a:ext uri="{FF2B5EF4-FFF2-40B4-BE49-F238E27FC236}">
                <a16:creationId xmlns:a16="http://schemas.microsoft.com/office/drawing/2014/main" id="{29E07662-F181-D847-979F-68604D400655}"/>
              </a:ext>
            </a:extLst>
          </p:cNvPr>
          <p:cNvSpPr>
            <a:spLocks noGrp="1"/>
          </p:cNvSpPr>
          <p:nvPr>
            <p:ph type="body" sz="quarter" idx="14" hasCustomPrompt="1"/>
          </p:nvPr>
        </p:nvSpPr>
        <p:spPr>
          <a:xfrm>
            <a:off x="6531330" y="23057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27" name="Content Placeholder  2">
            <a:extLst>
              <a:ext uri="{FF2B5EF4-FFF2-40B4-BE49-F238E27FC236}">
                <a16:creationId xmlns:a16="http://schemas.microsoft.com/office/drawing/2014/main" id="{81BE3FB5-7628-A44F-8346-A0EAD26BDE0D}"/>
              </a:ext>
            </a:extLst>
          </p:cNvPr>
          <p:cNvSpPr>
            <a:spLocks noGrp="1"/>
          </p:cNvSpPr>
          <p:nvPr>
            <p:ph idx="15" hasCustomPrompt="1"/>
          </p:nvPr>
        </p:nvSpPr>
        <p:spPr>
          <a:xfrm>
            <a:off x="3476306" y="2093513"/>
            <a:ext cx="2924061" cy="441971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28" name="Sub-heading 2">
            <a:extLst>
              <a:ext uri="{FF2B5EF4-FFF2-40B4-BE49-F238E27FC236}">
                <a16:creationId xmlns:a16="http://schemas.microsoft.com/office/drawing/2014/main" id="{733D04FF-BCA2-1642-A192-144D8BEEF295}"/>
              </a:ext>
            </a:extLst>
          </p:cNvPr>
          <p:cNvSpPr>
            <a:spLocks noGrp="1"/>
          </p:cNvSpPr>
          <p:nvPr>
            <p:ph type="body" sz="quarter" idx="16" hasCustomPrompt="1"/>
          </p:nvPr>
        </p:nvSpPr>
        <p:spPr>
          <a:xfrm>
            <a:off x="3476306" y="1382146"/>
            <a:ext cx="2924061"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9" name="Title 2">
            <a:extLst>
              <a:ext uri="{FF2B5EF4-FFF2-40B4-BE49-F238E27FC236}">
                <a16:creationId xmlns:a16="http://schemas.microsoft.com/office/drawing/2014/main" id="{FC4B0CEE-DA4A-3244-81A8-3C23508A14A6}"/>
              </a:ext>
            </a:extLst>
          </p:cNvPr>
          <p:cNvSpPr>
            <a:spLocks noGrp="1"/>
          </p:cNvSpPr>
          <p:nvPr>
            <p:ph type="body" sz="quarter" idx="17" hasCustomPrompt="1"/>
          </p:nvPr>
        </p:nvSpPr>
        <p:spPr>
          <a:xfrm>
            <a:off x="3476304"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30" name="Content Placeholder 1">
            <a:extLst>
              <a:ext uri="{FF2B5EF4-FFF2-40B4-BE49-F238E27FC236}">
                <a16:creationId xmlns:a16="http://schemas.microsoft.com/office/drawing/2014/main" id="{86AEBDB5-8697-1944-A7CB-0C142AFA549A}"/>
              </a:ext>
            </a:extLst>
          </p:cNvPr>
          <p:cNvSpPr>
            <a:spLocks noGrp="1"/>
          </p:cNvSpPr>
          <p:nvPr>
            <p:ph idx="1" hasCustomPrompt="1"/>
          </p:nvPr>
        </p:nvSpPr>
        <p:spPr>
          <a:xfrm>
            <a:off x="421282" y="2093513"/>
            <a:ext cx="2924063" cy="441971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31" name="Sub-heading 1">
            <a:extLst>
              <a:ext uri="{FF2B5EF4-FFF2-40B4-BE49-F238E27FC236}">
                <a16:creationId xmlns:a16="http://schemas.microsoft.com/office/drawing/2014/main" id="{609BD0E6-9034-2C40-A3D4-10BA44739DF5}"/>
              </a:ext>
            </a:extLst>
          </p:cNvPr>
          <p:cNvSpPr>
            <a:spLocks noGrp="1"/>
          </p:cNvSpPr>
          <p:nvPr>
            <p:ph type="body" sz="quarter" idx="10" hasCustomPrompt="1"/>
          </p:nvPr>
        </p:nvSpPr>
        <p:spPr>
          <a:xfrm>
            <a:off x="421282"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2" name="Title 1">
            <a:extLst>
              <a:ext uri="{FF2B5EF4-FFF2-40B4-BE49-F238E27FC236}">
                <a16:creationId xmlns:a16="http://schemas.microsoft.com/office/drawing/2014/main" id="{BAE43938-8335-A749-BAE2-E305CF007394}"/>
              </a:ext>
            </a:extLst>
          </p:cNvPr>
          <p:cNvSpPr>
            <a:spLocks noGrp="1"/>
          </p:cNvSpPr>
          <p:nvPr>
            <p:ph type="body" sz="quarter" idx="18" hasCustomPrompt="1"/>
          </p:nvPr>
        </p:nvSpPr>
        <p:spPr>
          <a:xfrm>
            <a:off x="421282"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23501885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Divider Slide on Maroon Bg">
    <p:bg>
      <p:bgPr>
        <a:solidFill>
          <a:schemeClr val="accent1"/>
        </a:solidFill>
        <a:effectLst/>
      </p:bgPr>
    </p:bg>
    <p:spTree>
      <p:nvGrpSpPr>
        <p:cNvPr id="1" name=""/>
        <p:cNvGrpSpPr/>
        <p:nvPr/>
      </p:nvGrpSpPr>
      <p:grpSpPr>
        <a:xfrm>
          <a:off x="0" y="0"/>
          <a:ext cx="0" cy="0"/>
          <a:chOff x="0" y="0"/>
          <a:chExt cx="0" cy="0"/>
        </a:xfrm>
      </p:grpSpPr>
      <p:pic>
        <p:nvPicPr>
          <p:cNvPr id="17" name="Pattern Maroon Bottom">
            <a:extLst>
              <a:ext uri="{FF2B5EF4-FFF2-40B4-BE49-F238E27FC236}">
                <a16:creationId xmlns:a16="http://schemas.microsoft.com/office/drawing/2014/main" id="{5F8180FE-41B2-8F47-AF2E-24E5C9A6174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60310" y="4471003"/>
            <a:ext cx="3886792" cy="2148599"/>
          </a:xfrm>
          <a:prstGeom prst="rect">
            <a:avLst/>
          </a:prstGeom>
        </p:spPr>
      </p:pic>
      <p:pic>
        <p:nvPicPr>
          <p:cNvPr id="19" name="Pattern Maroon Top">
            <a:extLst>
              <a:ext uri="{FF2B5EF4-FFF2-40B4-BE49-F238E27FC236}">
                <a16:creationId xmlns:a16="http://schemas.microsoft.com/office/drawing/2014/main" id="{DA8894CA-8492-9F40-AA7E-A17D05BCB387}"/>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5515"/>
          <a:stretch/>
        </p:blipFill>
        <p:spPr>
          <a:xfrm rot="10800000">
            <a:off x="183521" y="1341306"/>
            <a:ext cx="3886792"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866" t="14321" r="48528" b="71220"/>
          <a:stretch/>
        </p:blipFill>
        <p:spPr>
          <a:xfrm rot="10800000">
            <a:off x="184582" y="-42185"/>
            <a:ext cx="3886792" cy="1376863"/>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373748" y="2101463"/>
            <a:ext cx="5081645" cy="4419258"/>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2"/>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373747" y="1376839"/>
            <a:ext cx="5081646"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19065" y="2943724"/>
            <a:ext cx="3617065"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11793867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ub-heading + Content on Steel Grey Bg">
    <p:bg>
      <p:bgPr>
        <a:solidFill>
          <a:schemeClr val="tx1"/>
        </a:solidFill>
        <a:effectLst/>
      </p:bgPr>
    </p: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7"/>
            <a:ext cx="9034110" cy="4422095"/>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indent="0" algn="l" defTabSz="742676" rtl="0" eaLnBrk="1" latinLnBrk="0" hangingPunct="1">
              <a:lnSpc>
                <a:spcPct val="100000"/>
              </a:lnSpc>
              <a:spcBef>
                <a:spcPts val="812"/>
              </a:spcBef>
              <a:buClr>
                <a:schemeClr val="accent2"/>
              </a:buClr>
              <a:buFontTx/>
              <a:buNone/>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3213"/>
            <a:ext cx="6764790" cy="1052880"/>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0255265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ub-heading + Content on Pattern Steel Grey Bg">
    <p:bg>
      <p:bgPr>
        <a:solidFill>
          <a:schemeClr val="tx1"/>
        </a:solidFill>
        <a:effectLst/>
      </p:bgPr>
    </p:bg>
    <p:spTree>
      <p:nvGrpSpPr>
        <p:cNvPr id="1" name=""/>
        <p:cNvGrpSpPr/>
        <p:nvPr/>
      </p:nvGrpSpPr>
      <p:grpSpPr>
        <a:xfrm>
          <a:off x="0" y="0"/>
          <a:ext cx="0" cy="0"/>
          <a:chOff x="0" y="0"/>
          <a:chExt cx="0" cy="0"/>
        </a:xfrm>
      </p:grpSpPr>
      <p:pic>
        <p:nvPicPr>
          <p:cNvPr id="15" name="Pattern">
            <a:extLst>
              <a:ext uri="{FF2B5EF4-FFF2-40B4-BE49-F238E27FC236}">
                <a16:creationId xmlns:a16="http://schemas.microsoft.com/office/drawing/2014/main" id="{C0EE66DB-533C-E64C-B3D1-64CA280079A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668"/>
          <a:stretch/>
        </p:blipFill>
        <p:spPr>
          <a:xfrm>
            <a:off x="1120" y="1342422"/>
            <a:ext cx="9901705" cy="5256000"/>
          </a:xfrm>
          <a:prstGeom prst="rect">
            <a:avLst/>
          </a:prstGeom>
        </p:spPr>
      </p:pic>
      <p:grpSp>
        <p:nvGrpSpPr>
          <p:cNvPr id="3" name="Bottom Corner Cover Ups">
            <a:extLst>
              <a:ext uri="{FF2B5EF4-FFF2-40B4-BE49-F238E27FC236}">
                <a16:creationId xmlns:a16="http://schemas.microsoft.com/office/drawing/2014/main" id="{5005E7C9-6600-A544-AFA5-371577BEB73F}"/>
              </a:ext>
            </a:extLst>
          </p:cNvPr>
          <p:cNvGrpSpPr/>
          <p:nvPr/>
        </p:nvGrpSpPr>
        <p:grpSpPr>
          <a:xfrm>
            <a:off x="0" y="5911729"/>
            <a:ext cx="9902847" cy="949000"/>
            <a:chOff x="0" y="5911729"/>
            <a:chExt cx="12192027" cy="949000"/>
          </a:xfrm>
        </p:grpSpPr>
        <p:pic>
          <p:nvPicPr>
            <p:cNvPr id="9" name="SU.Footer.Shape.White.Cover.R">
              <a:extLst>
                <a:ext uri="{FF2B5EF4-FFF2-40B4-BE49-F238E27FC236}">
                  <a16:creationId xmlns:a16="http://schemas.microsoft.com/office/drawing/2014/main" id="{1D0C4382-EBF0-994D-87EB-841AE6F0FD2B}"/>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0" name="SU.Footer.Shape.White.Cover.L">
              <a:extLst>
                <a:ext uri="{FF2B5EF4-FFF2-40B4-BE49-F238E27FC236}">
                  <a16:creationId xmlns:a16="http://schemas.microsoft.com/office/drawing/2014/main" id="{A9785C11-D389-7D4F-9474-E4C97B9273D0}"/>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7"/>
            <a:ext cx="9034110" cy="4414600"/>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indent="0" algn="l" defTabSz="742676" rtl="0" eaLnBrk="1" latinLnBrk="0" hangingPunct="1">
              <a:lnSpc>
                <a:spcPct val="100000"/>
              </a:lnSpc>
              <a:spcBef>
                <a:spcPts val="812"/>
              </a:spcBef>
              <a:buClr>
                <a:schemeClr val="accent2"/>
              </a:buClr>
              <a:buFontTx/>
              <a:buNone/>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9675175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heading + Content on Pattern Panel Steel Grey Bg">
    <p:bg>
      <p:bgPr>
        <a:solidFill>
          <a:schemeClr val="tx1"/>
        </a:solidFill>
        <a:effectLst/>
      </p:bgPr>
    </p:bg>
    <p:spTree>
      <p:nvGrpSpPr>
        <p:cNvPr id="1" name=""/>
        <p:cNvGrpSpPr/>
        <p:nvPr/>
      </p:nvGrpSpPr>
      <p:grpSpPr>
        <a:xfrm>
          <a:off x="0" y="0"/>
          <a:ext cx="0" cy="0"/>
          <a:chOff x="0" y="0"/>
          <a:chExt cx="0" cy="0"/>
        </a:xfrm>
      </p:grpSpPr>
      <p:pic>
        <p:nvPicPr>
          <p:cNvPr id="12" name="Pattern">
            <a:extLst>
              <a:ext uri="{FF2B5EF4-FFF2-40B4-BE49-F238E27FC236}">
                <a16:creationId xmlns:a16="http://schemas.microsoft.com/office/drawing/2014/main" id="{D5786CBE-E2DA-F242-8EF3-D86AFD77730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69167"/>
          <a:stretch/>
        </p:blipFill>
        <p:spPr>
          <a:xfrm>
            <a:off x="1121" y="1342422"/>
            <a:ext cx="3073547" cy="5256000"/>
          </a:xfrm>
          <a:prstGeom prst="rect">
            <a:avLst/>
          </a:prstGeom>
        </p:spPr>
      </p:pic>
      <p:grpSp>
        <p:nvGrpSpPr>
          <p:cNvPr id="15" name="Bottom Corner Cover Ups">
            <a:extLst>
              <a:ext uri="{FF2B5EF4-FFF2-40B4-BE49-F238E27FC236}">
                <a16:creationId xmlns:a16="http://schemas.microsoft.com/office/drawing/2014/main" id="{F6742E16-A430-8D49-8E48-2E7C539F8975}"/>
              </a:ext>
            </a:extLst>
          </p:cNvPr>
          <p:cNvGrpSpPr/>
          <p:nvPr/>
        </p:nvGrpSpPr>
        <p:grpSpPr>
          <a:xfrm>
            <a:off x="0" y="5911729"/>
            <a:ext cx="9902847" cy="949000"/>
            <a:chOff x="0" y="5911729"/>
            <a:chExt cx="12192027" cy="949000"/>
          </a:xfrm>
        </p:grpSpPr>
        <p:pic>
          <p:nvPicPr>
            <p:cNvPr id="16" name="SU.Footer.Shape.White.Cover.R">
              <a:extLst>
                <a:ext uri="{FF2B5EF4-FFF2-40B4-BE49-F238E27FC236}">
                  <a16:creationId xmlns:a16="http://schemas.microsoft.com/office/drawing/2014/main" id="{36D2AD46-C46A-354E-BEB5-538F821ABE2A}"/>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FCFD9C81-5F69-5644-80F4-B4957DB6B590}"/>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14" name="Content Placeholder ">
            <a:extLst>
              <a:ext uri="{FF2B5EF4-FFF2-40B4-BE49-F238E27FC236}">
                <a16:creationId xmlns:a16="http://schemas.microsoft.com/office/drawing/2014/main" id="{D0E9C235-E1AC-4547-A3F0-A9434CA86FFA}"/>
              </a:ext>
            </a:extLst>
          </p:cNvPr>
          <p:cNvSpPr>
            <a:spLocks noGrp="1"/>
          </p:cNvSpPr>
          <p:nvPr>
            <p:ph idx="12" hasCustomPrompt="1"/>
          </p:nvPr>
        </p:nvSpPr>
        <p:spPr>
          <a:xfrm>
            <a:off x="3284181" y="1439056"/>
            <a:ext cx="6347115" cy="5074170"/>
          </a:xfrm>
        </p:spPr>
        <p:txBody>
          <a:bodyPr>
            <a:normAutofit lnSpcReduction="10000"/>
          </a:bodyPr>
          <a:lstStyle>
            <a:lvl1pPr>
              <a:defRPr>
                <a:solidFill>
                  <a:schemeClr val="bg1"/>
                </a:solidFill>
              </a:defRPr>
            </a:lvl1pPr>
          </a:lstStyle>
          <a:p>
            <a:r>
              <a:rPr lang="en-GB" dirty="0"/>
              <a:t>Content placeholder</a:t>
            </a:r>
          </a:p>
        </p:txBody>
      </p:sp>
      <p:sp>
        <p:nvSpPr>
          <p:cNvPr id="13" name="Sub-heading">
            <a:extLst>
              <a:ext uri="{FF2B5EF4-FFF2-40B4-BE49-F238E27FC236}">
                <a16:creationId xmlns:a16="http://schemas.microsoft.com/office/drawing/2014/main" id="{4F600B9D-C6D1-B541-84C3-79F974E4691D}"/>
              </a:ext>
            </a:extLst>
          </p:cNvPr>
          <p:cNvSpPr>
            <a:spLocks noGrp="1"/>
          </p:cNvSpPr>
          <p:nvPr>
            <p:ph type="body" sz="quarter" idx="10" hasCustomPrompt="1"/>
          </p:nvPr>
        </p:nvSpPr>
        <p:spPr>
          <a:xfrm>
            <a:off x="421283" y="1437745"/>
            <a:ext cx="2653384" cy="5075482"/>
          </a:xfrm>
        </p:spPr>
        <p:txBody>
          <a:bodyPr anchor="t">
            <a:normAutofit/>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lang="en-GB" sz="2274" b="0" i="0" kern="120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6300872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ual Layout Slide on Steel Grey Bg">
    <p:bg>
      <p:bgPr>
        <a:solidFill>
          <a:schemeClr val="tx1"/>
        </a:solidFill>
        <a:effectLst/>
      </p:bgPr>
    </p:bg>
    <p:spTree>
      <p:nvGrpSpPr>
        <p:cNvPr id="1" name=""/>
        <p:cNvGrpSpPr/>
        <p:nvPr/>
      </p:nvGrpSpPr>
      <p:grpSpPr>
        <a:xfrm>
          <a:off x="0" y="0"/>
          <a:ext cx="0" cy="0"/>
          <a:chOff x="0" y="0"/>
          <a:chExt cx="0" cy="0"/>
        </a:xfrm>
      </p:grpSpPr>
      <p:sp>
        <p:nvSpPr>
          <p:cNvPr id="9" name="White Rectangle">
            <a:extLst>
              <a:ext uri="{FF2B5EF4-FFF2-40B4-BE49-F238E27FC236}">
                <a16:creationId xmlns:a16="http://schemas.microsoft.com/office/drawing/2014/main" id="{E092BD89-6351-F14F-99A1-F9ED46FD8A3D}"/>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11" name="Content Placeholder  2">
            <a:extLst>
              <a:ext uri="{FF2B5EF4-FFF2-40B4-BE49-F238E27FC236}">
                <a16:creationId xmlns:a16="http://schemas.microsoft.com/office/drawing/2014/main" id="{2B59F022-8EBD-944D-810D-855A24D6A260}"/>
              </a:ext>
            </a:extLst>
          </p:cNvPr>
          <p:cNvSpPr>
            <a:spLocks noGrp="1"/>
          </p:cNvSpPr>
          <p:nvPr>
            <p:ph idx="12" hasCustomPrompt="1"/>
          </p:nvPr>
        </p:nvSpPr>
        <p:spPr>
          <a:xfrm>
            <a:off x="5121619" y="2093512"/>
            <a:ext cx="4333774" cy="4414600"/>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1">
                <a:solidFill>
                  <a:schemeClr val="bg2"/>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2">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5121619" y="1382146"/>
            <a:ext cx="4333774"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1"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EB87052C-3318-B443-ACEB-EB3464C7D937}"/>
              </a:ext>
            </a:extLst>
          </p:cNvPr>
          <p:cNvSpPr>
            <a:spLocks noGrp="1"/>
          </p:cNvSpPr>
          <p:nvPr>
            <p:ph type="body" sz="quarter" idx="14" hasCustomPrompt="1"/>
          </p:nvPr>
        </p:nvSpPr>
        <p:spPr>
          <a:xfrm>
            <a:off x="5121618" y="234094"/>
            <a:ext cx="4333775" cy="1071641"/>
          </a:xfrm>
        </p:spPr>
        <p:txBody>
          <a:bodyPr/>
          <a:lstStyle>
            <a:lvl1pPr marL="0" indent="0">
              <a:buFontTx/>
              <a:buNone/>
              <a:defRPr lang="en-GB" sz="2599" b="1" i="1" kern="1200" dirty="0" smtClean="0">
                <a:solidFill>
                  <a:schemeClr val="accent1"/>
                </a:solidFill>
                <a:latin typeface="Trebuchet MS" panose="020B0703020202090204" pitchFamily="34" charset="0"/>
                <a:ea typeface="+mj-ea"/>
                <a:cs typeface="+mj-cs"/>
              </a:defRPr>
            </a:lvl1pPr>
            <a:lvl2pPr marL="371338" indent="0">
              <a:buFontTx/>
              <a:buNone/>
              <a:defRPr/>
            </a:lvl2pPr>
            <a:lvl3pPr marL="742676" indent="0">
              <a:buFontTx/>
              <a:buNone/>
              <a:defRPr/>
            </a:lvl3pPr>
            <a:lvl4pPr marL="1114014" indent="0">
              <a:buFontTx/>
              <a:buNone/>
              <a:defRPr/>
            </a:lvl4pPr>
            <a:lvl5pPr marL="1485351" indent="0">
              <a:buFontTx/>
              <a:buNone/>
              <a:defRPr/>
            </a:lvl5pPr>
          </a:lstStyle>
          <a:p>
            <a:pPr lvl="0"/>
            <a:r>
              <a:rPr lang="en-GB" dirty="0"/>
              <a:t>CLICK TO EDIT TITLE</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421283" y="2098626"/>
            <a:ext cx="4359925" cy="4414600"/>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2"/>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21283" y="1379765"/>
            <a:ext cx="4359925"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1">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4" y="286559"/>
            <a:ext cx="435992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315151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3xColumns Layout Slide on Steel Grey Bg">
    <p:bg>
      <p:bgPr>
        <a:solidFill>
          <a:schemeClr val="tx1"/>
        </a:solidFill>
        <a:effectLst/>
      </p:bgPr>
    </p: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F91E8B35-3A4B-C141-A1D0-4589A2506ABF}"/>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33" name="Content Placeholder 3">
            <a:extLst>
              <a:ext uri="{FF2B5EF4-FFF2-40B4-BE49-F238E27FC236}">
                <a16:creationId xmlns:a16="http://schemas.microsoft.com/office/drawing/2014/main" id="{BBB9A18E-F7B6-1241-9C63-76045CF56253}"/>
              </a:ext>
            </a:extLst>
          </p:cNvPr>
          <p:cNvSpPr>
            <a:spLocks noGrp="1"/>
          </p:cNvSpPr>
          <p:nvPr>
            <p:ph idx="12" hasCustomPrompt="1"/>
          </p:nvPr>
        </p:nvSpPr>
        <p:spPr>
          <a:xfrm>
            <a:off x="6531330" y="2093513"/>
            <a:ext cx="2924063" cy="441221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34" name="Sub-heading 3">
            <a:extLst>
              <a:ext uri="{FF2B5EF4-FFF2-40B4-BE49-F238E27FC236}">
                <a16:creationId xmlns:a16="http://schemas.microsoft.com/office/drawing/2014/main" id="{73E54803-8D9E-3F45-B6AB-224557321092}"/>
              </a:ext>
            </a:extLst>
          </p:cNvPr>
          <p:cNvSpPr>
            <a:spLocks noGrp="1"/>
          </p:cNvSpPr>
          <p:nvPr>
            <p:ph type="body" sz="quarter" idx="13" hasCustomPrompt="1"/>
          </p:nvPr>
        </p:nvSpPr>
        <p:spPr>
          <a:xfrm>
            <a:off x="6531330"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5" name="Title 3">
            <a:extLst>
              <a:ext uri="{FF2B5EF4-FFF2-40B4-BE49-F238E27FC236}">
                <a16:creationId xmlns:a16="http://schemas.microsoft.com/office/drawing/2014/main" id="{16F8BEA3-5345-1748-AA80-5B585F793FE9}"/>
              </a:ext>
            </a:extLst>
          </p:cNvPr>
          <p:cNvSpPr>
            <a:spLocks noGrp="1"/>
          </p:cNvSpPr>
          <p:nvPr>
            <p:ph type="body" sz="quarter" idx="14" hasCustomPrompt="1"/>
          </p:nvPr>
        </p:nvSpPr>
        <p:spPr>
          <a:xfrm>
            <a:off x="6531330" y="229952"/>
            <a:ext cx="2924063" cy="1053551"/>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36" name="Content Placeholder  2">
            <a:extLst>
              <a:ext uri="{FF2B5EF4-FFF2-40B4-BE49-F238E27FC236}">
                <a16:creationId xmlns:a16="http://schemas.microsoft.com/office/drawing/2014/main" id="{88B2884D-0365-B541-8F3C-C51C6A73AE24}"/>
              </a:ext>
            </a:extLst>
          </p:cNvPr>
          <p:cNvSpPr>
            <a:spLocks noGrp="1"/>
          </p:cNvSpPr>
          <p:nvPr>
            <p:ph idx="15" hasCustomPrompt="1"/>
          </p:nvPr>
        </p:nvSpPr>
        <p:spPr>
          <a:xfrm>
            <a:off x="3476306" y="2093513"/>
            <a:ext cx="2924061" cy="441221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37" name="Sub-heading 2">
            <a:extLst>
              <a:ext uri="{FF2B5EF4-FFF2-40B4-BE49-F238E27FC236}">
                <a16:creationId xmlns:a16="http://schemas.microsoft.com/office/drawing/2014/main" id="{6D580DE4-7F66-D04D-B514-60DB430392E6}"/>
              </a:ext>
            </a:extLst>
          </p:cNvPr>
          <p:cNvSpPr>
            <a:spLocks noGrp="1"/>
          </p:cNvSpPr>
          <p:nvPr>
            <p:ph type="body" sz="quarter" idx="16" hasCustomPrompt="1"/>
          </p:nvPr>
        </p:nvSpPr>
        <p:spPr>
          <a:xfrm>
            <a:off x="3476306" y="1382146"/>
            <a:ext cx="2924061"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8" name="Title 2">
            <a:extLst>
              <a:ext uri="{FF2B5EF4-FFF2-40B4-BE49-F238E27FC236}">
                <a16:creationId xmlns:a16="http://schemas.microsoft.com/office/drawing/2014/main" id="{A6F7933B-A88D-C34B-BD54-79381E7FAA12}"/>
              </a:ext>
            </a:extLst>
          </p:cNvPr>
          <p:cNvSpPr>
            <a:spLocks noGrp="1"/>
          </p:cNvSpPr>
          <p:nvPr>
            <p:ph type="body" sz="quarter" idx="17" hasCustomPrompt="1"/>
          </p:nvPr>
        </p:nvSpPr>
        <p:spPr>
          <a:xfrm>
            <a:off x="3476304"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39" name="Content Placeholder 1">
            <a:extLst>
              <a:ext uri="{FF2B5EF4-FFF2-40B4-BE49-F238E27FC236}">
                <a16:creationId xmlns:a16="http://schemas.microsoft.com/office/drawing/2014/main" id="{2A0A52AC-CBA4-EA46-BD1B-323F4DB40054}"/>
              </a:ext>
            </a:extLst>
          </p:cNvPr>
          <p:cNvSpPr>
            <a:spLocks noGrp="1"/>
          </p:cNvSpPr>
          <p:nvPr>
            <p:ph idx="1" hasCustomPrompt="1"/>
          </p:nvPr>
        </p:nvSpPr>
        <p:spPr>
          <a:xfrm>
            <a:off x="421282" y="2093513"/>
            <a:ext cx="2924063" cy="441221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40" name="Sub-heading 1">
            <a:extLst>
              <a:ext uri="{FF2B5EF4-FFF2-40B4-BE49-F238E27FC236}">
                <a16:creationId xmlns:a16="http://schemas.microsoft.com/office/drawing/2014/main" id="{CA2CC1C2-E7EE-0648-820D-BC18F6B33876}"/>
              </a:ext>
            </a:extLst>
          </p:cNvPr>
          <p:cNvSpPr>
            <a:spLocks noGrp="1"/>
          </p:cNvSpPr>
          <p:nvPr>
            <p:ph type="body" sz="quarter" idx="10" hasCustomPrompt="1"/>
          </p:nvPr>
        </p:nvSpPr>
        <p:spPr>
          <a:xfrm>
            <a:off x="421282"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1" name="Title 1">
            <a:extLst>
              <a:ext uri="{FF2B5EF4-FFF2-40B4-BE49-F238E27FC236}">
                <a16:creationId xmlns:a16="http://schemas.microsoft.com/office/drawing/2014/main" id="{60F85EF3-BC19-7441-B388-C54874512683}"/>
              </a:ext>
            </a:extLst>
          </p:cNvPr>
          <p:cNvSpPr>
            <a:spLocks noGrp="1"/>
          </p:cNvSpPr>
          <p:nvPr>
            <p:ph type="body" sz="quarter" idx="18" hasCustomPrompt="1"/>
          </p:nvPr>
        </p:nvSpPr>
        <p:spPr>
          <a:xfrm>
            <a:off x="421282"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6558235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Divider Slide on Steel Grey Bg">
    <p:bg>
      <p:bgPr>
        <a:solidFill>
          <a:schemeClr val="tx1"/>
        </a:solidFill>
        <a:effectLst/>
      </p:bgPr>
    </p:bg>
    <p:spTree>
      <p:nvGrpSpPr>
        <p:cNvPr id="1" name=""/>
        <p:cNvGrpSpPr/>
        <p:nvPr/>
      </p:nvGrpSpPr>
      <p:grpSpPr>
        <a:xfrm>
          <a:off x="0" y="0"/>
          <a:ext cx="0" cy="0"/>
          <a:chOff x="0" y="0"/>
          <a:chExt cx="0" cy="0"/>
        </a:xfrm>
      </p:grpSpPr>
      <p:pic>
        <p:nvPicPr>
          <p:cNvPr id="17" name="Pattern Grey Bottom">
            <a:extLst>
              <a:ext uri="{FF2B5EF4-FFF2-40B4-BE49-F238E27FC236}">
                <a16:creationId xmlns:a16="http://schemas.microsoft.com/office/drawing/2014/main" id="{5F8180FE-41B2-8F47-AF2E-24E5C9A6174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60310" y="4471003"/>
            <a:ext cx="3886792" cy="2148599"/>
          </a:xfrm>
          <a:prstGeom prst="rect">
            <a:avLst/>
          </a:prstGeom>
        </p:spPr>
      </p:pic>
      <p:pic>
        <p:nvPicPr>
          <p:cNvPr id="19" name="Pattern Grey Top">
            <a:extLst>
              <a:ext uri="{FF2B5EF4-FFF2-40B4-BE49-F238E27FC236}">
                <a16:creationId xmlns:a16="http://schemas.microsoft.com/office/drawing/2014/main" id="{DA8894CA-8492-9F40-AA7E-A17D05BCB387}"/>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5515"/>
          <a:stretch/>
        </p:blipFill>
        <p:spPr>
          <a:xfrm rot="10800000">
            <a:off x="183521" y="1334681"/>
            <a:ext cx="3886792"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866" t="14321" r="48528" b="71220"/>
          <a:stretch/>
        </p:blipFill>
        <p:spPr>
          <a:xfrm rot="10800000">
            <a:off x="184582" y="-42183"/>
            <a:ext cx="3886792" cy="1376862"/>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373748" y="2096646"/>
            <a:ext cx="5081645" cy="4416581"/>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373747" y="1381174"/>
            <a:ext cx="5081646"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19065" y="2943724"/>
            <a:ext cx="3617065"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16834632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CFC41C5-867C-4711-98D4-65B12BC78590}" type="datetimeFigureOut">
              <a:rPr lang="en-US" smtClean="0">
                <a:solidFill>
                  <a:srgbClr val="04617B">
                    <a:shade val="90000"/>
                  </a:srgbClr>
                </a:solidFill>
              </a:rPr>
              <a:pPr/>
              <a:t>3/11/2025</a:t>
            </a:fld>
            <a:endParaRPr lang="en-ZA">
              <a:solidFill>
                <a:srgbClr val="04617B">
                  <a:shade val="90000"/>
                </a:srgbClr>
              </a:solidFill>
            </a:endParaRPr>
          </a:p>
        </p:txBody>
      </p:sp>
      <p:sp>
        <p:nvSpPr>
          <p:cNvPr id="5" name="Footer Placeholder 4"/>
          <p:cNvSpPr>
            <a:spLocks noGrp="1"/>
          </p:cNvSpPr>
          <p:nvPr>
            <p:ph type="ftr" sz="quarter" idx="11"/>
          </p:nvPr>
        </p:nvSpPr>
        <p:spPr/>
        <p:txBody>
          <a:bodyPr/>
          <a:lstStyle/>
          <a:p>
            <a:endParaRPr lang="en-ZA">
              <a:solidFill>
                <a:srgbClr val="04617B">
                  <a:shade val="90000"/>
                </a:srgbClr>
              </a:solidFill>
            </a:endParaRPr>
          </a:p>
        </p:txBody>
      </p:sp>
      <p:sp>
        <p:nvSpPr>
          <p:cNvPr id="6" name="Slide Number Placeholder 5"/>
          <p:cNvSpPr>
            <a:spLocks noGrp="1"/>
          </p:cNvSpPr>
          <p:nvPr>
            <p:ph type="sldNum" sz="quarter" idx="12"/>
          </p:nvPr>
        </p:nvSpPr>
        <p:spPr/>
        <p:txBody>
          <a:bodyPr/>
          <a:lstStyle/>
          <a:p>
            <a:fld id="{81A9776C-872F-4907-933B-9CA1F299D1E9}" type="slidenum">
              <a:rPr lang="en-ZA" smtClean="0">
                <a:solidFill>
                  <a:srgbClr val="04617B">
                    <a:shade val="90000"/>
                  </a:srgbClr>
                </a:solidFill>
              </a:rPr>
              <a:pPr/>
              <a:t>‹#›</a:t>
            </a:fld>
            <a:endParaRPr lang="en-ZA">
              <a:solidFill>
                <a:srgbClr val="04617B">
                  <a:shade val="90000"/>
                </a:srgbClr>
              </a:solidFill>
            </a:endParaRPr>
          </a:p>
        </p:txBody>
      </p:sp>
    </p:spTree>
    <p:extLst>
      <p:ext uri="{BB962C8B-B14F-4D97-AF65-F5344CB8AC3E}">
        <p14:creationId xmlns:p14="http://schemas.microsoft.com/office/powerpoint/2010/main" val="9057539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ver &amp; End Slide Option">
    <p:bg>
      <p:bgPr>
        <a:solidFill>
          <a:schemeClr val="bg1"/>
        </a:solidFill>
        <a:effectLst/>
      </p:bgPr>
    </p:bg>
    <p:spTree>
      <p:nvGrpSpPr>
        <p:cNvPr id="1" name=""/>
        <p:cNvGrpSpPr/>
        <p:nvPr/>
      </p:nvGrpSpPr>
      <p:grpSpPr>
        <a:xfrm>
          <a:off x="0" y="0"/>
          <a:ext cx="0" cy="0"/>
          <a:chOff x="0" y="0"/>
          <a:chExt cx="0" cy="0"/>
        </a:xfrm>
      </p:grpSpPr>
      <p:pic>
        <p:nvPicPr>
          <p:cNvPr id="4" name="Supergraphic">
            <a:extLst>
              <a:ext uri="{FF2B5EF4-FFF2-40B4-BE49-F238E27FC236}">
                <a16:creationId xmlns:a16="http://schemas.microsoft.com/office/drawing/2014/main" id="{5B248510-4BC7-9345-88FC-2E0C971BA74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46786" y="1341440"/>
            <a:ext cx="972226" cy="1837209"/>
          </a:xfrm>
          <a:prstGeom prst="rect">
            <a:avLst/>
          </a:prstGeom>
        </p:spPr>
      </p:pic>
      <p:cxnSp>
        <p:nvCxnSpPr>
          <p:cNvPr id="5" name="Gold H Line">
            <a:extLst>
              <a:ext uri="{FF2B5EF4-FFF2-40B4-BE49-F238E27FC236}">
                <a16:creationId xmlns:a16="http://schemas.microsoft.com/office/drawing/2014/main" id="{D2E91EF0-985A-D444-B885-44EABE549784}"/>
              </a:ext>
            </a:extLst>
          </p:cNvPr>
          <p:cNvCxnSpPr/>
          <p:nvPr/>
        </p:nvCxnSpPr>
        <p:spPr>
          <a:xfrm>
            <a:off x="0" y="1341438"/>
            <a:ext cx="9902825"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9" name="Title">
            <a:extLst>
              <a:ext uri="{FF2B5EF4-FFF2-40B4-BE49-F238E27FC236}">
                <a16:creationId xmlns:a16="http://schemas.microsoft.com/office/drawing/2014/main" id="{62CE03E8-B1C3-CC40-B8F9-5DD639D93B94}"/>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601969587"/>
      </p:ext>
    </p:extLst>
  </p:cSld>
  <p:clrMapOvr>
    <a:masterClrMapping/>
  </p:clrMapOvr>
  <p:extLst>
    <p:ext uri="{DCECCB84-F9BA-43D5-87BE-67443E8EF086}">
      <p15:sldGuideLst xmlns:p15="http://schemas.microsoft.com/office/powerpoint/2012/main">
        <p15:guide id="1" pos="694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ub-heading + Content on White Bg">
    <p:spTree>
      <p:nvGrpSpPr>
        <p:cNvPr id="1" name=""/>
        <p:cNvGrpSpPr/>
        <p:nvPr/>
      </p:nvGrpSpPr>
      <p:grpSpPr>
        <a:xfrm>
          <a:off x="0" y="0"/>
          <a:ext cx="0" cy="0"/>
          <a:chOff x="0" y="0"/>
          <a:chExt cx="0" cy="0"/>
        </a:xfrm>
      </p:grpSpPr>
      <p:cxnSp>
        <p:nvCxnSpPr>
          <p:cNvPr id="6" name="Gold H Line">
            <a:extLst>
              <a:ext uri="{FF2B5EF4-FFF2-40B4-BE49-F238E27FC236}">
                <a16:creationId xmlns:a16="http://schemas.microsoft.com/office/drawing/2014/main" id="{14D6B201-F64D-A747-B121-C05B2A976FDB}"/>
              </a:ext>
            </a:extLst>
          </p:cNvPr>
          <p:cNvCxnSpPr/>
          <p:nvPr/>
        </p:nvCxnSpPr>
        <p:spPr>
          <a:xfrm>
            <a:off x="0" y="1341438"/>
            <a:ext cx="9902825"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21283" y="2098627"/>
            <a:ext cx="9034110" cy="4414600"/>
          </a:xfrm>
        </p:spPr>
        <p:txBody>
          <a:bodyPr>
            <a:normAutofit lnSpcReduction="10000"/>
          </a:body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21283" y="1384085"/>
            <a:ext cx="9034110"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cxnSp>
        <p:nvCxnSpPr>
          <p:cNvPr id="3" name="Gold H Line">
            <a:extLst>
              <a:ext uri="{FF2B5EF4-FFF2-40B4-BE49-F238E27FC236}">
                <a16:creationId xmlns:a16="http://schemas.microsoft.com/office/drawing/2014/main" id="{ED091854-E903-C5D5-9F40-0665D60B84F0}"/>
              </a:ext>
            </a:extLst>
          </p:cNvPr>
          <p:cNvCxnSpPr/>
          <p:nvPr/>
        </p:nvCxnSpPr>
        <p:spPr>
          <a:xfrm>
            <a:off x="0" y="1341438"/>
            <a:ext cx="9902825"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7529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heading + Content on Pattern White Bg">
    <p:bg>
      <p:bgPr>
        <a:solidFill>
          <a:schemeClr val="bg1"/>
        </a:solidFill>
        <a:effectLst/>
      </p:bgPr>
    </p:bg>
    <p:spTree>
      <p:nvGrpSpPr>
        <p:cNvPr id="1" name=""/>
        <p:cNvGrpSpPr/>
        <p:nvPr/>
      </p:nvGrpSpPr>
      <p:grpSpPr>
        <a:xfrm>
          <a:off x="0" y="0"/>
          <a:ext cx="0" cy="0"/>
          <a:chOff x="0" y="0"/>
          <a:chExt cx="0" cy="0"/>
        </a:xfrm>
      </p:grpSpPr>
      <p:pic>
        <p:nvPicPr>
          <p:cNvPr id="9" name="Pattern">
            <a:extLst>
              <a:ext uri="{FF2B5EF4-FFF2-40B4-BE49-F238E27FC236}">
                <a16:creationId xmlns:a16="http://schemas.microsoft.com/office/drawing/2014/main" id="{92A5C720-0429-4541-B977-B6E1AE463E85}"/>
              </a:ext>
            </a:extLst>
          </p:cNvPr>
          <p:cNvPicPr>
            <a:picLocks noChangeAspect="1"/>
          </p:cNvPicPr>
          <p:nvPr/>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120" y="1342422"/>
            <a:ext cx="9901704" cy="5256000"/>
          </a:xfrm>
          <a:prstGeom prst="rect">
            <a:avLst/>
          </a:prstGeom>
        </p:spPr>
      </p:pic>
      <p:grpSp>
        <p:nvGrpSpPr>
          <p:cNvPr id="11" name="Bottom Corner Cover Ups">
            <a:extLst>
              <a:ext uri="{FF2B5EF4-FFF2-40B4-BE49-F238E27FC236}">
                <a16:creationId xmlns:a16="http://schemas.microsoft.com/office/drawing/2014/main" id="{6B263B2D-D558-B84C-9022-34F07C2522D9}"/>
              </a:ext>
            </a:extLst>
          </p:cNvPr>
          <p:cNvGrpSpPr/>
          <p:nvPr/>
        </p:nvGrpSpPr>
        <p:grpSpPr>
          <a:xfrm>
            <a:off x="0" y="5911729"/>
            <a:ext cx="9902847" cy="949000"/>
            <a:chOff x="0" y="5911729"/>
            <a:chExt cx="12192027" cy="949000"/>
          </a:xfrm>
        </p:grpSpPr>
        <p:pic>
          <p:nvPicPr>
            <p:cNvPr id="12" name="SU.Footer.Shape.White.Cover.R">
              <a:extLst>
                <a:ext uri="{FF2B5EF4-FFF2-40B4-BE49-F238E27FC236}">
                  <a16:creationId xmlns:a16="http://schemas.microsoft.com/office/drawing/2014/main" id="{A42B02D9-6BCD-3B46-A57F-212570E5235E}"/>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3" name="SU.Footer.Shape.White.Cover.L">
              <a:extLst>
                <a:ext uri="{FF2B5EF4-FFF2-40B4-BE49-F238E27FC236}">
                  <a16:creationId xmlns:a16="http://schemas.microsoft.com/office/drawing/2014/main" id="{7BE51404-5FBA-E747-9F0C-F3B96BD72370}"/>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7"/>
            <a:ext cx="9034110"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081091990"/>
      </p:ext>
    </p:extLst>
  </p:cSld>
  <p:clrMapOvr>
    <a:masterClrMapping/>
  </p:clrMapOvr>
  <p:extLst>
    <p:ext uri="{DCECCB84-F9BA-43D5-87BE-67443E8EF086}">
      <p15:sldGuideLst xmlns:p15="http://schemas.microsoft.com/office/powerpoint/2012/main">
        <p15:guide id="1" orient="horz" pos="845">
          <p15:clr>
            <a:srgbClr val="FBAE40"/>
          </p15:clr>
        </p15:guide>
        <p15:guide id="2" orient="horz" pos="86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Sub-heading + Content on Pattern Panel White 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4232ACA5-F913-4C40-9156-9574AC847B0D}"/>
              </a:ext>
            </a:extLst>
          </p:cNvPr>
          <p:cNvPicPr>
            <a:picLocks noChangeAspect="1"/>
          </p:cNvPicPr>
          <p:nvPr/>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120" y="1342422"/>
            <a:ext cx="3283059" cy="5256000"/>
          </a:xfrm>
          <a:prstGeom prst="rect">
            <a:avLst/>
          </a:prstGeom>
        </p:spPr>
      </p:pic>
      <p:grpSp>
        <p:nvGrpSpPr>
          <p:cNvPr id="15" name="Bottom Corner Cover Ups">
            <a:extLst>
              <a:ext uri="{FF2B5EF4-FFF2-40B4-BE49-F238E27FC236}">
                <a16:creationId xmlns:a16="http://schemas.microsoft.com/office/drawing/2014/main" id="{F2814333-1BF5-E849-A0FE-9AA7C7404101}"/>
              </a:ext>
            </a:extLst>
          </p:cNvPr>
          <p:cNvGrpSpPr/>
          <p:nvPr/>
        </p:nvGrpSpPr>
        <p:grpSpPr>
          <a:xfrm>
            <a:off x="0" y="5911729"/>
            <a:ext cx="9902847" cy="949000"/>
            <a:chOff x="0" y="5911729"/>
            <a:chExt cx="12192027" cy="949000"/>
          </a:xfrm>
        </p:grpSpPr>
        <p:pic>
          <p:nvPicPr>
            <p:cNvPr id="16" name="SU.Footer.Shape.White.Cover.R">
              <a:extLst>
                <a:ext uri="{FF2B5EF4-FFF2-40B4-BE49-F238E27FC236}">
                  <a16:creationId xmlns:a16="http://schemas.microsoft.com/office/drawing/2014/main" id="{03FDF139-728B-024E-9703-C432EBC41B11}"/>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29002AAF-104D-E541-A418-B45D06E37CA1}"/>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13" name="Content Placeholder ">
            <a:extLst>
              <a:ext uri="{FF2B5EF4-FFF2-40B4-BE49-F238E27FC236}">
                <a16:creationId xmlns:a16="http://schemas.microsoft.com/office/drawing/2014/main" id="{297102B3-ABBC-8342-9686-98DDA2B5DFAF}"/>
              </a:ext>
            </a:extLst>
          </p:cNvPr>
          <p:cNvSpPr>
            <a:spLocks noGrp="1"/>
          </p:cNvSpPr>
          <p:nvPr>
            <p:ph idx="1" hasCustomPrompt="1"/>
          </p:nvPr>
        </p:nvSpPr>
        <p:spPr>
          <a:xfrm>
            <a:off x="3491417" y="1439056"/>
            <a:ext cx="5963976" cy="5059180"/>
          </a:xfrm>
        </p:spPr>
        <p:txBody>
          <a:bodyPr>
            <a:normAutofit lnSpcReduction="10000"/>
          </a:bodyPr>
          <a:lstStyle/>
          <a:p>
            <a:r>
              <a:rPr lang="en-GB" dirty="0"/>
              <a:t>Content placeholder</a:t>
            </a:r>
          </a:p>
        </p:txBody>
      </p:sp>
      <p:sp>
        <p:nvSpPr>
          <p:cNvPr id="14" name="Sub-heading">
            <a:extLst>
              <a:ext uri="{FF2B5EF4-FFF2-40B4-BE49-F238E27FC236}">
                <a16:creationId xmlns:a16="http://schemas.microsoft.com/office/drawing/2014/main" id="{F0A305C8-DF3E-DB45-9F64-CF839254AACB}"/>
              </a:ext>
            </a:extLst>
          </p:cNvPr>
          <p:cNvSpPr>
            <a:spLocks noGrp="1"/>
          </p:cNvSpPr>
          <p:nvPr>
            <p:ph type="body" sz="quarter" idx="10" hasCustomPrompt="1"/>
          </p:nvPr>
        </p:nvSpPr>
        <p:spPr>
          <a:xfrm>
            <a:off x="421283" y="1439056"/>
            <a:ext cx="2862897" cy="5059179"/>
          </a:xfrm>
        </p:spPr>
        <p:txBody>
          <a:bodyPr anchor="t">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25032368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ual Layout Slide on White 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948D6589-07BC-504A-9A95-293D1FAB3969}"/>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cxnSp>
        <p:nvCxnSpPr>
          <p:cNvPr id="10" name="Gold H Line">
            <a:extLst>
              <a:ext uri="{FF2B5EF4-FFF2-40B4-BE49-F238E27FC236}">
                <a16:creationId xmlns:a16="http://schemas.microsoft.com/office/drawing/2014/main" id="{BCBE8D15-217A-AD4B-B1B6-A4A4464A9778}"/>
              </a:ext>
            </a:extLst>
          </p:cNvPr>
          <p:cNvCxnSpPr/>
          <p:nvPr/>
        </p:nvCxnSpPr>
        <p:spPr>
          <a:xfrm>
            <a:off x="0" y="1341438"/>
            <a:ext cx="9902825"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8" name="Content Placeholder  2">
            <a:extLst>
              <a:ext uri="{FF2B5EF4-FFF2-40B4-BE49-F238E27FC236}">
                <a16:creationId xmlns:a16="http://schemas.microsoft.com/office/drawing/2014/main" id="{2FCD4CF8-0C12-EA43-B791-77B95BE3B8A1}"/>
              </a:ext>
            </a:extLst>
          </p:cNvPr>
          <p:cNvSpPr>
            <a:spLocks noGrp="1"/>
          </p:cNvSpPr>
          <p:nvPr>
            <p:ph idx="12" hasCustomPrompt="1"/>
          </p:nvPr>
        </p:nvSpPr>
        <p:spPr>
          <a:xfrm>
            <a:off x="5121619" y="2093513"/>
            <a:ext cx="4333774" cy="441971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1">
                <a:solidFill>
                  <a:schemeClr val="tx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9" name="Sub-heading 2">
            <a:extLst>
              <a:ext uri="{FF2B5EF4-FFF2-40B4-BE49-F238E27FC236}">
                <a16:creationId xmlns:a16="http://schemas.microsoft.com/office/drawing/2014/main" id="{EFD6BD00-14FA-0C44-936C-18A58C6AEAF6}"/>
              </a:ext>
            </a:extLst>
          </p:cNvPr>
          <p:cNvSpPr>
            <a:spLocks noGrp="1"/>
          </p:cNvSpPr>
          <p:nvPr>
            <p:ph type="body" sz="quarter" idx="13" hasCustomPrompt="1"/>
          </p:nvPr>
        </p:nvSpPr>
        <p:spPr>
          <a:xfrm>
            <a:off x="5121619" y="1374651"/>
            <a:ext cx="4333774"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1"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 name="Title 2">
            <a:extLst>
              <a:ext uri="{FF2B5EF4-FFF2-40B4-BE49-F238E27FC236}">
                <a16:creationId xmlns:a16="http://schemas.microsoft.com/office/drawing/2014/main" id="{3A21EA00-5D4A-874F-9DE9-2C510BCA999D}"/>
              </a:ext>
            </a:extLst>
          </p:cNvPr>
          <p:cNvSpPr>
            <a:spLocks noGrp="1"/>
          </p:cNvSpPr>
          <p:nvPr>
            <p:ph type="body" sz="quarter" idx="14" hasCustomPrompt="1"/>
          </p:nvPr>
        </p:nvSpPr>
        <p:spPr>
          <a:xfrm>
            <a:off x="5121618" y="234094"/>
            <a:ext cx="4333775" cy="1019176"/>
          </a:xfrm>
        </p:spPr>
        <p:txBody>
          <a:bodyPr/>
          <a:lstStyle>
            <a:lvl1pPr marL="0" indent="0">
              <a:buFontTx/>
              <a:buNone/>
              <a:defRPr lang="en-GB" sz="2599" b="1" i="1" kern="1200" dirty="0" smtClean="0">
                <a:solidFill>
                  <a:schemeClr val="accent1"/>
                </a:solidFill>
                <a:latin typeface="Trebuchet MS" panose="020B0703020202090204" pitchFamily="34" charset="0"/>
                <a:ea typeface="+mj-ea"/>
                <a:cs typeface="+mj-cs"/>
              </a:defRPr>
            </a:lvl1pPr>
            <a:lvl2pPr marL="371338" indent="0">
              <a:buFontTx/>
              <a:buNone/>
              <a:defRPr/>
            </a:lvl2pPr>
            <a:lvl3pPr marL="742676" indent="0">
              <a:buFontTx/>
              <a:buNone/>
              <a:defRPr/>
            </a:lvl3pPr>
            <a:lvl4pPr marL="1114014" indent="0">
              <a:buFontTx/>
              <a:buNone/>
              <a:defRPr/>
            </a:lvl4pPr>
            <a:lvl5pPr marL="1485351" indent="0">
              <a:buFontTx/>
              <a:buNone/>
              <a:defRPr/>
            </a:lvl5pPr>
          </a:lstStyle>
          <a:p>
            <a:pPr lvl="0"/>
            <a:r>
              <a:rPr lang="en-GB" dirty="0"/>
              <a:t>CLICK TO EDIT TITLE</a:t>
            </a:r>
          </a:p>
        </p:txBody>
      </p:sp>
      <p:sp>
        <p:nvSpPr>
          <p:cNvPr id="15" name="Content Placeholder 1">
            <a:extLst>
              <a:ext uri="{FF2B5EF4-FFF2-40B4-BE49-F238E27FC236}">
                <a16:creationId xmlns:a16="http://schemas.microsoft.com/office/drawing/2014/main" id="{711302C3-77CD-E045-AC17-217A8FF65206}"/>
              </a:ext>
            </a:extLst>
          </p:cNvPr>
          <p:cNvSpPr>
            <a:spLocks noGrp="1"/>
          </p:cNvSpPr>
          <p:nvPr>
            <p:ph idx="1" hasCustomPrompt="1"/>
          </p:nvPr>
        </p:nvSpPr>
        <p:spPr>
          <a:xfrm>
            <a:off x="421283" y="2098627"/>
            <a:ext cx="4359925" cy="441971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tx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1">
            <a:extLst>
              <a:ext uri="{FF2B5EF4-FFF2-40B4-BE49-F238E27FC236}">
                <a16:creationId xmlns:a16="http://schemas.microsoft.com/office/drawing/2014/main" id="{C672C517-E44C-5541-8903-0803B60C387D}"/>
              </a:ext>
            </a:extLst>
          </p:cNvPr>
          <p:cNvSpPr>
            <a:spLocks noGrp="1"/>
          </p:cNvSpPr>
          <p:nvPr>
            <p:ph type="body" sz="quarter" idx="10" hasCustomPrompt="1"/>
          </p:nvPr>
        </p:nvSpPr>
        <p:spPr>
          <a:xfrm>
            <a:off x="421283" y="1379765"/>
            <a:ext cx="4359925"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1">
            <a:extLst>
              <a:ext uri="{FF2B5EF4-FFF2-40B4-BE49-F238E27FC236}">
                <a16:creationId xmlns:a16="http://schemas.microsoft.com/office/drawing/2014/main" id="{AD74D22F-7C30-804B-B618-3432E30FA7B0}"/>
              </a:ext>
            </a:extLst>
          </p:cNvPr>
          <p:cNvSpPr>
            <a:spLocks noGrp="1"/>
          </p:cNvSpPr>
          <p:nvPr>
            <p:ph type="title" hasCustomPrompt="1"/>
          </p:nvPr>
        </p:nvSpPr>
        <p:spPr>
          <a:xfrm>
            <a:off x="421284" y="234094"/>
            <a:ext cx="4359925" cy="1019176"/>
          </a:xfrm>
          <a:prstGeom prst="rect">
            <a:avLst/>
          </a:prstGeom>
        </p:spPr>
        <p:txBody>
          <a:bodyPr/>
          <a:lstStyle>
            <a:lvl1pPr>
              <a:lnSpc>
                <a:spcPct val="100000"/>
              </a:lnSpc>
              <a:defRPr/>
            </a:lvl1pPr>
          </a:lstStyle>
          <a:p>
            <a:r>
              <a:rPr lang="en-GB" dirty="0"/>
              <a:t>CLICK TO EDIT TITLE</a:t>
            </a:r>
            <a:endParaRPr lang="en-US" dirty="0"/>
          </a:p>
        </p:txBody>
      </p:sp>
    </p:spTree>
    <p:extLst>
      <p:ext uri="{BB962C8B-B14F-4D97-AF65-F5344CB8AC3E}">
        <p14:creationId xmlns:p14="http://schemas.microsoft.com/office/powerpoint/2010/main" val="1100383684"/>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xColumns Slide on White Bg">
    <p:spTree>
      <p:nvGrpSpPr>
        <p:cNvPr id="1" name=""/>
        <p:cNvGrpSpPr/>
        <p:nvPr/>
      </p:nvGrpSpPr>
      <p:grpSpPr>
        <a:xfrm>
          <a:off x="0" y="0"/>
          <a:ext cx="0" cy="0"/>
          <a:chOff x="0" y="0"/>
          <a:chExt cx="0" cy="0"/>
        </a:xfrm>
      </p:grpSpPr>
      <p:sp>
        <p:nvSpPr>
          <p:cNvPr id="19" name="White Rectangle">
            <a:extLst>
              <a:ext uri="{FF2B5EF4-FFF2-40B4-BE49-F238E27FC236}">
                <a16:creationId xmlns:a16="http://schemas.microsoft.com/office/drawing/2014/main" id="{AF7E239E-9757-3248-A127-4F42F0637408}"/>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cxnSp>
        <p:nvCxnSpPr>
          <p:cNvPr id="18" name="Gold H Line">
            <a:extLst>
              <a:ext uri="{FF2B5EF4-FFF2-40B4-BE49-F238E27FC236}">
                <a16:creationId xmlns:a16="http://schemas.microsoft.com/office/drawing/2014/main" id="{FF14821C-DD56-5047-8DDF-2CED2D6B409A}"/>
              </a:ext>
            </a:extLst>
          </p:cNvPr>
          <p:cNvCxnSpPr/>
          <p:nvPr/>
        </p:nvCxnSpPr>
        <p:spPr>
          <a:xfrm>
            <a:off x="0" y="1341438"/>
            <a:ext cx="9902825"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1" name="Content Placeholder 3">
            <a:extLst>
              <a:ext uri="{FF2B5EF4-FFF2-40B4-BE49-F238E27FC236}">
                <a16:creationId xmlns:a16="http://schemas.microsoft.com/office/drawing/2014/main" id="{2B59F022-8EBD-944D-810D-855A24D6A260}"/>
              </a:ext>
            </a:extLst>
          </p:cNvPr>
          <p:cNvSpPr>
            <a:spLocks noGrp="1"/>
          </p:cNvSpPr>
          <p:nvPr>
            <p:ph idx="12" hasCustomPrompt="1"/>
          </p:nvPr>
        </p:nvSpPr>
        <p:spPr>
          <a:xfrm>
            <a:off x="6531330" y="2093513"/>
            <a:ext cx="2924063"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3">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6531330"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5" name="Title 3">
            <a:extLst>
              <a:ext uri="{FF2B5EF4-FFF2-40B4-BE49-F238E27FC236}">
                <a16:creationId xmlns:a16="http://schemas.microsoft.com/office/drawing/2014/main" id="{46C5C79B-1FC7-684E-8098-DD6B7E0A0122}"/>
              </a:ext>
            </a:extLst>
          </p:cNvPr>
          <p:cNvSpPr>
            <a:spLocks noGrp="1"/>
          </p:cNvSpPr>
          <p:nvPr>
            <p:ph type="body" sz="quarter" idx="14" hasCustomPrompt="1"/>
          </p:nvPr>
        </p:nvSpPr>
        <p:spPr>
          <a:xfrm>
            <a:off x="6531330" y="230573"/>
            <a:ext cx="2924063" cy="1067301"/>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14" name="Content Placeholder  2">
            <a:extLst>
              <a:ext uri="{FF2B5EF4-FFF2-40B4-BE49-F238E27FC236}">
                <a16:creationId xmlns:a16="http://schemas.microsoft.com/office/drawing/2014/main" id="{4BF8A05F-FD1D-CD48-A3CF-DE8AF43F6977}"/>
              </a:ext>
            </a:extLst>
          </p:cNvPr>
          <p:cNvSpPr>
            <a:spLocks noGrp="1"/>
          </p:cNvSpPr>
          <p:nvPr>
            <p:ph idx="15" hasCustomPrompt="1"/>
          </p:nvPr>
        </p:nvSpPr>
        <p:spPr>
          <a:xfrm>
            <a:off x="3476306" y="2093513"/>
            <a:ext cx="2924061"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5" name="Sub-heading 2">
            <a:extLst>
              <a:ext uri="{FF2B5EF4-FFF2-40B4-BE49-F238E27FC236}">
                <a16:creationId xmlns:a16="http://schemas.microsoft.com/office/drawing/2014/main" id="{EB65077B-EB16-BF45-A1FD-89A294FE27D1}"/>
              </a:ext>
            </a:extLst>
          </p:cNvPr>
          <p:cNvSpPr>
            <a:spLocks noGrp="1"/>
          </p:cNvSpPr>
          <p:nvPr>
            <p:ph type="body" sz="quarter" idx="16" hasCustomPrompt="1"/>
          </p:nvPr>
        </p:nvSpPr>
        <p:spPr>
          <a:xfrm>
            <a:off x="3476306" y="1382146"/>
            <a:ext cx="2924061"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5BE914C9-9E29-9D45-8E51-BE422FBBE2C1}"/>
              </a:ext>
            </a:extLst>
          </p:cNvPr>
          <p:cNvSpPr>
            <a:spLocks noGrp="1"/>
          </p:cNvSpPr>
          <p:nvPr>
            <p:ph type="body" sz="quarter" idx="17" hasCustomPrompt="1"/>
          </p:nvPr>
        </p:nvSpPr>
        <p:spPr>
          <a:xfrm>
            <a:off x="3476304"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421282" y="2093513"/>
            <a:ext cx="2924063"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21282"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6" name="Title 1">
            <a:extLst>
              <a:ext uri="{FF2B5EF4-FFF2-40B4-BE49-F238E27FC236}">
                <a16:creationId xmlns:a16="http://schemas.microsoft.com/office/drawing/2014/main" id="{0A2B4331-7730-C944-82F4-41B3F12BA696}"/>
              </a:ext>
            </a:extLst>
          </p:cNvPr>
          <p:cNvSpPr>
            <a:spLocks noGrp="1"/>
          </p:cNvSpPr>
          <p:nvPr>
            <p:ph type="body" sz="quarter" idx="18" hasCustomPrompt="1"/>
          </p:nvPr>
        </p:nvSpPr>
        <p:spPr>
          <a:xfrm>
            <a:off x="421282"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2030487177"/>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ection Divider Slide on White Bg ">
    <p:bg>
      <p:bgPr>
        <a:solidFill>
          <a:schemeClr val="bg1">
            <a:alpha val="0"/>
          </a:schemeClr>
        </a:solidFill>
        <a:effectLst/>
      </p:bgPr>
    </p:bg>
    <p:spTree>
      <p:nvGrpSpPr>
        <p:cNvPr id="1" name=""/>
        <p:cNvGrpSpPr/>
        <p:nvPr/>
      </p:nvGrpSpPr>
      <p:grpSpPr>
        <a:xfrm>
          <a:off x="0" y="0"/>
          <a:ext cx="0" cy="0"/>
          <a:chOff x="0" y="0"/>
          <a:chExt cx="0" cy="0"/>
        </a:xfrm>
      </p:grpSpPr>
      <p:pic>
        <p:nvPicPr>
          <p:cNvPr id="9" name="Pattern Sand Bottom">
            <a:extLst>
              <a:ext uri="{FF2B5EF4-FFF2-40B4-BE49-F238E27FC236}">
                <a16:creationId xmlns:a16="http://schemas.microsoft.com/office/drawing/2014/main" id="{7E41FF7E-0642-ED43-BF36-6F4C4C4A2BE9}"/>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60310" y="4478954"/>
            <a:ext cx="3886792" cy="2148599"/>
          </a:xfrm>
          <a:prstGeom prst="rect">
            <a:avLst/>
          </a:prstGeom>
        </p:spPr>
      </p:pic>
      <p:pic>
        <p:nvPicPr>
          <p:cNvPr id="11" name="Pattern Top">
            <a:extLst>
              <a:ext uri="{FF2B5EF4-FFF2-40B4-BE49-F238E27FC236}">
                <a16:creationId xmlns:a16="http://schemas.microsoft.com/office/drawing/2014/main" id="{6124DACD-3877-F440-9547-FC58D4D8F16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flipV="1">
            <a:off x="152149" y="-43952"/>
            <a:ext cx="3886792"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373748" y="2097153"/>
            <a:ext cx="5081645" cy="441607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373747" y="1382714"/>
            <a:ext cx="5081646"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5943" y="2943724"/>
            <a:ext cx="3612998"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287559834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Sub-heading + Content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7"/>
            <a:ext cx="9034110" cy="4369629"/>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94054"/>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2943345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Sub-heading + Content on Patter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238EDFC1-EE9A-8048-86A1-2E5C9233E777}"/>
              </a:ext>
            </a:extLst>
          </p:cNvPr>
          <p:cNvPicPr>
            <a:picLocks noChangeAspect="1"/>
          </p:cNvPicPr>
          <p:nvPr/>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120" y="1342422"/>
            <a:ext cx="9901705" cy="5256000"/>
          </a:xfrm>
          <a:prstGeom prst="rect">
            <a:avLst/>
          </a:prstGeom>
        </p:spPr>
      </p:pic>
      <p:grpSp>
        <p:nvGrpSpPr>
          <p:cNvPr id="13" name="Bottom Corner Cover Ups">
            <a:extLst>
              <a:ext uri="{FF2B5EF4-FFF2-40B4-BE49-F238E27FC236}">
                <a16:creationId xmlns:a16="http://schemas.microsoft.com/office/drawing/2014/main" id="{93D46E69-FB5E-344A-A7B7-752C7C6ECCDD}"/>
              </a:ext>
            </a:extLst>
          </p:cNvPr>
          <p:cNvGrpSpPr/>
          <p:nvPr/>
        </p:nvGrpSpPr>
        <p:grpSpPr>
          <a:xfrm>
            <a:off x="0" y="5911729"/>
            <a:ext cx="9902847" cy="949000"/>
            <a:chOff x="0" y="5911729"/>
            <a:chExt cx="12192027" cy="949000"/>
          </a:xfrm>
        </p:grpSpPr>
        <p:pic>
          <p:nvPicPr>
            <p:cNvPr id="14" name="SU.Footer.Shape.White.Cover.R">
              <a:extLst>
                <a:ext uri="{FF2B5EF4-FFF2-40B4-BE49-F238E27FC236}">
                  <a16:creationId xmlns:a16="http://schemas.microsoft.com/office/drawing/2014/main" id="{C3DAB37C-2D70-5C41-B708-179C820942FA}"/>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73C9FD76-564E-0348-A31C-D0132A5B66BC}"/>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6"/>
            <a:ext cx="9034110"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2563288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ub-heading + Content on Pattern Panel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D1F2E50E-95E6-FC4E-962F-EC9D3C8E6FB6}"/>
              </a:ext>
            </a:extLst>
          </p:cNvPr>
          <p:cNvPicPr>
            <a:picLocks noChangeAspect="1"/>
          </p:cNvPicPr>
          <p:nvPr/>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121" y="1342422"/>
            <a:ext cx="3283059" cy="5256000"/>
          </a:xfrm>
          <a:prstGeom prst="rect">
            <a:avLst/>
          </a:prstGeom>
        </p:spPr>
      </p:pic>
      <p:grpSp>
        <p:nvGrpSpPr>
          <p:cNvPr id="13" name="Bottom Corner Cover Ups">
            <a:extLst>
              <a:ext uri="{FF2B5EF4-FFF2-40B4-BE49-F238E27FC236}">
                <a16:creationId xmlns:a16="http://schemas.microsoft.com/office/drawing/2014/main" id="{B3C7A21B-1B7F-7C48-A146-B42CAF24A16C}"/>
              </a:ext>
            </a:extLst>
          </p:cNvPr>
          <p:cNvGrpSpPr/>
          <p:nvPr/>
        </p:nvGrpSpPr>
        <p:grpSpPr>
          <a:xfrm>
            <a:off x="0" y="5911729"/>
            <a:ext cx="9902847" cy="949000"/>
            <a:chOff x="0" y="5911729"/>
            <a:chExt cx="12192027" cy="949000"/>
          </a:xfrm>
        </p:grpSpPr>
        <p:pic>
          <p:nvPicPr>
            <p:cNvPr id="14" name="SU.Footer.Shape.White.Cover.R">
              <a:extLst>
                <a:ext uri="{FF2B5EF4-FFF2-40B4-BE49-F238E27FC236}">
                  <a16:creationId xmlns:a16="http://schemas.microsoft.com/office/drawing/2014/main" id="{4E7E269D-C46B-D74D-ADD3-C0B4C411F72A}"/>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643164C7-3D42-2F47-9B4F-124EA0300755}"/>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491417" y="1446552"/>
            <a:ext cx="5963976" cy="5066675"/>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446551"/>
            <a:ext cx="2862897" cy="5066674"/>
          </a:xfrm>
        </p:spPr>
        <p:txBody>
          <a:bodyPr anchor="t">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4618683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ual Layout Slide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8" name="White Rectangle">
            <a:extLst>
              <a:ext uri="{FF2B5EF4-FFF2-40B4-BE49-F238E27FC236}">
                <a16:creationId xmlns:a16="http://schemas.microsoft.com/office/drawing/2014/main" id="{16180752-C10C-8440-9EE3-94FE745DE7CB}"/>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14" name="Content Placeholder  2">
            <a:extLst>
              <a:ext uri="{FF2B5EF4-FFF2-40B4-BE49-F238E27FC236}">
                <a16:creationId xmlns:a16="http://schemas.microsoft.com/office/drawing/2014/main" id="{3DFF6234-ED27-674E-B499-43815E04B1F3}"/>
              </a:ext>
            </a:extLst>
          </p:cNvPr>
          <p:cNvSpPr>
            <a:spLocks noGrp="1"/>
          </p:cNvSpPr>
          <p:nvPr>
            <p:ph idx="12" hasCustomPrompt="1"/>
          </p:nvPr>
        </p:nvSpPr>
        <p:spPr>
          <a:xfrm>
            <a:off x="5121619" y="2093513"/>
            <a:ext cx="4333774" cy="442720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1">
                <a:solidFill>
                  <a:srgbClr val="4D5356"/>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2">
            <a:extLst>
              <a:ext uri="{FF2B5EF4-FFF2-40B4-BE49-F238E27FC236}">
                <a16:creationId xmlns:a16="http://schemas.microsoft.com/office/drawing/2014/main" id="{566B889E-5E19-884B-A6F6-A481CC7DE2E3}"/>
              </a:ext>
            </a:extLst>
          </p:cNvPr>
          <p:cNvSpPr>
            <a:spLocks noGrp="1"/>
          </p:cNvSpPr>
          <p:nvPr>
            <p:ph type="body" sz="quarter" idx="13" hasCustomPrompt="1"/>
          </p:nvPr>
        </p:nvSpPr>
        <p:spPr>
          <a:xfrm>
            <a:off x="5121619" y="1382146"/>
            <a:ext cx="4333774"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1"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F6537FBF-A738-EB4D-9E99-BDECCAA2CE51}"/>
              </a:ext>
            </a:extLst>
          </p:cNvPr>
          <p:cNvSpPr>
            <a:spLocks noGrp="1"/>
          </p:cNvSpPr>
          <p:nvPr>
            <p:ph type="body" sz="quarter" idx="14" hasCustomPrompt="1"/>
          </p:nvPr>
        </p:nvSpPr>
        <p:spPr>
          <a:xfrm>
            <a:off x="5121618" y="234093"/>
            <a:ext cx="4333775" cy="1019176"/>
          </a:xfrm>
        </p:spPr>
        <p:txBody>
          <a:bodyPr/>
          <a:lstStyle>
            <a:lvl1pPr marL="0" indent="0">
              <a:buFontTx/>
              <a:buNone/>
              <a:defRPr lang="en-GB" sz="2599" b="1" i="1" kern="1200" dirty="0" smtClean="0">
                <a:solidFill>
                  <a:schemeClr val="accent1"/>
                </a:solidFill>
                <a:latin typeface="Trebuchet MS" panose="020B0703020202090204" pitchFamily="34" charset="0"/>
                <a:ea typeface="+mj-ea"/>
                <a:cs typeface="+mj-cs"/>
              </a:defRPr>
            </a:lvl1pPr>
            <a:lvl2pPr marL="371338" indent="0">
              <a:buFontTx/>
              <a:buNone/>
              <a:defRPr/>
            </a:lvl2pPr>
            <a:lvl3pPr marL="742676" indent="0">
              <a:buFontTx/>
              <a:buNone/>
              <a:defRPr/>
            </a:lvl3pPr>
            <a:lvl4pPr marL="1114014" indent="0">
              <a:buFontTx/>
              <a:buNone/>
              <a:defRPr/>
            </a:lvl4pPr>
            <a:lvl5pPr marL="1485351"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1F49F80C-ACC3-A44A-8CC6-3C5EDE180965}"/>
              </a:ext>
            </a:extLst>
          </p:cNvPr>
          <p:cNvSpPr>
            <a:spLocks noGrp="1"/>
          </p:cNvSpPr>
          <p:nvPr>
            <p:ph idx="1" hasCustomPrompt="1"/>
          </p:nvPr>
        </p:nvSpPr>
        <p:spPr>
          <a:xfrm>
            <a:off x="421283" y="2098627"/>
            <a:ext cx="4359925" cy="4422095"/>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rgbClr val="4D5356"/>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B3F930F9-C039-AF47-823C-5530804EC881}"/>
              </a:ext>
            </a:extLst>
          </p:cNvPr>
          <p:cNvSpPr>
            <a:spLocks noGrp="1"/>
          </p:cNvSpPr>
          <p:nvPr>
            <p:ph type="body" sz="quarter" idx="10" hasCustomPrompt="1"/>
          </p:nvPr>
        </p:nvSpPr>
        <p:spPr>
          <a:xfrm>
            <a:off x="421283" y="1379765"/>
            <a:ext cx="4359925"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9EDA3B2F-BE8B-BF42-ABB3-E31B7ECCE836}"/>
              </a:ext>
            </a:extLst>
          </p:cNvPr>
          <p:cNvSpPr>
            <a:spLocks noGrp="1"/>
          </p:cNvSpPr>
          <p:nvPr>
            <p:ph type="title" hasCustomPrompt="1"/>
          </p:nvPr>
        </p:nvSpPr>
        <p:spPr>
          <a:xfrm>
            <a:off x="421284" y="286559"/>
            <a:ext cx="435992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2846020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3xColumns Layout Slide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257E3393-912E-0B49-AEEE-D6B9ACB96FDA}"/>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13" name="Content Placeholder 3">
            <a:extLst>
              <a:ext uri="{FF2B5EF4-FFF2-40B4-BE49-F238E27FC236}">
                <a16:creationId xmlns:a16="http://schemas.microsoft.com/office/drawing/2014/main" id="{7D3B1D8D-243B-DA40-B75D-A969A88B2F8F}"/>
              </a:ext>
            </a:extLst>
          </p:cNvPr>
          <p:cNvSpPr>
            <a:spLocks noGrp="1"/>
          </p:cNvSpPr>
          <p:nvPr>
            <p:ph idx="12" hasCustomPrompt="1"/>
          </p:nvPr>
        </p:nvSpPr>
        <p:spPr>
          <a:xfrm>
            <a:off x="6531330" y="2093513"/>
            <a:ext cx="2924063"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3">
            <a:extLst>
              <a:ext uri="{FF2B5EF4-FFF2-40B4-BE49-F238E27FC236}">
                <a16:creationId xmlns:a16="http://schemas.microsoft.com/office/drawing/2014/main" id="{651902F8-552C-7C40-AA8D-2CE4C4E180B0}"/>
              </a:ext>
            </a:extLst>
          </p:cNvPr>
          <p:cNvSpPr>
            <a:spLocks noGrp="1"/>
          </p:cNvSpPr>
          <p:nvPr>
            <p:ph type="body" sz="quarter" idx="13" hasCustomPrompt="1"/>
          </p:nvPr>
        </p:nvSpPr>
        <p:spPr>
          <a:xfrm>
            <a:off x="6531330"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3">
            <a:extLst>
              <a:ext uri="{FF2B5EF4-FFF2-40B4-BE49-F238E27FC236}">
                <a16:creationId xmlns:a16="http://schemas.microsoft.com/office/drawing/2014/main" id="{D70127F6-1B72-C84F-9735-3D0725E985F3}"/>
              </a:ext>
            </a:extLst>
          </p:cNvPr>
          <p:cNvSpPr>
            <a:spLocks noGrp="1"/>
          </p:cNvSpPr>
          <p:nvPr>
            <p:ph type="body" sz="quarter" idx="14" hasCustomPrompt="1"/>
          </p:nvPr>
        </p:nvSpPr>
        <p:spPr>
          <a:xfrm>
            <a:off x="6531326"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26" name="Content Placeholder  2">
            <a:extLst>
              <a:ext uri="{FF2B5EF4-FFF2-40B4-BE49-F238E27FC236}">
                <a16:creationId xmlns:a16="http://schemas.microsoft.com/office/drawing/2014/main" id="{26B27DB4-949B-464F-A1EF-C46A3C3631C1}"/>
              </a:ext>
            </a:extLst>
          </p:cNvPr>
          <p:cNvSpPr>
            <a:spLocks noGrp="1"/>
          </p:cNvSpPr>
          <p:nvPr>
            <p:ph idx="15" hasCustomPrompt="1"/>
          </p:nvPr>
        </p:nvSpPr>
        <p:spPr>
          <a:xfrm>
            <a:off x="3476306" y="2093513"/>
            <a:ext cx="2924061"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27" name="Sub-heading 2">
            <a:extLst>
              <a:ext uri="{FF2B5EF4-FFF2-40B4-BE49-F238E27FC236}">
                <a16:creationId xmlns:a16="http://schemas.microsoft.com/office/drawing/2014/main" id="{26C885C7-ECC4-4F47-8909-3F2435E1935F}"/>
              </a:ext>
            </a:extLst>
          </p:cNvPr>
          <p:cNvSpPr>
            <a:spLocks noGrp="1"/>
          </p:cNvSpPr>
          <p:nvPr>
            <p:ph type="body" sz="quarter" idx="16" hasCustomPrompt="1"/>
          </p:nvPr>
        </p:nvSpPr>
        <p:spPr>
          <a:xfrm>
            <a:off x="3476306" y="1382146"/>
            <a:ext cx="2924061"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8" name="Title 2">
            <a:extLst>
              <a:ext uri="{FF2B5EF4-FFF2-40B4-BE49-F238E27FC236}">
                <a16:creationId xmlns:a16="http://schemas.microsoft.com/office/drawing/2014/main" id="{58332A8F-EAE9-F94C-83E3-1D8BA1D91921}"/>
              </a:ext>
            </a:extLst>
          </p:cNvPr>
          <p:cNvSpPr>
            <a:spLocks noGrp="1"/>
          </p:cNvSpPr>
          <p:nvPr>
            <p:ph type="body" sz="quarter" idx="17" hasCustomPrompt="1"/>
          </p:nvPr>
        </p:nvSpPr>
        <p:spPr>
          <a:xfrm>
            <a:off x="3476304"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29" name="Content Placeholder 1">
            <a:extLst>
              <a:ext uri="{FF2B5EF4-FFF2-40B4-BE49-F238E27FC236}">
                <a16:creationId xmlns:a16="http://schemas.microsoft.com/office/drawing/2014/main" id="{F2D4C76D-E14A-6D42-98D9-5AB41C4534F2}"/>
              </a:ext>
            </a:extLst>
          </p:cNvPr>
          <p:cNvSpPr>
            <a:spLocks noGrp="1"/>
          </p:cNvSpPr>
          <p:nvPr>
            <p:ph idx="1" hasCustomPrompt="1"/>
          </p:nvPr>
        </p:nvSpPr>
        <p:spPr>
          <a:xfrm>
            <a:off x="421282" y="2093513"/>
            <a:ext cx="2924063"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30" name="Sub-heading 1">
            <a:extLst>
              <a:ext uri="{FF2B5EF4-FFF2-40B4-BE49-F238E27FC236}">
                <a16:creationId xmlns:a16="http://schemas.microsoft.com/office/drawing/2014/main" id="{E5ACC0B6-8927-2744-B7D5-8F74BBD9FF40}"/>
              </a:ext>
            </a:extLst>
          </p:cNvPr>
          <p:cNvSpPr>
            <a:spLocks noGrp="1"/>
          </p:cNvSpPr>
          <p:nvPr>
            <p:ph type="body" sz="quarter" idx="10" hasCustomPrompt="1"/>
          </p:nvPr>
        </p:nvSpPr>
        <p:spPr>
          <a:xfrm>
            <a:off x="421282"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1" name="Title 1">
            <a:extLst>
              <a:ext uri="{FF2B5EF4-FFF2-40B4-BE49-F238E27FC236}">
                <a16:creationId xmlns:a16="http://schemas.microsoft.com/office/drawing/2014/main" id="{92EB4B94-2979-2E4C-BC92-09558809B4B0}"/>
              </a:ext>
            </a:extLst>
          </p:cNvPr>
          <p:cNvSpPr>
            <a:spLocks noGrp="1"/>
          </p:cNvSpPr>
          <p:nvPr>
            <p:ph type="body" sz="quarter" idx="18" hasCustomPrompt="1"/>
          </p:nvPr>
        </p:nvSpPr>
        <p:spPr>
          <a:xfrm>
            <a:off x="421282"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217080440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ection Divider Slide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pic>
        <p:nvPicPr>
          <p:cNvPr id="17" name="Pattern Sand Bottom">
            <a:extLst>
              <a:ext uri="{FF2B5EF4-FFF2-40B4-BE49-F238E27FC236}">
                <a16:creationId xmlns:a16="http://schemas.microsoft.com/office/drawing/2014/main" id="{5F8180FE-41B2-8F47-AF2E-24E5C9A6174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60310" y="4478954"/>
            <a:ext cx="3886792" cy="2148599"/>
          </a:xfrm>
          <a:prstGeom prst="rect">
            <a:avLst/>
          </a:prstGeom>
        </p:spPr>
      </p:pic>
      <p:pic>
        <p:nvPicPr>
          <p:cNvPr id="8" name="Pattern Top">
            <a:extLst>
              <a:ext uri="{FF2B5EF4-FFF2-40B4-BE49-F238E27FC236}">
                <a16:creationId xmlns:a16="http://schemas.microsoft.com/office/drawing/2014/main" id="{2C99B27B-2E8D-C04F-BC82-C62BE7870952}"/>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flipV="1">
            <a:off x="152149" y="-43952"/>
            <a:ext cx="3886792"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373748" y="2097153"/>
            <a:ext cx="5081645" cy="441607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373747" y="1384865"/>
            <a:ext cx="5081646" cy="631312"/>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5943" y="2943724"/>
            <a:ext cx="3612998"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5768409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Sub-heading + Content on Maroon Bg">
    <p:bg>
      <p:bgPr>
        <a:solidFill>
          <a:schemeClr val="accent1"/>
        </a:solidFill>
        <a:effectLst/>
      </p:bgPr>
    </p:bg>
    <p:spTree>
      <p:nvGrpSpPr>
        <p:cNvPr id="1" name=""/>
        <p:cNvGrpSpPr/>
        <p:nvPr/>
      </p:nvGrpSpPr>
      <p:grpSpPr>
        <a:xfrm>
          <a:off x="0" y="0"/>
          <a:ext cx="0" cy="0"/>
          <a:chOff x="0" y="0"/>
          <a:chExt cx="0" cy="0"/>
        </a:xfrm>
      </p:grpSpPr>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21283" y="2098627"/>
            <a:ext cx="9034110" cy="4407105"/>
          </a:xfrm>
        </p:spPr>
        <p:txBody>
          <a:bodyPr>
            <a:normAutofit lnSpcReduction="10000"/>
          </a:bodyPr>
          <a:lstStyle>
            <a:lvl1pPr>
              <a:defRPr>
                <a:solidFill>
                  <a:schemeClr val="bg2"/>
                </a:solidFill>
              </a:defRPr>
            </a:lvl1p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21283" y="1379765"/>
            <a:ext cx="9034110" cy="644993"/>
          </a:xfrm>
          <a:noFill/>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3238053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Sub-heading + Content on Pattern Maroon Bg">
    <p:bg>
      <p:bgPr>
        <a:solidFill>
          <a:schemeClr val="accent1"/>
        </a:solidFill>
        <a:effectLst/>
      </p:bgPr>
    </p:bg>
    <p:spTree>
      <p:nvGrpSpPr>
        <p:cNvPr id="1" name=""/>
        <p:cNvGrpSpPr/>
        <p:nvPr/>
      </p:nvGrpSpPr>
      <p:grpSpPr>
        <a:xfrm>
          <a:off x="0" y="0"/>
          <a:ext cx="0" cy="0"/>
          <a:chOff x="0" y="0"/>
          <a:chExt cx="0" cy="0"/>
        </a:xfrm>
      </p:grpSpPr>
      <p:pic>
        <p:nvPicPr>
          <p:cNvPr id="25" name="Pattern">
            <a:extLst>
              <a:ext uri="{FF2B5EF4-FFF2-40B4-BE49-F238E27FC236}">
                <a16:creationId xmlns:a16="http://schemas.microsoft.com/office/drawing/2014/main" id="{4226EFA1-497F-5A4F-8521-91A0CFCC6FAD}"/>
              </a:ext>
            </a:extLst>
          </p:cNvPr>
          <p:cNvPicPr>
            <a:picLocks noChangeAspect="1"/>
          </p:cNvPicPr>
          <p:nvPr/>
        </p:nvPicPr>
        <p:blipFill rotWithShape="1">
          <a:blip r:embed="rId2" cstate="screen">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120" y="1342422"/>
            <a:ext cx="9901705" cy="5256000"/>
          </a:xfrm>
          <a:prstGeom prst="rect">
            <a:avLst/>
          </a:prstGeom>
        </p:spPr>
      </p:pic>
      <p:grpSp>
        <p:nvGrpSpPr>
          <p:cNvPr id="26" name="Bottom Corner Cover Ups">
            <a:extLst>
              <a:ext uri="{FF2B5EF4-FFF2-40B4-BE49-F238E27FC236}">
                <a16:creationId xmlns:a16="http://schemas.microsoft.com/office/drawing/2014/main" id="{12DF9248-7DA5-8141-89FC-ECD244595B6B}"/>
              </a:ext>
            </a:extLst>
          </p:cNvPr>
          <p:cNvGrpSpPr/>
          <p:nvPr/>
        </p:nvGrpSpPr>
        <p:grpSpPr>
          <a:xfrm>
            <a:off x="0" y="5911729"/>
            <a:ext cx="9902847" cy="949000"/>
            <a:chOff x="0" y="5911729"/>
            <a:chExt cx="12192027" cy="949000"/>
          </a:xfrm>
        </p:grpSpPr>
        <p:pic>
          <p:nvPicPr>
            <p:cNvPr id="27" name="SU.Footer.Shape.White.Cover.R">
              <a:extLst>
                <a:ext uri="{FF2B5EF4-FFF2-40B4-BE49-F238E27FC236}">
                  <a16:creationId xmlns:a16="http://schemas.microsoft.com/office/drawing/2014/main" id="{44528E5A-08AB-2F40-85F7-9CF023074800}"/>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28" name="SU.Footer.Shape.White.Cover.L">
              <a:extLst>
                <a:ext uri="{FF2B5EF4-FFF2-40B4-BE49-F238E27FC236}">
                  <a16:creationId xmlns:a16="http://schemas.microsoft.com/office/drawing/2014/main" id="{D874E491-8EBD-0144-BAB4-4A1A86F2BCF0}"/>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7"/>
            <a:ext cx="9034110" cy="4414600"/>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indent="0" algn="l" defTabSz="742676" rtl="0" eaLnBrk="1" latinLnBrk="0" hangingPunct="1">
              <a:lnSpc>
                <a:spcPct val="100000"/>
              </a:lnSpc>
              <a:spcBef>
                <a:spcPts val="812"/>
              </a:spcBef>
              <a:buClr>
                <a:schemeClr val="accent2"/>
              </a:buClr>
              <a:buFontTx/>
              <a:buNone/>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9285864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Sub-heading + Content on Pattern Panel Maroon Bg">
    <p:bg>
      <p:bgPr>
        <a:solidFill>
          <a:schemeClr val="accent1"/>
        </a:solidFill>
        <a:effectLst/>
      </p:bgPr>
    </p:bg>
    <p:spTree>
      <p:nvGrpSpPr>
        <p:cNvPr id="1" name=""/>
        <p:cNvGrpSpPr/>
        <p:nvPr/>
      </p:nvGrpSpPr>
      <p:grpSpPr>
        <a:xfrm>
          <a:off x="0" y="0"/>
          <a:ext cx="0" cy="0"/>
          <a:chOff x="0" y="0"/>
          <a:chExt cx="0" cy="0"/>
        </a:xfrm>
      </p:grpSpPr>
      <p:pic>
        <p:nvPicPr>
          <p:cNvPr id="20" name="Pattern">
            <a:extLst>
              <a:ext uri="{FF2B5EF4-FFF2-40B4-BE49-F238E27FC236}">
                <a16:creationId xmlns:a16="http://schemas.microsoft.com/office/drawing/2014/main" id="{4A2374C0-3B03-8F48-9525-7E36392B299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67065"/>
          <a:stretch/>
        </p:blipFill>
        <p:spPr>
          <a:xfrm>
            <a:off x="1121" y="1342422"/>
            <a:ext cx="3283059" cy="5256000"/>
          </a:xfrm>
          <a:prstGeom prst="rect">
            <a:avLst/>
          </a:prstGeom>
        </p:spPr>
      </p:pic>
      <p:grpSp>
        <p:nvGrpSpPr>
          <p:cNvPr id="21" name="Bottom Corner Cover Ups">
            <a:extLst>
              <a:ext uri="{FF2B5EF4-FFF2-40B4-BE49-F238E27FC236}">
                <a16:creationId xmlns:a16="http://schemas.microsoft.com/office/drawing/2014/main" id="{27B58CE0-B94F-A74F-AF83-E7C43D629945}"/>
              </a:ext>
            </a:extLst>
          </p:cNvPr>
          <p:cNvGrpSpPr/>
          <p:nvPr/>
        </p:nvGrpSpPr>
        <p:grpSpPr>
          <a:xfrm>
            <a:off x="0" y="5911729"/>
            <a:ext cx="9902847" cy="949000"/>
            <a:chOff x="0" y="5911729"/>
            <a:chExt cx="12192027" cy="949000"/>
          </a:xfrm>
        </p:grpSpPr>
        <p:pic>
          <p:nvPicPr>
            <p:cNvPr id="22" name="SU.Footer.Shape.White.Cover.R">
              <a:extLst>
                <a:ext uri="{FF2B5EF4-FFF2-40B4-BE49-F238E27FC236}">
                  <a16:creationId xmlns:a16="http://schemas.microsoft.com/office/drawing/2014/main" id="{96365ED4-3E98-AF49-A700-D17226523700}"/>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23" name="SU.Footer.Shape.White.Cover.L">
              <a:extLst>
                <a:ext uri="{FF2B5EF4-FFF2-40B4-BE49-F238E27FC236}">
                  <a16:creationId xmlns:a16="http://schemas.microsoft.com/office/drawing/2014/main" id="{D3178EAC-4321-104D-9E00-9ED1994E171E}"/>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491417" y="1439056"/>
            <a:ext cx="5963976" cy="5074170"/>
          </a:xfrm>
        </p:spPr>
        <p:txBody>
          <a:bodyPr>
            <a:normAutofit lnSpcReduction="10000"/>
          </a:bodyPr>
          <a:lstStyle>
            <a:lvl1pPr>
              <a:defRPr>
                <a:solidFill>
                  <a:schemeClr val="bg2"/>
                </a:solidFill>
              </a:defRPr>
            </a:lvl1p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438310"/>
            <a:ext cx="2862897" cy="5074939"/>
          </a:xfrm>
        </p:spPr>
        <p:txBody>
          <a:bodyPr anchor="t">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4940306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Dual Layout Slide on Maroon Bg">
    <p:bg>
      <p:bgPr>
        <a:solidFill>
          <a:schemeClr val="accent1"/>
        </a:solidFill>
        <a:effectLst/>
      </p:bgPr>
    </p:bg>
    <p:spTree>
      <p:nvGrpSpPr>
        <p:cNvPr id="1" name=""/>
        <p:cNvGrpSpPr/>
        <p:nvPr/>
      </p:nvGrpSpPr>
      <p:grpSpPr>
        <a:xfrm>
          <a:off x="0" y="0"/>
          <a:ext cx="0" cy="0"/>
          <a:chOff x="0" y="0"/>
          <a:chExt cx="0" cy="0"/>
        </a:xfrm>
      </p:grpSpPr>
      <p:sp>
        <p:nvSpPr>
          <p:cNvPr id="3" name="White Rectangle">
            <a:extLst>
              <a:ext uri="{FF2B5EF4-FFF2-40B4-BE49-F238E27FC236}">
                <a16:creationId xmlns:a16="http://schemas.microsoft.com/office/drawing/2014/main" id="{D2611FE4-4CE8-7644-A6FD-ABFB5B5B8D60}"/>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14" name="Content Placeholder  2">
            <a:extLst>
              <a:ext uri="{FF2B5EF4-FFF2-40B4-BE49-F238E27FC236}">
                <a16:creationId xmlns:a16="http://schemas.microsoft.com/office/drawing/2014/main" id="{5BA92924-BA89-854C-8409-64B301FD09C2}"/>
              </a:ext>
            </a:extLst>
          </p:cNvPr>
          <p:cNvSpPr>
            <a:spLocks noGrp="1"/>
          </p:cNvSpPr>
          <p:nvPr>
            <p:ph idx="12" hasCustomPrompt="1"/>
          </p:nvPr>
        </p:nvSpPr>
        <p:spPr>
          <a:xfrm>
            <a:off x="5121619" y="2093513"/>
            <a:ext cx="4333774" cy="439722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1">
                <a:solidFill>
                  <a:schemeClr val="bg2"/>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7" name="Sub-heading 2">
            <a:extLst>
              <a:ext uri="{FF2B5EF4-FFF2-40B4-BE49-F238E27FC236}">
                <a16:creationId xmlns:a16="http://schemas.microsoft.com/office/drawing/2014/main" id="{90BCFF40-F87E-ED46-9480-AC27B8F7C8FD}"/>
              </a:ext>
            </a:extLst>
          </p:cNvPr>
          <p:cNvSpPr>
            <a:spLocks noGrp="1"/>
          </p:cNvSpPr>
          <p:nvPr>
            <p:ph type="body" sz="quarter" idx="13" hasCustomPrompt="1"/>
          </p:nvPr>
        </p:nvSpPr>
        <p:spPr>
          <a:xfrm>
            <a:off x="5121619" y="1382146"/>
            <a:ext cx="4333774"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1"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24773FA7-6E41-CA4A-B944-CFB56DE6214C}"/>
              </a:ext>
            </a:extLst>
          </p:cNvPr>
          <p:cNvSpPr>
            <a:spLocks noGrp="1"/>
          </p:cNvSpPr>
          <p:nvPr>
            <p:ph type="body" sz="quarter" idx="14" hasCustomPrompt="1"/>
          </p:nvPr>
        </p:nvSpPr>
        <p:spPr>
          <a:xfrm>
            <a:off x="5121618" y="234093"/>
            <a:ext cx="4333775" cy="1071642"/>
          </a:xfrm>
        </p:spPr>
        <p:txBody>
          <a:bodyPr/>
          <a:lstStyle>
            <a:lvl1pPr marL="0" indent="0">
              <a:buFontTx/>
              <a:buNone/>
              <a:defRPr lang="en-GB" sz="2599" b="1" i="1" kern="1200" dirty="0" smtClean="0">
                <a:solidFill>
                  <a:schemeClr val="accent1"/>
                </a:solidFill>
                <a:latin typeface="Trebuchet MS" panose="020B0703020202090204" pitchFamily="34" charset="0"/>
                <a:ea typeface="+mj-ea"/>
                <a:cs typeface="+mj-cs"/>
              </a:defRPr>
            </a:lvl1pPr>
            <a:lvl2pPr marL="371338" indent="0">
              <a:buFontTx/>
              <a:buNone/>
              <a:defRPr/>
            </a:lvl2pPr>
            <a:lvl3pPr marL="742676" indent="0">
              <a:buFontTx/>
              <a:buNone/>
              <a:defRPr/>
            </a:lvl3pPr>
            <a:lvl4pPr marL="1114014" indent="0">
              <a:buFontTx/>
              <a:buNone/>
              <a:defRPr/>
            </a:lvl4pPr>
            <a:lvl5pPr marL="1485351"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EDE1645F-7F5E-DF4A-92A3-FB3C5E5CD282}"/>
              </a:ext>
            </a:extLst>
          </p:cNvPr>
          <p:cNvSpPr>
            <a:spLocks noGrp="1"/>
          </p:cNvSpPr>
          <p:nvPr>
            <p:ph idx="1" hasCustomPrompt="1"/>
          </p:nvPr>
        </p:nvSpPr>
        <p:spPr>
          <a:xfrm>
            <a:off x="421283" y="2098627"/>
            <a:ext cx="4359925" cy="439722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2"/>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D7D43BA8-224C-6246-ABDE-468543E9DE18}"/>
              </a:ext>
            </a:extLst>
          </p:cNvPr>
          <p:cNvSpPr>
            <a:spLocks noGrp="1"/>
          </p:cNvSpPr>
          <p:nvPr>
            <p:ph type="body" sz="quarter" idx="10" hasCustomPrompt="1"/>
          </p:nvPr>
        </p:nvSpPr>
        <p:spPr>
          <a:xfrm>
            <a:off x="421283" y="1379765"/>
            <a:ext cx="4359925"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8A004F2E-DDA4-A340-97A9-41B223F5D4A9}"/>
              </a:ext>
            </a:extLst>
          </p:cNvPr>
          <p:cNvSpPr>
            <a:spLocks noGrp="1"/>
          </p:cNvSpPr>
          <p:nvPr>
            <p:ph type="title" hasCustomPrompt="1"/>
          </p:nvPr>
        </p:nvSpPr>
        <p:spPr>
          <a:xfrm>
            <a:off x="421284" y="286559"/>
            <a:ext cx="435992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1233234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xColumns Layout Slide on Maroon Bg">
    <p:bg>
      <p:bgPr>
        <a:solidFill>
          <a:schemeClr val="accent1"/>
        </a:solidFill>
        <a:effectLst/>
      </p:bgPr>
    </p: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1A1C789A-0612-3644-A79B-9492F3528D52}"/>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15" name="Content Placeholder 3">
            <a:extLst>
              <a:ext uri="{FF2B5EF4-FFF2-40B4-BE49-F238E27FC236}">
                <a16:creationId xmlns:a16="http://schemas.microsoft.com/office/drawing/2014/main" id="{B63BC844-4DA9-DB4A-A3AA-E8A8209E0994}"/>
              </a:ext>
            </a:extLst>
          </p:cNvPr>
          <p:cNvSpPr>
            <a:spLocks noGrp="1"/>
          </p:cNvSpPr>
          <p:nvPr>
            <p:ph idx="12" hasCustomPrompt="1"/>
          </p:nvPr>
        </p:nvSpPr>
        <p:spPr>
          <a:xfrm>
            <a:off x="6531330" y="2093513"/>
            <a:ext cx="2924063" cy="441971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25" name="Sub-heading 3">
            <a:extLst>
              <a:ext uri="{FF2B5EF4-FFF2-40B4-BE49-F238E27FC236}">
                <a16:creationId xmlns:a16="http://schemas.microsoft.com/office/drawing/2014/main" id="{D8F5F88C-07A7-2147-A0EA-3CBC0139E676}"/>
              </a:ext>
            </a:extLst>
          </p:cNvPr>
          <p:cNvSpPr>
            <a:spLocks noGrp="1"/>
          </p:cNvSpPr>
          <p:nvPr>
            <p:ph type="body" sz="quarter" idx="13" hasCustomPrompt="1"/>
          </p:nvPr>
        </p:nvSpPr>
        <p:spPr>
          <a:xfrm>
            <a:off x="6531330"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6" name="Title 3">
            <a:extLst>
              <a:ext uri="{FF2B5EF4-FFF2-40B4-BE49-F238E27FC236}">
                <a16:creationId xmlns:a16="http://schemas.microsoft.com/office/drawing/2014/main" id="{29E07662-F181-D847-979F-68604D400655}"/>
              </a:ext>
            </a:extLst>
          </p:cNvPr>
          <p:cNvSpPr>
            <a:spLocks noGrp="1"/>
          </p:cNvSpPr>
          <p:nvPr>
            <p:ph type="body" sz="quarter" idx="14" hasCustomPrompt="1"/>
          </p:nvPr>
        </p:nvSpPr>
        <p:spPr>
          <a:xfrm>
            <a:off x="6531330" y="23057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27" name="Content Placeholder  2">
            <a:extLst>
              <a:ext uri="{FF2B5EF4-FFF2-40B4-BE49-F238E27FC236}">
                <a16:creationId xmlns:a16="http://schemas.microsoft.com/office/drawing/2014/main" id="{81BE3FB5-7628-A44F-8346-A0EAD26BDE0D}"/>
              </a:ext>
            </a:extLst>
          </p:cNvPr>
          <p:cNvSpPr>
            <a:spLocks noGrp="1"/>
          </p:cNvSpPr>
          <p:nvPr>
            <p:ph idx="15" hasCustomPrompt="1"/>
          </p:nvPr>
        </p:nvSpPr>
        <p:spPr>
          <a:xfrm>
            <a:off x="3476306" y="2093513"/>
            <a:ext cx="2924061" cy="441971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28" name="Sub-heading 2">
            <a:extLst>
              <a:ext uri="{FF2B5EF4-FFF2-40B4-BE49-F238E27FC236}">
                <a16:creationId xmlns:a16="http://schemas.microsoft.com/office/drawing/2014/main" id="{733D04FF-BCA2-1642-A192-144D8BEEF295}"/>
              </a:ext>
            </a:extLst>
          </p:cNvPr>
          <p:cNvSpPr>
            <a:spLocks noGrp="1"/>
          </p:cNvSpPr>
          <p:nvPr>
            <p:ph type="body" sz="quarter" idx="16" hasCustomPrompt="1"/>
          </p:nvPr>
        </p:nvSpPr>
        <p:spPr>
          <a:xfrm>
            <a:off x="3476306" y="1382146"/>
            <a:ext cx="2924061"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9" name="Title 2">
            <a:extLst>
              <a:ext uri="{FF2B5EF4-FFF2-40B4-BE49-F238E27FC236}">
                <a16:creationId xmlns:a16="http://schemas.microsoft.com/office/drawing/2014/main" id="{FC4B0CEE-DA4A-3244-81A8-3C23508A14A6}"/>
              </a:ext>
            </a:extLst>
          </p:cNvPr>
          <p:cNvSpPr>
            <a:spLocks noGrp="1"/>
          </p:cNvSpPr>
          <p:nvPr>
            <p:ph type="body" sz="quarter" idx="17" hasCustomPrompt="1"/>
          </p:nvPr>
        </p:nvSpPr>
        <p:spPr>
          <a:xfrm>
            <a:off x="3476304"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30" name="Content Placeholder 1">
            <a:extLst>
              <a:ext uri="{FF2B5EF4-FFF2-40B4-BE49-F238E27FC236}">
                <a16:creationId xmlns:a16="http://schemas.microsoft.com/office/drawing/2014/main" id="{86AEBDB5-8697-1944-A7CB-0C142AFA549A}"/>
              </a:ext>
            </a:extLst>
          </p:cNvPr>
          <p:cNvSpPr>
            <a:spLocks noGrp="1"/>
          </p:cNvSpPr>
          <p:nvPr>
            <p:ph idx="1" hasCustomPrompt="1"/>
          </p:nvPr>
        </p:nvSpPr>
        <p:spPr>
          <a:xfrm>
            <a:off x="421282" y="2093513"/>
            <a:ext cx="2924063" cy="441971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31" name="Sub-heading 1">
            <a:extLst>
              <a:ext uri="{FF2B5EF4-FFF2-40B4-BE49-F238E27FC236}">
                <a16:creationId xmlns:a16="http://schemas.microsoft.com/office/drawing/2014/main" id="{609BD0E6-9034-2C40-A3D4-10BA44739DF5}"/>
              </a:ext>
            </a:extLst>
          </p:cNvPr>
          <p:cNvSpPr>
            <a:spLocks noGrp="1"/>
          </p:cNvSpPr>
          <p:nvPr>
            <p:ph type="body" sz="quarter" idx="10" hasCustomPrompt="1"/>
          </p:nvPr>
        </p:nvSpPr>
        <p:spPr>
          <a:xfrm>
            <a:off x="421282"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2" name="Title 1">
            <a:extLst>
              <a:ext uri="{FF2B5EF4-FFF2-40B4-BE49-F238E27FC236}">
                <a16:creationId xmlns:a16="http://schemas.microsoft.com/office/drawing/2014/main" id="{BAE43938-8335-A749-BAE2-E305CF007394}"/>
              </a:ext>
            </a:extLst>
          </p:cNvPr>
          <p:cNvSpPr>
            <a:spLocks noGrp="1"/>
          </p:cNvSpPr>
          <p:nvPr>
            <p:ph type="body" sz="quarter" idx="18" hasCustomPrompt="1"/>
          </p:nvPr>
        </p:nvSpPr>
        <p:spPr>
          <a:xfrm>
            <a:off x="421282"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9692427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ection Divider Slide on Maroon Bg">
    <p:bg>
      <p:bgPr>
        <a:solidFill>
          <a:schemeClr val="accent1"/>
        </a:solidFill>
        <a:effectLst/>
      </p:bgPr>
    </p:bg>
    <p:spTree>
      <p:nvGrpSpPr>
        <p:cNvPr id="1" name=""/>
        <p:cNvGrpSpPr/>
        <p:nvPr/>
      </p:nvGrpSpPr>
      <p:grpSpPr>
        <a:xfrm>
          <a:off x="0" y="0"/>
          <a:ext cx="0" cy="0"/>
          <a:chOff x="0" y="0"/>
          <a:chExt cx="0" cy="0"/>
        </a:xfrm>
      </p:grpSpPr>
      <p:pic>
        <p:nvPicPr>
          <p:cNvPr id="17" name="Pattern Maroon Bottom">
            <a:extLst>
              <a:ext uri="{FF2B5EF4-FFF2-40B4-BE49-F238E27FC236}">
                <a16:creationId xmlns:a16="http://schemas.microsoft.com/office/drawing/2014/main" id="{5F8180FE-41B2-8F47-AF2E-24E5C9A6174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60310" y="4471003"/>
            <a:ext cx="3886792" cy="2148599"/>
          </a:xfrm>
          <a:prstGeom prst="rect">
            <a:avLst/>
          </a:prstGeom>
        </p:spPr>
      </p:pic>
      <p:pic>
        <p:nvPicPr>
          <p:cNvPr id="19" name="Pattern Maroon Top">
            <a:extLst>
              <a:ext uri="{FF2B5EF4-FFF2-40B4-BE49-F238E27FC236}">
                <a16:creationId xmlns:a16="http://schemas.microsoft.com/office/drawing/2014/main" id="{DA8894CA-8492-9F40-AA7E-A17D05BCB387}"/>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5515"/>
          <a:stretch/>
        </p:blipFill>
        <p:spPr>
          <a:xfrm rot="10800000">
            <a:off x="183521" y="1341306"/>
            <a:ext cx="3886792"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866" t="14321" r="48528" b="71220"/>
          <a:stretch/>
        </p:blipFill>
        <p:spPr>
          <a:xfrm rot="10800000">
            <a:off x="184582" y="-42185"/>
            <a:ext cx="3886792" cy="1376863"/>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373748" y="2101463"/>
            <a:ext cx="5081645" cy="4419258"/>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2"/>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373747" y="1376839"/>
            <a:ext cx="5081646"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19065" y="2943724"/>
            <a:ext cx="3617065"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316696667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heading + Content on Steel Grey Bg">
    <p:bg>
      <p:bgPr>
        <a:solidFill>
          <a:schemeClr val="tx1"/>
        </a:solidFill>
        <a:effectLst/>
      </p:bgPr>
    </p: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7"/>
            <a:ext cx="9034110" cy="4422095"/>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indent="0" algn="l" defTabSz="742676" rtl="0" eaLnBrk="1" latinLnBrk="0" hangingPunct="1">
              <a:lnSpc>
                <a:spcPct val="100000"/>
              </a:lnSpc>
              <a:spcBef>
                <a:spcPts val="812"/>
              </a:spcBef>
              <a:buClr>
                <a:schemeClr val="accent2"/>
              </a:buClr>
              <a:buFontTx/>
              <a:buNone/>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3213"/>
            <a:ext cx="6764790" cy="1052880"/>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44543649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Sub-heading + Content on Pattern Steel Grey Bg">
    <p:bg>
      <p:bgPr>
        <a:solidFill>
          <a:schemeClr val="tx1"/>
        </a:solidFill>
        <a:effectLst/>
      </p:bgPr>
    </p:bg>
    <p:spTree>
      <p:nvGrpSpPr>
        <p:cNvPr id="1" name=""/>
        <p:cNvGrpSpPr/>
        <p:nvPr/>
      </p:nvGrpSpPr>
      <p:grpSpPr>
        <a:xfrm>
          <a:off x="0" y="0"/>
          <a:ext cx="0" cy="0"/>
          <a:chOff x="0" y="0"/>
          <a:chExt cx="0" cy="0"/>
        </a:xfrm>
      </p:grpSpPr>
      <p:pic>
        <p:nvPicPr>
          <p:cNvPr id="15" name="Pattern">
            <a:extLst>
              <a:ext uri="{FF2B5EF4-FFF2-40B4-BE49-F238E27FC236}">
                <a16:creationId xmlns:a16="http://schemas.microsoft.com/office/drawing/2014/main" id="{C0EE66DB-533C-E64C-B3D1-64CA280079A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668"/>
          <a:stretch/>
        </p:blipFill>
        <p:spPr>
          <a:xfrm>
            <a:off x="1120" y="1342422"/>
            <a:ext cx="9901705" cy="5256000"/>
          </a:xfrm>
          <a:prstGeom prst="rect">
            <a:avLst/>
          </a:prstGeom>
        </p:spPr>
      </p:pic>
      <p:grpSp>
        <p:nvGrpSpPr>
          <p:cNvPr id="3" name="Bottom Corner Cover Ups">
            <a:extLst>
              <a:ext uri="{FF2B5EF4-FFF2-40B4-BE49-F238E27FC236}">
                <a16:creationId xmlns:a16="http://schemas.microsoft.com/office/drawing/2014/main" id="{5005E7C9-6600-A544-AFA5-371577BEB73F}"/>
              </a:ext>
            </a:extLst>
          </p:cNvPr>
          <p:cNvGrpSpPr/>
          <p:nvPr/>
        </p:nvGrpSpPr>
        <p:grpSpPr>
          <a:xfrm>
            <a:off x="0" y="5911729"/>
            <a:ext cx="9902847" cy="949000"/>
            <a:chOff x="0" y="5911729"/>
            <a:chExt cx="12192027" cy="949000"/>
          </a:xfrm>
        </p:grpSpPr>
        <p:pic>
          <p:nvPicPr>
            <p:cNvPr id="9" name="SU.Footer.Shape.White.Cover.R">
              <a:extLst>
                <a:ext uri="{FF2B5EF4-FFF2-40B4-BE49-F238E27FC236}">
                  <a16:creationId xmlns:a16="http://schemas.microsoft.com/office/drawing/2014/main" id="{1D0C4382-EBF0-994D-87EB-841AE6F0FD2B}"/>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0" name="SU.Footer.Shape.White.Cover.L">
              <a:extLst>
                <a:ext uri="{FF2B5EF4-FFF2-40B4-BE49-F238E27FC236}">
                  <a16:creationId xmlns:a16="http://schemas.microsoft.com/office/drawing/2014/main" id="{A9785C11-D389-7D4F-9474-E4C97B9273D0}"/>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7"/>
            <a:ext cx="9034110" cy="4414600"/>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indent="0" algn="l" defTabSz="742676" rtl="0" eaLnBrk="1" latinLnBrk="0" hangingPunct="1">
              <a:lnSpc>
                <a:spcPct val="100000"/>
              </a:lnSpc>
              <a:spcBef>
                <a:spcPts val="812"/>
              </a:spcBef>
              <a:buClr>
                <a:schemeClr val="accent2"/>
              </a:buClr>
              <a:buFontTx/>
              <a:buNone/>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20651557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Sub-heading + Content on Pattern Panel Steel Grey Bg">
    <p:bg>
      <p:bgPr>
        <a:solidFill>
          <a:schemeClr val="tx1"/>
        </a:solidFill>
        <a:effectLst/>
      </p:bgPr>
    </p:bg>
    <p:spTree>
      <p:nvGrpSpPr>
        <p:cNvPr id="1" name=""/>
        <p:cNvGrpSpPr/>
        <p:nvPr/>
      </p:nvGrpSpPr>
      <p:grpSpPr>
        <a:xfrm>
          <a:off x="0" y="0"/>
          <a:ext cx="0" cy="0"/>
          <a:chOff x="0" y="0"/>
          <a:chExt cx="0" cy="0"/>
        </a:xfrm>
      </p:grpSpPr>
      <p:pic>
        <p:nvPicPr>
          <p:cNvPr id="12" name="Pattern">
            <a:extLst>
              <a:ext uri="{FF2B5EF4-FFF2-40B4-BE49-F238E27FC236}">
                <a16:creationId xmlns:a16="http://schemas.microsoft.com/office/drawing/2014/main" id="{D5786CBE-E2DA-F242-8EF3-D86AFD77730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69167"/>
          <a:stretch/>
        </p:blipFill>
        <p:spPr>
          <a:xfrm>
            <a:off x="1121" y="1342422"/>
            <a:ext cx="3073547" cy="5256000"/>
          </a:xfrm>
          <a:prstGeom prst="rect">
            <a:avLst/>
          </a:prstGeom>
        </p:spPr>
      </p:pic>
      <p:grpSp>
        <p:nvGrpSpPr>
          <p:cNvPr id="15" name="Bottom Corner Cover Ups">
            <a:extLst>
              <a:ext uri="{FF2B5EF4-FFF2-40B4-BE49-F238E27FC236}">
                <a16:creationId xmlns:a16="http://schemas.microsoft.com/office/drawing/2014/main" id="{F6742E16-A430-8D49-8E48-2E7C539F8975}"/>
              </a:ext>
            </a:extLst>
          </p:cNvPr>
          <p:cNvGrpSpPr/>
          <p:nvPr/>
        </p:nvGrpSpPr>
        <p:grpSpPr>
          <a:xfrm>
            <a:off x="0" y="5911729"/>
            <a:ext cx="9902847" cy="949000"/>
            <a:chOff x="0" y="5911729"/>
            <a:chExt cx="12192027" cy="949000"/>
          </a:xfrm>
        </p:grpSpPr>
        <p:pic>
          <p:nvPicPr>
            <p:cNvPr id="16" name="SU.Footer.Shape.White.Cover.R">
              <a:extLst>
                <a:ext uri="{FF2B5EF4-FFF2-40B4-BE49-F238E27FC236}">
                  <a16:creationId xmlns:a16="http://schemas.microsoft.com/office/drawing/2014/main" id="{36D2AD46-C46A-354E-BEB5-538F821ABE2A}"/>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FCFD9C81-5F69-5644-80F4-B4957DB6B590}"/>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14" name="Content Placeholder ">
            <a:extLst>
              <a:ext uri="{FF2B5EF4-FFF2-40B4-BE49-F238E27FC236}">
                <a16:creationId xmlns:a16="http://schemas.microsoft.com/office/drawing/2014/main" id="{D0E9C235-E1AC-4547-A3F0-A9434CA86FFA}"/>
              </a:ext>
            </a:extLst>
          </p:cNvPr>
          <p:cNvSpPr>
            <a:spLocks noGrp="1"/>
          </p:cNvSpPr>
          <p:nvPr>
            <p:ph idx="12" hasCustomPrompt="1"/>
          </p:nvPr>
        </p:nvSpPr>
        <p:spPr>
          <a:xfrm>
            <a:off x="3284181" y="1439056"/>
            <a:ext cx="6347115" cy="5074170"/>
          </a:xfrm>
        </p:spPr>
        <p:txBody>
          <a:bodyPr>
            <a:normAutofit lnSpcReduction="10000"/>
          </a:bodyPr>
          <a:lstStyle>
            <a:lvl1pPr>
              <a:defRPr>
                <a:solidFill>
                  <a:schemeClr val="bg1"/>
                </a:solidFill>
              </a:defRPr>
            </a:lvl1pPr>
          </a:lstStyle>
          <a:p>
            <a:r>
              <a:rPr lang="en-GB" dirty="0"/>
              <a:t>Content placeholder</a:t>
            </a:r>
          </a:p>
        </p:txBody>
      </p:sp>
      <p:sp>
        <p:nvSpPr>
          <p:cNvPr id="13" name="Sub-heading">
            <a:extLst>
              <a:ext uri="{FF2B5EF4-FFF2-40B4-BE49-F238E27FC236}">
                <a16:creationId xmlns:a16="http://schemas.microsoft.com/office/drawing/2014/main" id="{4F600B9D-C6D1-B541-84C3-79F974E4691D}"/>
              </a:ext>
            </a:extLst>
          </p:cNvPr>
          <p:cNvSpPr>
            <a:spLocks noGrp="1"/>
          </p:cNvSpPr>
          <p:nvPr>
            <p:ph type="body" sz="quarter" idx="10" hasCustomPrompt="1"/>
          </p:nvPr>
        </p:nvSpPr>
        <p:spPr>
          <a:xfrm>
            <a:off x="421283" y="1437745"/>
            <a:ext cx="2653384" cy="5075482"/>
          </a:xfrm>
        </p:spPr>
        <p:txBody>
          <a:bodyPr anchor="t">
            <a:normAutofit/>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lang="en-GB" sz="2274" b="0" i="0" kern="120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48994885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ual Layout Slide on Steel Grey Bg">
    <p:bg>
      <p:bgPr>
        <a:solidFill>
          <a:schemeClr val="tx1"/>
        </a:solidFill>
        <a:effectLst/>
      </p:bgPr>
    </p:bg>
    <p:spTree>
      <p:nvGrpSpPr>
        <p:cNvPr id="1" name=""/>
        <p:cNvGrpSpPr/>
        <p:nvPr/>
      </p:nvGrpSpPr>
      <p:grpSpPr>
        <a:xfrm>
          <a:off x="0" y="0"/>
          <a:ext cx="0" cy="0"/>
          <a:chOff x="0" y="0"/>
          <a:chExt cx="0" cy="0"/>
        </a:xfrm>
      </p:grpSpPr>
      <p:sp>
        <p:nvSpPr>
          <p:cNvPr id="9" name="White Rectangle">
            <a:extLst>
              <a:ext uri="{FF2B5EF4-FFF2-40B4-BE49-F238E27FC236}">
                <a16:creationId xmlns:a16="http://schemas.microsoft.com/office/drawing/2014/main" id="{E092BD89-6351-F14F-99A1-F9ED46FD8A3D}"/>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11" name="Content Placeholder  2">
            <a:extLst>
              <a:ext uri="{FF2B5EF4-FFF2-40B4-BE49-F238E27FC236}">
                <a16:creationId xmlns:a16="http://schemas.microsoft.com/office/drawing/2014/main" id="{2B59F022-8EBD-944D-810D-855A24D6A260}"/>
              </a:ext>
            </a:extLst>
          </p:cNvPr>
          <p:cNvSpPr>
            <a:spLocks noGrp="1"/>
          </p:cNvSpPr>
          <p:nvPr>
            <p:ph idx="12" hasCustomPrompt="1"/>
          </p:nvPr>
        </p:nvSpPr>
        <p:spPr>
          <a:xfrm>
            <a:off x="5121619" y="2093512"/>
            <a:ext cx="4333774" cy="4414600"/>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1">
                <a:solidFill>
                  <a:schemeClr val="bg2"/>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2">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5121619" y="1382146"/>
            <a:ext cx="4333774"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1"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EB87052C-3318-B443-ACEB-EB3464C7D937}"/>
              </a:ext>
            </a:extLst>
          </p:cNvPr>
          <p:cNvSpPr>
            <a:spLocks noGrp="1"/>
          </p:cNvSpPr>
          <p:nvPr>
            <p:ph type="body" sz="quarter" idx="14" hasCustomPrompt="1"/>
          </p:nvPr>
        </p:nvSpPr>
        <p:spPr>
          <a:xfrm>
            <a:off x="5121618" y="234094"/>
            <a:ext cx="4333775" cy="1071641"/>
          </a:xfrm>
        </p:spPr>
        <p:txBody>
          <a:bodyPr/>
          <a:lstStyle>
            <a:lvl1pPr marL="0" indent="0">
              <a:buFontTx/>
              <a:buNone/>
              <a:defRPr lang="en-GB" sz="2599" b="1" i="1" kern="1200" dirty="0" smtClean="0">
                <a:solidFill>
                  <a:schemeClr val="accent1"/>
                </a:solidFill>
                <a:latin typeface="Trebuchet MS" panose="020B0703020202090204" pitchFamily="34" charset="0"/>
                <a:ea typeface="+mj-ea"/>
                <a:cs typeface="+mj-cs"/>
              </a:defRPr>
            </a:lvl1pPr>
            <a:lvl2pPr marL="371338" indent="0">
              <a:buFontTx/>
              <a:buNone/>
              <a:defRPr/>
            </a:lvl2pPr>
            <a:lvl3pPr marL="742676" indent="0">
              <a:buFontTx/>
              <a:buNone/>
              <a:defRPr/>
            </a:lvl3pPr>
            <a:lvl4pPr marL="1114014" indent="0">
              <a:buFontTx/>
              <a:buNone/>
              <a:defRPr/>
            </a:lvl4pPr>
            <a:lvl5pPr marL="1485351" indent="0">
              <a:buFontTx/>
              <a:buNone/>
              <a:defRPr/>
            </a:lvl5pPr>
          </a:lstStyle>
          <a:p>
            <a:pPr lvl="0"/>
            <a:r>
              <a:rPr lang="en-GB" dirty="0"/>
              <a:t>CLICK TO EDIT TITLE</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421283" y="2098626"/>
            <a:ext cx="4359925" cy="4414600"/>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2"/>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21283" y="1379765"/>
            <a:ext cx="4359925"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1">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4" y="286559"/>
            <a:ext cx="435992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12281705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3xColumns Layout Slide on Steel Grey Bg">
    <p:bg>
      <p:bgPr>
        <a:solidFill>
          <a:schemeClr val="tx1"/>
        </a:solidFill>
        <a:effectLst/>
      </p:bgPr>
    </p: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F91E8B35-3A4B-C141-A1D0-4589A2506ABF}"/>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33" name="Content Placeholder 3">
            <a:extLst>
              <a:ext uri="{FF2B5EF4-FFF2-40B4-BE49-F238E27FC236}">
                <a16:creationId xmlns:a16="http://schemas.microsoft.com/office/drawing/2014/main" id="{BBB9A18E-F7B6-1241-9C63-76045CF56253}"/>
              </a:ext>
            </a:extLst>
          </p:cNvPr>
          <p:cNvSpPr>
            <a:spLocks noGrp="1"/>
          </p:cNvSpPr>
          <p:nvPr>
            <p:ph idx="12" hasCustomPrompt="1"/>
          </p:nvPr>
        </p:nvSpPr>
        <p:spPr>
          <a:xfrm>
            <a:off x="6531330" y="2093513"/>
            <a:ext cx="2924063" cy="441221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34" name="Sub-heading 3">
            <a:extLst>
              <a:ext uri="{FF2B5EF4-FFF2-40B4-BE49-F238E27FC236}">
                <a16:creationId xmlns:a16="http://schemas.microsoft.com/office/drawing/2014/main" id="{73E54803-8D9E-3F45-B6AB-224557321092}"/>
              </a:ext>
            </a:extLst>
          </p:cNvPr>
          <p:cNvSpPr>
            <a:spLocks noGrp="1"/>
          </p:cNvSpPr>
          <p:nvPr>
            <p:ph type="body" sz="quarter" idx="13" hasCustomPrompt="1"/>
          </p:nvPr>
        </p:nvSpPr>
        <p:spPr>
          <a:xfrm>
            <a:off x="6531330"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5" name="Title 3">
            <a:extLst>
              <a:ext uri="{FF2B5EF4-FFF2-40B4-BE49-F238E27FC236}">
                <a16:creationId xmlns:a16="http://schemas.microsoft.com/office/drawing/2014/main" id="{16F8BEA3-5345-1748-AA80-5B585F793FE9}"/>
              </a:ext>
            </a:extLst>
          </p:cNvPr>
          <p:cNvSpPr>
            <a:spLocks noGrp="1"/>
          </p:cNvSpPr>
          <p:nvPr>
            <p:ph type="body" sz="quarter" idx="14" hasCustomPrompt="1"/>
          </p:nvPr>
        </p:nvSpPr>
        <p:spPr>
          <a:xfrm>
            <a:off x="6531330" y="229952"/>
            <a:ext cx="2924063" cy="1053551"/>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36" name="Content Placeholder  2">
            <a:extLst>
              <a:ext uri="{FF2B5EF4-FFF2-40B4-BE49-F238E27FC236}">
                <a16:creationId xmlns:a16="http://schemas.microsoft.com/office/drawing/2014/main" id="{88B2884D-0365-B541-8F3C-C51C6A73AE24}"/>
              </a:ext>
            </a:extLst>
          </p:cNvPr>
          <p:cNvSpPr>
            <a:spLocks noGrp="1"/>
          </p:cNvSpPr>
          <p:nvPr>
            <p:ph idx="15" hasCustomPrompt="1"/>
          </p:nvPr>
        </p:nvSpPr>
        <p:spPr>
          <a:xfrm>
            <a:off x="3476306" y="2093513"/>
            <a:ext cx="2924061" cy="441221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37" name="Sub-heading 2">
            <a:extLst>
              <a:ext uri="{FF2B5EF4-FFF2-40B4-BE49-F238E27FC236}">
                <a16:creationId xmlns:a16="http://schemas.microsoft.com/office/drawing/2014/main" id="{6D580DE4-7F66-D04D-B514-60DB430392E6}"/>
              </a:ext>
            </a:extLst>
          </p:cNvPr>
          <p:cNvSpPr>
            <a:spLocks noGrp="1"/>
          </p:cNvSpPr>
          <p:nvPr>
            <p:ph type="body" sz="quarter" idx="16" hasCustomPrompt="1"/>
          </p:nvPr>
        </p:nvSpPr>
        <p:spPr>
          <a:xfrm>
            <a:off x="3476306" y="1382146"/>
            <a:ext cx="2924061"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8" name="Title 2">
            <a:extLst>
              <a:ext uri="{FF2B5EF4-FFF2-40B4-BE49-F238E27FC236}">
                <a16:creationId xmlns:a16="http://schemas.microsoft.com/office/drawing/2014/main" id="{A6F7933B-A88D-C34B-BD54-79381E7FAA12}"/>
              </a:ext>
            </a:extLst>
          </p:cNvPr>
          <p:cNvSpPr>
            <a:spLocks noGrp="1"/>
          </p:cNvSpPr>
          <p:nvPr>
            <p:ph type="body" sz="quarter" idx="17" hasCustomPrompt="1"/>
          </p:nvPr>
        </p:nvSpPr>
        <p:spPr>
          <a:xfrm>
            <a:off x="3476304"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39" name="Content Placeholder 1">
            <a:extLst>
              <a:ext uri="{FF2B5EF4-FFF2-40B4-BE49-F238E27FC236}">
                <a16:creationId xmlns:a16="http://schemas.microsoft.com/office/drawing/2014/main" id="{2A0A52AC-CBA4-EA46-BD1B-323F4DB40054}"/>
              </a:ext>
            </a:extLst>
          </p:cNvPr>
          <p:cNvSpPr>
            <a:spLocks noGrp="1"/>
          </p:cNvSpPr>
          <p:nvPr>
            <p:ph idx="1" hasCustomPrompt="1"/>
          </p:nvPr>
        </p:nvSpPr>
        <p:spPr>
          <a:xfrm>
            <a:off x="421282" y="2093513"/>
            <a:ext cx="2924063" cy="441221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40" name="Sub-heading 1">
            <a:extLst>
              <a:ext uri="{FF2B5EF4-FFF2-40B4-BE49-F238E27FC236}">
                <a16:creationId xmlns:a16="http://schemas.microsoft.com/office/drawing/2014/main" id="{CA2CC1C2-E7EE-0648-820D-BC18F6B33876}"/>
              </a:ext>
            </a:extLst>
          </p:cNvPr>
          <p:cNvSpPr>
            <a:spLocks noGrp="1"/>
          </p:cNvSpPr>
          <p:nvPr>
            <p:ph type="body" sz="quarter" idx="10" hasCustomPrompt="1"/>
          </p:nvPr>
        </p:nvSpPr>
        <p:spPr>
          <a:xfrm>
            <a:off x="421282"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1" name="Title 1">
            <a:extLst>
              <a:ext uri="{FF2B5EF4-FFF2-40B4-BE49-F238E27FC236}">
                <a16:creationId xmlns:a16="http://schemas.microsoft.com/office/drawing/2014/main" id="{60F85EF3-BC19-7441-B388-C54874512683}"/>
              </a:ext>
            </a:extLst>
          </p:cNvPr>
          <p:cNvSpPr>
            <a:spLocks noGrp="1"/>
          </p:cNvSpPr>
          <p:nvPr>
            <p:ph type="body" sz="quarter" idx="18" hasCustomPrompt="1"/>
          </p:nvPr>
        </p:nvSpPr>
        <p:spPr>
          <a:xfrm>
            <a:off x="421282"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40869229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ection Divider Slide on Steel Grey Bg">
    <p:bg>
      <p:bgPr>
        <a:solidFill>
          <a:schemeClr val="tx1"/>
        </a:solidFill>
        <a:effectLst/>
      </p:bgPr>
    </p:bg>
    <p:spTree>
      <p:nvGrpSpPr>
        <p:cNvPr id="1" name=""/>
        <p:cNvGrpSpPr/>
        <p:nvPr/>
      </p:nvGrpSpPr>
      <p:grpSpPr>
        <a:xfrm>
          <a:off x="0" y="0"/>
          <a:ext cx="0" cy="0"/>
          <a:chOff x="0" y="0"/>
          <a:chExt cx="0" cy="0"/>
        </a:xfrm>
      </p:grpSpPr>
      <p:pic>
        <p:nvPicPr>
          <p:cNvPr id="17" name="Pattern Grey Bottom">
            <a:extLst>
              <a:ext uri="{FF2B5EF4-FFF2-40B4-BE49-F238E27FC236}">
                <a16:creationId xmlns:a16="http://schemas.microsoft.com/office/drawing/2014/main" id="{5F8180FE-41B2-8F47-AF2E-24E5C9A6174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60310" y="4471003"/>
            <a:ext cx="3886792" cy="2148599"/>
          </a:xfrm>
          <a:prstGeom prst="rect">
            <a:avLst/>
          </a:prstGeom>
        </p:spPr>
      </p:pic>
      <p:pic>
        <p:nvPicPr>
          <p:cNvPr id="19" name="Pattern Grey Top">
            <a:extLst>
              <a:ext uri="{FF2B5EF4-FFF2-40B4-BE49-F238E27FC236}">
                <a16:creationId xmlns:a16="http://schemas.microsoft.com/office/drawing/2014/main" id="{DA8894CA-8492-9F40-AA7E-A17D05BCB387}"/>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5515"/>
          <a:stretch/>
        </p:blipFill>
        <p:spPr>
          <a:xfrm rot="10800000">
            <a:off x="183521" y="1334681"/>
            <a:ext cx="3886792"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866" t="14321" r="48528" b="71220"/>
          <a:stretch/>
        </p:blipFill>
        <p:spPr>
          <a:xfrm rot="10800000">
            <a:off x="184582" y="-42183"/>
            <a:ext cx="3886792" cy="1376862"/>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373748" y="2096646"/>
            <a:ext cx="5081645" cy="4416581"/>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373747" y="1381174"/>
            <a:ext cx="5081646"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19065" y="2943724"/>
            <a:ext cx="3617065"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36219866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solidFill>
                <a:srgbClr val="000000"/>
              </a:solidFill>
              <a:latin typeface="Arial" charset="0"/>
            </a:endParaRPr>
          </a:p>
        </p:txBody>
      </p:sp>
      <p:sp>
        <p:nvSpPr>
          <p:cNvPr id="8" name="Footer Placeholder 7"/>
          <p:cNvSpPr>
            <a:spLocks noGrp="1"/>
          </p:cNvSpPr>
          <p:nvPr>
            <p:ph type="ftr" sz="quarter" idx="11"/>
          </p:nvPr>
        </p:nvSpPr>
        <p:spPr/>
        <p:txBody>
          <a:bodyPr/>
          <a:lstStyle/>
          <a:p>
            <a:pPr algn="ctr">
              <a:defRPr/>
            </a:pPr>
            <a:endParaRPr lang="en-US">
              <a:solidFill>
                <a:srgbClr val="000000"/>
              </a:solidFill>
              <a:latin typeface="Arial" charset="0"/>
            </a:endParaRPr>
          </a:p>
        </p:txBody>
      </p:sp>
      <p:sp>
        <p:nvSpPr>
          <p:cNvPr id="9" name="Slide Number Placeholder 8"/>
          <p:cNvSpPr>
            <a:spLocks noGrp="1"/>
          </p:cNvSpPr>
          <p:nvPr>
            <p:ph type="sldNum" sz="quarter" idx="12"/>
          </p:nvPr>
        </p:nvSpPr>
        <p:spPr/>
        <p:txBody>
          <a:bodyPr/>
          <a:lstStyle/>
          <a:p>
            <a:pPr>
              <a:defRPr/>
            </a:pPr>
            <a:fld id="{5D766D98-2CAF-46DD-ABD8-894F8298A357}" type="slidenum">
              <a:rPr lang="en-US" smtClean="0">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3638339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22242" y="1300787"/>
            <a:ext cx="7058342"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422242" y="3886202"/>
            <a:ext cx="705834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0E92FC79-2E6C-4C8B-B2F2-C6CB485ADFBB}" type="slidenum">
              <a:rPr lang="en-GB" smtClean="0"/>
              <a:pPr>
                <a:defRPr/>
              </a:pPr>
              <a:t>‹#›</a:t>
            </a:fld>
            <a:endParaRPr lang="en-GB"/>
          </a:p>
        </p:txBody>
      </p:sp>
    </p:spTree>
    <p:extLst>
      <p:ext uri="{BB962C8B-B14F-4D97-AF65-F5344CB8AC3E}">
        <p14:creationId xmlns:p14="http://schemas.microsoft.com/office/powerpoint/2010/main" val="106326064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1_Title, Sub-heading + Content on White Bg">
    <p:spTree>
      <p:nvGrpSpPr>
        <p:cNvPr id="1" name=""/>
        <p:cNvGrpSpPr/>
        <p:nvPr/>
      </p:nvGrpSpPr>
      <p:grpSpPr>
        <a:xfrm>
          <a:off x="0" y="0"/>
          <a:ext cx="0" cy="0"/>
          <a:chOff x="0" y="0"/>
          <a:chExt cx="0" cy="0"/>
        </a:xfrm>
      </p:grpSpPr>
      <p:cxnSp>
        <p:nvCxnSpPr>
          <p:cNvPr id="6" name="Gold H Line">
            <a:extLst>
              <a:ext uri="{FF2B5EF4-FFF2-40B4-BE49-F238E27FC236}">
                <a16:creationId xmlns:a16="http://schemas.microsoft.com/office/drawing/2014/main" id="{14D6B201-F64D-A747-B121-C05B2A976FDB}"/>
              </a:ext>
            </a:extLst>
          </p:cNvPr>
          <p:cNvCxnSpPr/>
          <p:nvPr/>
        </p:nvCxnSpPr>
        <p:spPr>
          <a:xfrm>
            <a:off x="0" y="1341438"/>
            <a:ext cx="9902825"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21283" y="2098627"/>
            <a:ext cx="9034110" cy="4414600"/>
          </a:xfrm>
        </p:spPr>
        <p:txBody>
          <a:bodyPr>
            <a:normAutofit lnSpcReduction="10000"/>
          </a:body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21283" y="1384085"/>
            <a:ext cx="9034110"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757906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4.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33" Type="http://schemas.openxmlformats.org/officeDocument/2006/relationships/image" Target="../media/image4.svg"/><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theme" Target="../theme/theme2.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32" Type="http://schemas.openxmlformats.org/officeDocument/2006/relationships/image" Target="../media/image3.png"/><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slideLayout" Target="../slideLayouts/slideLayout54.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31" Type="http://schemas.openxmlformats.org/officeDocument/2006/relationships/image" Target="../media/image2.svg"/><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slideLayout" Target="../slideLayouts/slideLayout53.xml"/><Relationship Id="rId30" Type="http://schemas.openxmlformats.org/officeDocument/2006/relationships/image" Target="../media/image1.png"/><Relationship Id="rId8"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White.Banner.Top">
            <a:extLst>
              <a:ext uri="{FF2B5EF4-FFF2-40B4-BE49-F238E27FC236}">
                <a16:creationId xmlns:a16="http://schemas.microsoft.com/office/drawing/2014/main" id="{D70D17EB-87E2-EC45-B0B0-B16E5C2558F6}"/>
              </a:ext>
            </a:extLst>
          </p:cNvPr>
          <p:cNvSpPr/>
          <p:nvPr/>
        </p:nvSpPr>
        <p:spPr>
          <a:xfrm>
            <a:off x="0" y="0"/>
            <a:ext cx="9902825" cy="1341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pic>
        <p:nvPicPr>
          <p:cNvPr id="16" name="SU.Footer.Shape.White">
            <a:extLst>
              <a:ext uri="{FF2B5EF4-FFF2-40B4-BE49-F238E27FC236}">
                <a16:creationId xmlns:a16="http://schemas.microsoft.com/office/drawing/2014/main" id="{C2021710-E914-7244-8A47-3745EFB08A9D}"/>
              </a:ext>
            </a:extLst>
          </p:cNvPr>
          <p:cNvPicPr>
            <a:picLocks noChangeAspect="1"/>
          </p:cNvPicPr>
          <p:nvPr/>
        </p:nvPicPr>
        <p:blipFill rotWithShape="1">
          <a:blip r:embed="rId28" cstate="screen">
            <a:extLst>
              <a:ext uri="{28A0092B-C50C-407E-A947-70E740481C1C}">
                <a14:useLocalDpi xmlns:a14="http://schemas.microsoft.com/office/drawing/2010/main"/>
              </a:ext>
              <a:ext uri="{96DAC541-7B7A-43D3-8B79-37D633B846F1}">
                <asvg:svgBlip xmlns:asvg="http://schemas.microsoft.com/office/drawing/2016/SVG/main" r:embed="rId29"/>
              </a:ext>
            </a:extLst>
          </a:blip>
          <a:srcRect b="18185"/>
          <a:stretch/>
        </p:blipFill>
        <p:spPr>
          <a:xfrm>
            <a:off x="0" y="5909002"/>
            <a:ext cx="9902825" cy="948999"/>
          </a:xfrm>
          <a:prstGeom prst="rect">
            <a:avLst/>
          </a:prstGeom>
        </p:spPr>
      </p:pic>
      <p:sp>
        <p:nvSpPr>
          <p:cNvPr id="9" name="Footer">
            <a:extLst>
              <a:ext uri="{FF2B5EF4-FFF2-40B4-BE49-F238E27FC236}">
                <a16:creationId xmlns:a16="http://schemas.microsoft.com/office/drawing/2014/main" id="{5DE18A1C-E612-604E-AA9F-9A73E465BA68}"/>
              </a:ext>
            </a:extLst>
          </p:cNvPr>
          <p:cNvSpPr txBox="1">
            <a:spLocks/>
          </p:cNvSpPr>
          <p:nvPr/>
        </p:nvSpPr>
        <p:spPr>
          <a:xfrm>
            <a:off x="419065" y="6597651"/>
            <a:ext cx="9036328" cy="266492"/>
          </a:xfrm>
          <a:prstGeom prst="rect">
            <a:avLst/>
          </a:prstGeom>
        </p:spPr>
        <p:txBody>
          <a:bodyPr anchor="t">
            <a:noAutofit/>
          </a:bodyPr>
          <a:lstStyle>
            <a:lvl1pPr marL="0" indent="0" algn="l" defTabSz="914400" rtl="0" eaLnBrk="1" latinLnBrk="0" hangingPunct="1">
              <a:lnSpc>
                <a:spcPct val="100000"/>
              </a:lnSpc>
              <a:spcBef>
                <a:spcPts val="1000"/>
              </a:spcBef>
              <a:buClr>
                <a:schemeClr val="accent2"/>
              </a:buClr>
              <a:buFontTx/>
              <a:buNone/>
              <a:defRPr lang="en-GB" sz="1000" b="1" i="0" kern="1200" dirty="0">
                <a:solidFill>
                  <a:schemeClr val="accent1"/>
                </a:solidFill>
                <a:latin typeface="Trebuchet MS" panose="020B0703020202090204" pitchFamily="34" charset="0"/>
                <a:ea typeface="+mn-ea"/>
                <a:cs typeface="Calibri Light" panose="020F0302020204030204" pitchFamily="34" charset="0"/>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GB" sz="812" b="0" i="0" dirty="0">
                <a:solidFill>
                  <a:schemeClr val="accent3"/>
                </a:solidFill>
                <a:latin typeface="Trebuchet MS" panose="020B0703020202090204" pitchFamily="34" charset="0"/>
              </a:rPr>
              <a:t>Economic and Management Sciences | </a:t>
            </a:r>
            <a:r>
              <a:rPr lang="en-GB" sz="812" b="0" i="0" dirty="0" err="1">
                <a:solidFill>
                  <a:schemeClr val="accent3"/>
                </a:solidFill>
                <a:latin typeface="Trebuchet MS" panose="020B0703020202090204" pitchFamily="34" charset="0"/>
              </a:rPr>
              <a:t>EyeNzululwazi</a:t>
            </a:r>
            <a:r>
              <a:rPr lang="en-GB" sz="812" b="0" i="0" dirty="0">
                <a:solidFill>
                  <a:schemeClr val="accent3"/>
                </a:solidFill>
                <a:latin typeface="Trebuchet MS" panose="020B0703020202090204" pitchFamily="34" charset="0"/>
              </a:rPr>
              <a:t> </a:t>
            </a:r>
            <a:r>
              <a:rPr lang="en-GB" sz="812" b="0" i="0" dirty="0" err="1">
                <a:solidFill>
                  <a:schemeClr val="accent3"/>
                </a:solidFill>
                <a:latin typeface="Trebuchet MS" panose="020B0703020202090204" pitchFamily="34" charset="0"/>
              </a:rPr>
              <a:t>ngoQoqosho</a:t>
            </a:r>
            <a:r>
              <a:rPr lang="en-GB" sz="812" b="0" i="0" dirty="0">
                <a:solidFill>
                  <a:schemeClr val="accent3"/>
                </a:solidFill>
                <a:latin typeface="Trebuchet MS" panose="020B0703020202090204" pitchFamily="34" charset="0"/>
              </a:rPr>
              <a:t> </a:t>
            </a:r>
            <a:r>
              <a:rPr lang="en-GB" sz="812" b="0" i="0" dirty="0" err="1">
                <a:solidFill>
                  <a:schemeClr val="accent3"/>
                </a:solidFill>
                <a:latin typeface="Trebuchet MS" panose="020B0703020202090204" pitchFamily="34" charset="0"/>
              </a:rPr>
              <a:t>noLawulo</a:t>
            </a:r>
            <a:r>
              <a:rPr lang="en-GB" sz="812" b="0" i="0" dirty="0">
                <a:solidFill>
                  <a:schemeClr val="accent3"/>
                </a:solidFill>
                <a:latin typeface="Trebuchet MS" panose="020B0703020202090204" pitchFamily="34" charset="0"/>
              </a:rPr>
              <a:t> | </a:t>
            </a:r>
            <a:r>
              <a:rPr lang="en-GB" sz="812" b="0" i="0" dirty="0" err="1">
                <a:solidFill>
                  <a:schemeClr val="accent3"/>
                </a:solidFill>
                <a:latin typeface="Trebuchet MS" panose="020B0703020202090204" pitchFamily="34" charset="0"/>
              </a:rPr>
              <a:t>Ekonomiese</a:t>
            </a:r>
            <a:r>
              <a:rPr lang="en-GB" sz="812" b="0" i="0" dirty="0">
                <a:solidFill>
                  <a:schemeClr val="accent3"/>
                </a:solidFill>
                <a:latin typeface="Trebuchet MS" panose="020B0703020202090204" pitchFamily="34" charset="0"/>
              </a:rPr>
              <a:t> </a:t>
            </a:r>
            <a:r>
              <a:rPr lang="en-GB" sz="812" b="0" i="0" dirty="0" err="1">
                <a:solidFill>
                  <a:schemeClr val="accent3"/>
                </a:solidFill>
                <a:latin typeface="Trebuchet MS" panose="020B0703020202090204" pitchFamily="34" charset="0"/>
              </a:rPr>
              <a:t>en</a:t>
            </a:r>
            <a:r>
              <a:rPr lang="en-GB" sz="812" b="0" i="0" dirty="0">
                <a:solidFill>
                  <a:schemeClr val="accent3"/>
                </a:solidFill>
                <a:latin typeface="Trebuchet MS" panose="020B0703020202090204" pitchFamily="34" charset="0"/>
              </a:rPr>
              <a:t> </a:t>
            </a:r>
            <a:r>
              <a:rPr lang="en-GB" sz="812" b="0" i="0" dirty="0" err="1">
                <a:solidFill>
                  <a:schemeClr val="accent3"/>
                </a:solidFill>
                <a:latin typeface="Trebuchet MS" panose="020B0703020202090204" pitchFamily="34" charset="0"/>
              </a:rPr>
              <a:t>Bestuurswetenskappe</a:t>
            </a:r>
            <a:endParaRPr lang="en-GB" sz="812" b="0" i="0" dirty="0">
              <a:solidFill>
                <a:schemeClr val="accent3"/>
              </a:solidFill>
              <a:latin typeface="Trebuchet MS" panose="020B0703020202090204" pitchFamily="34" charset="0"/>
            </a:endParaRPr>
          </a:p>
        </p:txBody>
      </p:sp>
      <p:sp>
        <p:nvSpPr>
          <p:cNvPr id="15" name="SU.Shape" hidden="1">
            <a:extLst>
              <a:ext uri="{FF2B5EF4-FFF2-40B4-BE49-F238E27FC236}">
                <a16:creationId xmlns:a16="http://schemas.microsoft.com/office/drawing/2014/main" id="{050DDAF9-8F3A-0B48-82E1-6040CBB5F5D1}"/>
              </a:ext>
            </a:extLst>
          </p:cNvPr>
          <p:cNvSpPr/>
          <p:nvPr/>
        </p:nvSpPr>
        <p:spPr>
          <a:xfrm>
            <a:off x="0" y="1339540"/>
            <a:ext cx="9902825" cy="5259988"/>
          </a:xfrm>
          <a:custGeom>
            <a:avLst/>
            <a:gdLst>
              <a:gd name="connsiteX0" fmla="*/ 76801 w 3455263"/>
              <a:gd name="connsiteY0" fmla="*/ 1812227 h 1812226"/>
              <a:gd name="connsiteX1" fmla="*/ 0 w 3455263"/>
              <a:gd name="connsiteY1" fmla="*/ 1735169 h 1812226"/>
              <a:gd name="connsiteX2" fmla="*/ 0 w 3455263"/>
              <a:gd name="connsiteY2" fmla="*/ 0 h 1812226"/>
              <a:gd name="connsiteX3" fmla="*/ 3455263 w 3455263"/>
              <a:gd name="connsiteY3" fmla="*/ 0 h 1812226"/>
              <a:gd name="connsiteX4" fmla="*/ 3455263 w 3455263"/>
              <a:gd name="connsiteY4" fmla="*/ 1581150 h 1812226"/>
              <a:gd name="connsiteX5" fmla="*/ 3224766 w 3455263"/>
              <a:gd name="connsiteY5" fmla="*/ 1811750 h 1812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5263" h="1812226">
                <a:moveTo>
                  <a:pt x="76801" y="1812227"/>
                </a:moveTo>
                <a:cubicBezTo>
                  <a:pt x="76801" y="1812227"/>
                  <a:pt x="0" y="1812227"/>
                  <a:pt x="0" y="1735169"/>
                </a:cubicBezTo>
                <a:lnTo>
                  <a:pt x="0" y="0"/>
                </a:lnTo>
                <a:lnTo>
                  <a:pt x="3455263" y="0"/>
                </a:lnTo>
                <a:lnTo>
                  <a:pt x="3455263" y="1581150"/>
                </a:lnTo>
                <a:cubicBezTo>
                  <a:pt x="3455263" y="1581150"/>
                  <a:pt x="3455263" y="1811750"/>
                  <a:pt x="3224766" y="1811750"/>
                </a:cubicBezTo>
                <a:close/>
              </a:path>
            </a:pathLst>
          </a:custGeom>
          <a:noFill/>
          <a:ln w="12700" cap="flat">
            <a:noFill/>
            <a:prstDash val="solid"/>
            <a:miter/>
          </a:ln>
        </p:spPr>
        <p:txBody>
          <a:bodyPr rtlCol="0" anchor="ctr"/>
          <a:lstStyle/>
          <a:p>
            <a:endParaRPr lang="en-GB" sz="1949"/>
          </a:p>
        </p:txBody>
      </p:sp>
      <p:sp>
        <p:nvSpPr>
          <p:cNvPr id="3" name="Content placeholder">
            <a:extLst>
              <a:ext uri="{FF2B5EF4-FFF2-40B4-BE49-F238E27FC236}">
                <a16:creationId xmlns:a16="http://schemas.microsoft.com/office/drawing/2014/main" id="{301AC438-5C4B-A74B-973C-02E8105BD4BD}"/>
              </a:ext>
            </a:extLst>
          </p:cNvPr>
          <p:cNvSpPr>
            <a:spLocks noGrp="1"/>
          </p:cNvSpPr>
          <p:nvPr>
            <p:ph type="body" idx="1"/>
          </p:nvPr>
        </p:nvSpPr>
        <p:spPr>
          <a:xfrm>
            <a:off x="419066" y="1426437"/>
            <a:ext cx="9036325" cy="5155610"/>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itle">
            <a:extLst>
              <a:ext uri="{FF2B5EF4-FFF2-40B4-BE49-F238E27FC236}">
                <a16:creationId xmlns:a16="http://schemas.microsoft.com/office/drawing/2014/main" id="{EC044E2A-3062-F245-818F-F465A0481FCB}"/>
              </a:ext>
            </a:extLst>
          </p:cNvPr>
          <p:cNvSpPr>
            <a:spLocks noGrp="1"/>
          </p:cNvSpPr>
          <p:nvPr>
            <p:ph type="title"/>
          </p:nvPr>
        </p:nvSpPr>
        <p:spPr>
          <a:xfrm>
            <a:off x="419065" y="285324"/>
            <a:ext cx="6916737" cy="1052900"/>
          </a:xfrm>
          <a:prstGeom prst="rect">
            <a:avLst/>
          </a:prstGeom>
        </p:spPr>
        <p:txBody>
          <a:bodyPr vert="horz" lIns="91440" tIns="45720" rIns="91440" bIns="45720" rtlCol="0" anchor="t">
            <a:normAutofit/>
          </a:bodyPr>
          <a:lstStyle/>
          <a:p>
            <a:r>
              <a:rPr lang="en-GB" dirty="0"/>
              <a:t>CLICK TO EDIT MASTER TITLE STYLE</a:t>
            </a:r>
            <a:endParaRPr lang="en-US" dirty="0"/>
          </a:p>
        </p:txBody>
      </p:sp>
      <p:pic>
        <p:nvPicPr>
          <p:cNvPr id="8" name="SU Logo">
            <a:extLst>
              <a:ext uri="{FF2B5EF4-FFF2-40B4-BE49-F238E27FC236}">
                <a16:creationId xmlns:a16="http://schemas.microsoft.com/office/drawing/2014/main" id="{4BCB2B4B-739F-974A-8938-B9DE97032C44}"/>
              </a:ext>
            </a:extLst>
          </p:cNvPr>
          <p:cNvPicPr>
            <a:picLocks noChangeAspect="1"/>
          </p:cNvPicPr>
          <p:nvPr/>
        </p:nvPicPr>
        <p:blipFill>
          <a:blip r:embed="rId30">
            <a:extLst>
              <a:ext uri="{96DAC541-7B7A-43D3-8B79-37D633B846F1}">
                <asvg:svgBlip xmlns:asvg="http://schemas.microsoft.com/office/drawing/2016/SVG/main" r:embed="rId31"/>
              </a:ext>
            </a:extLst>
          </a:blip>
          <a:srcRect/>
          <a:stretch/>
        </p:blipFill>
        <p:spPr>
          <a:xfrm>
            <a:off x="7423027" y="130470"/>
            <a:ext cx="2479798" cy="1037250"/>
          </a:xfrm>
          <a:prstGeom prst="rect">
            <a:avLst/>
          </a:prstGeom>
        </p:spPr>
      </p:pic>
    </p:spTree>
    <p:extLst>
      <p:ext uri="{BB962C8B-B14F-4D97-AF65-F5344CB8AC3E}">
        <p14:creationId xmlns:p14="http://schemas.microsoft.com/office/powerpoint/2010/main" val="3734059059"/>
      </p:ext>
    </p:extLst>
  </p:cSld>
  <p:clrMap bg1="lt1" tx1="dk1" bg2="lt2" tx2="dk2" accent1="accent1" accent2="accent2" accent3="accent3" accent4="accent4" accent5="accent5" accent6="accent6" hlink="hlink" folHlink="folHlink"/>
  <p:sldLayoutIdLst>
    <p:sldLayoutId id="2147483957" r:id="rId1"/>
    <p:sldLayoutId id="2147483958" r:id="rId2"/>
    <p:sldLayoutId id="2147483959" r:id="rId3"/>
    <p:sldLayoutId id="2147483960" r:id="rId4"/>
    <p:sldLayoutId id="2147483961" r:id="rId5"/>
    <p:sldLayoutId id="2147483962" r:id="rId6"/>
    <p:sldLayoutId id="2147483963" r:id="rId7"/>
    <p:sldLayoutId id="2147483964" r:id="rId8"/>
    <p:sldLayoutId id="2147483965" r:id="rId9"/>
    <p:sldLayoutId id="2147483966" r:id="rId10"/>
    <p:sldLayoutId id="2147483967" r:id="rId11"/>
    <p:sldLayoutId id="2147483968" r:id="rId12"/>
    <p:sldLayoutId id="2147483969" r:id="rId13"/>
    <p:sldLayoutId id="2147483970" r:id="rId14"/>
    <p:sldLayoutId id="2147483971" r:id="rId15"/>
    <p:sldLayoutId id="2147483972" r:id="rId16"/>
    <p:sldLayoutId id="2147483973" r:id="rId17"/>
    <p:sldLayoutId id="2147483974" r:id="rId18"/>
    <p:sldLayoutId id="2147483975" r:id="rId19"/>
    <p:sldLayoutId id="2147483976" r:id="rId20"/>
    <p:sldLayoutId id="2147483977" r:id="rId21"/>
    <p:sldLayoutId id="2147483978" r:id="rId22"/>
    <p:sldLayoutId id="2147483979" r:id="rId23"/>
    <p:sldLayoutId id="2147483980" r:id="rId24"/>
    <p:sldLayoutId id="2147483981" r:id="rId25"/>
    <p:sldLayoutId id="2147484037" r:id="rId26"/>
  </p:sldLayoutIdLst>
  <p:hf sldNum="0" hdr="0" ftr="0" dt="0"/>
  <p:txStyles>
    <p:titleStyle>
      <a:lvl1pPr algn="l" defTabSz="742676" rtl="0" eaLnBrk="1" latinLnBrk="0" hangingPunct="1">
        <a:lnSpc>
          <a:spcPct val="90000"/>
        </a:lnSpc>
        <a:spcBef>
          <a:spcPct val="0"/>
        </a:spcBef>
        <a:buNone/>
        <a:defRPr sz="2599" b="1" i="0" kern="1200">
          <a:solidFill>
            <a:schemeClr val="accent1"/>
          </a:solidFill>
          <a:latin typeface="Trebuchet MS" panose="020B0703020202090204" pitchFamily="34" charset="0"/>
          <a:ea typeface="+mj-ea"/>
          <a:cs typeface="+mj-cs"/>
        </a:defRPr>
      </a:lvl1pPr>
    </p:titleStyle>
    <p:bodyStyle>
      <a:lvl1pPr marL="185669" indent="-185669" algn="l" defTabSz="742676" rtl="0" eaLnBrk="1" latinLnBrk="0" hangingPunct="1">
        <a:lnSpc>
          <a:spcPct val="100000"/>
        </a:lnSpc>
        <a:spcBef>
          <a:spcPts val="812"/>
        </a:spcBef>
        <a:buClr>
          <a:schemeClr val="accent2"/>
        </a:buClr>
        <a:buFont typeface="Arial" panose="020B0604020202020204" pitchFamily="34" charset="0"/>
        <a:buChar char="•"/>
        <a:defRPr sz="1949" b="0" i="0" kern="1200">
          <a:solidFill>
            <a:schemeClr val="tx1"/>
          </a:solidFill>
          <a:latin typeface="Calibri Light" panose="020F0302020204030204" pitchFamily="34" charset="0"/>
          <a:ea typeface="+mn-ea"/>
          <a:cs typeface="Calibri Light" panose="020F0302020204030204" pitchFamily="34" charset="0"/>
        </a:defRPr>
      </a:lvl1pPr>
      <a:lvl2pPr marL="557007" indent="-185669" algn="l" defTabSz="742676" rtl="0" eaLnBrk="1" latinLnBrk="0" hangingPunct="1">
        <a:lnSpc>
          <a:spcPct val="100000"/>
        </a:lnSpc>
        <a:spcBef>
          <a:spcPts val="406"/>
        </a:spcBef>
        <a:buClr>
          <a:schemeClr val="accent2"/>
        </a:buClr>
        <a:buFont typeface="Arial" panose="020B0604020202020204" pitchFamily="34" charset="0"/>
        <a:buChar char="•"/>
        <a:defRPr sz="1787" b="0" i="0" kern="1200">
          <a:solidFill>
            <a:schemeClr val="tx1"/>
          </a:solidFill>
          <a:latin typeface="Calibri Light" panose="020F0302020204030204" pitchFamily="34" charset="0"/>
          <a:ea typeface="+mn-ea"/>
          <a:cs typeface="Calibri Light" panose="020F0302020204030204" pitchFamily="34" charset="0"/>
        </a:defRPr>
      </a:lvl2pPr>
      <a:lvl3pPr marL="928345" indent="-185669" algn="l" defTabSz="742676" rtl="0" eaLnBrk="1" latinLnBrk="0" hangingPunct="1">
        <a:lnSpc>
          <a:spcPct val="100000"/>
        </a:lnSpc>
        <a:spcBef>
          <a:spcPts val="406"/>
        </a:spcBef>
        <a:buClr>
          <a:schemeClr val="accent2"/>
        </a:buClr>
        <a:buFont typeface="Arial" panose="020B0604020202020204" pitchFamily="34" charset="0"/>
        <a:buChar char="•"/>
        <a:defRPr sz="1624" b="0" i="0" kern="1200">
          <a:solidFill>
            <a:schemeClr val="tx1"/>
          </a:solidFill>
          <a:latin typeface="Calibri Light" panose="020F0302020204030204" pitchFamily="34" charset="0"/>
          <a:ea typeface="+mn-ea"/>
          <a:cs typeface="Calibri Light" panose="020F0302020204030204" pitchFamily="34" charset="0"/>
        </a:defRPr>
      </a:lvl3pPr>
      <a:lvl4pPr marL="1299682" indent="-185669" algn="l" defTabSz="742676" rtl="0" eaLnBrk="1" latinLnBrk="0" hangingPunct="1">
        <a:lnSpc>
          <a:spcPct val="100000"/>
        </a:lnSpc>
        <a:spcBef>
          <a:spcPts val="406"/>
        </a:spcBef>
        <a:buClr>
          <a:schemeClr val="accent2"/>
        </a:buClr>
        <a:buFont typeface="Arial" panose="020B0604020202020204" pitchFamily="34" charset="0"/>
        <a:buChar char="•"/>
        <a:defRPr sz="1462" b="0" i="0" kern="1200">
          <a:solidFill>
            <a:schemeClr val="tx1"/>
          </a:solidFill>
          <a:latin typeface="Calibri Light" panose="020F0302020204030204" pitchFamily="34" charset="0"/>
          <a:ea typeface="+mn-ea"/>
          <a:cs typeface="Calibri Light" panose="020F0302020204030204" pitchFamily="34" charset="0"/>
        </a:defRPr>
      </a:lvl4pPr>
      <a:lvl5pPr marL="1671020" indent="-185669" algn="l" defTabSz="742676" rtl="0" eaLnBrk="1" latinLnBrk="0" hangingPunct="1">
        <a:lnSpc>
          <a:spcPct val="100000"/>
        </a:lnSpc>
        <a:spcBef>
          <a:spcPts val="406"/>
        </a:spcBef>
        <a:buClr>
          <a:schemeClr val="accent2"/>
        </a:buClr>
        <a:buFont typeface="Arial" panose="020B0604020202020204" pitchFamily="34" charset="0"/>
        <a:buChar char="•"/>
        <a:defRPr sz="1462" b="0" i="0" kern="1200">
          <a:solidFill>
            <a:schemeClr val="tx1"/>
          </a:solidFill>
          <a:latin typeface="Calibri Light" panose="020F0302020204030204" pitchFamily="34" charset="0"/>
          <a:ea typeface="+mn-ea"/>
          <a:cs typeface="Calibri Light" panose="020F0302020204030204" pitchFamily="34" charset="0"/>
        </a:defRPr>
      </a:lvl5pPr>
      <a:lvl6pPr marL="2042358" indent="-185669" algn="l" defTabSz="74267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6pPr>
      <a:lvl7pPr marL="2413696" indent="-185669" algn="l" defTabSz="74267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7pPr>
      <a:lvl8pPr marL="2785034" indent="-185669" algn="l" defTabSz="74267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8pPr>
      <a:lvl9pPr marL="3156372" indent="-185669" algn="l" defTabSz="74267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9pPr>
    </p:bodyStyle>
    <p:otherStyle>
      <a:defPPr>
        <a:defRPr lang="en-US"/>
      </a:defPPr>
      <a:lvl1pPr marL="0" algn="l" defTabSz="742676" rtl="0" eaLnBrk="1" latinLnBrk="0" hangingPunct="1">
        <a:defRPr sz="1462" kern="1200">
          <a:solidFill>
            <a:schemeClr val="tx1"/>
          </a:solidFill>
          <a:latin typeface="+mn-lt"/>
          <a:ea typeface="+mn-ea"/>
          <a:cs typeface="+mn-cs"/>
        </a:defRPr>
      </a:lvl1pPr>
      <a:lvl2pPr marL="371338" algn="l" defTabSz="742676" rtl="0" eaLnBrk="1" latinLnBrk="0" hangingPunct="1">
        <a:defRPr sz="1462" kern="1200">
          <a:solidFill>
            <a:schemeClr val="tx1"/>
          </a:solidFill>
          <a:latin typeface="+mn-lt"/>
          <a:ea typeface="+mn-ea"/>
          <a:cs typeface="+mn-cs"/>
        </a:defRPr>
      </a:lvl2pPr>
      <a:lvl3pPr marL="742676" algn="l" defTabSz="742676" rtl="0" eaLnBrk="1" latinLnBrk="0" hangingPunct="1">
        <a:defRPr sz="1462" kern="1200">
          <a:solidFill>
            <a:schemeClr val="tx1"/>
          </a:solidFill>
          <a:latin typeface="+mn-lt"/>
          <a:ea typeface="+mn-ea"/>
          <a:cs typeface="+mn-cs"/>
        </a:defRPr>
      </a:lvl3pPr>
      <a:lvl4pPr marL="1114014" algn="l" defTabSz="742676" rtl="0" eaLnBrk="1" latinLnBrk="0" hangingPunct="1">
        <a:defRPr sz="1462" kern="1200">
          <a:solidFill>
            <a:schemeClr val="tx1"/>
          </a:solidFill>
          <a:latin typeface="+mn-lt"/>
          <a:ea typeface="+mn-ea"/>
          <a:cs typeface="+mn-cs"/>
        </a:defRPr>
      </a:lvl4pPr>
      <a:lvl5pPr marL="1485351" algn="l" defTabSz="742676" rtl="0" eaLnBrk="1" latinLnBrk="0" hangingPunct="1">
        <a:defRPr sz="1462" kern="1200">
          <a:solidFill>
            <a:schemeClr val="tx1"/>
          </a:solidFill>
          <a:latin typeface="+mn-lt"/>
          <a:ea typeface="+mn-ea"/>
          <a:cs typeface="+mn-cs"/>
        </a:defRPr>
      </a:lvl5pPr>
      <a:lvl6pPr marL="1856689" algn="l" defTabSz="742676" rtl="0" eaLnBrk="1" latinLnBrk="0" hangingPunct="1">
        <a:defRPr sz="1462" kern="1200">
          <a:solidFill>
            <a:schemeClr val="tx1"/>
          </a:solidFill>
          <a:latin typeface="+mn-lt"/>
          <a:ea typeface="+mn-ea"/>
          <a:cs typeface="+mn-cs"/>
        </a:defRPr>
      </a:lvl6pPr>
      <a:lvl7pPr marL="2228027" algn="l" defTabSz="742676" rtl="0" eaLnBrk="1" latinLnBrk="0" hangingPunct="1">
        <a:defRPr sz="1462" kern="1200">
          <a:solidFill>
            <a:schemeClr val="tx1"/>
          </a:solidFill>
          <a:latin typeface="+mn-lt"/>
          <a:ea typeface="+mn-ea"/>
          <a:cs typeface="+mn-cs"/>
        </a:defRPr>
      </a:lvl7pPr>
      <a:lvl8pPr marL="2599365" algn="l" defTabSz="742676" rtl="0" eaLnBrk="1" latinLnBrk="0" hangingPunct="1">
        <a:defRPr sz="1462" kern="1200">
          <a:solidFill>
            <a:schemeClr val="tx1"/>
          </a:solidFill>
          <a:latin typeface="+mn-lt"/>
          <a:ea typeface="+mn-ea"/>
          <a:cs typeface="+mn-cs"/>
        </a:defRPr>
      </a:lvl8pPr>
      <a:lvl9pPr marL="2970703" algn="l" defTabSz="742676" rtl="0" eaLnBrk="1" latinLnBrk="0" hangingPunct="1">
        <a:defRPr sz="146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95">
          <p15:clr>
            <a:srgbClr val="F26B43"/>
          </p15:clr>
        </p15:guide>
        <p15:guide id="2" pos="325">
          <p15:clr>
            <a:srgbClr val="F26B43"/>
          </p15:clr>
        </p15:guide>
        <p15:guide id="3" pos="166">
          <p15:clr>
            <a:srgbClr val="F26B43"/>
          </p15:clr>
        </p15:guide>
        <p15:guide id="4" pos="7514">
          <p15:clr>
            <a:srgbClr val="F26B43"/>
          </p15:clr>
        </p15:guide>
        <p15:guide id="5" pos="7333">
          <p15:clr>
            <a:srgbClr val="F26B43"/>
          </p15:clr>
        </p15:guide>
        <p15:guide id="6" orient="horz" pos="4156">
          <p15:clr>
            <a:srgbClr val="F26B43"/>
          </p15:clr>
        </p15:guide>
        <p15:guide id="7" orient="horz" pos="232">
          <p15:clr>
            <a:srgbClr val="F26B43"/>
          </p15:clr>
        </p15:guide>
        <p15:guide id="8" pos="3840">
          <p15:clr>
            <a:srgbClr val="F26B43"/>
          </p15:clr>
        </p15:guide>
        <p15:guide id="9" orient="horz" pos="867">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White.Banner.Top">
            <a:extLst>
              <a:ext uri="{FF2B5EF4-FFF2-40B4-BE49-F238E27FC236}">
                <a16:creationId xmlns:a16="http://schemas.microsoft.com/office/drawing/2014/main" id="{D70D17EB-87E2-EC45-B0B0-B16E5C2558F6}"/>
              </a:ext>
            </a:extLst>
          </p:cNvPr>
          <p:cNvSpPr/>
          <p:nvPr/>
        </p:nvSpPr>
        <p:spPr>
          <a:xfrm>
            <a:off x="0" y="0"/>
            <a:ext cx="9902825" cy="1341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pic>
        <p:nvPicPr>
          <p:cNvPr id="16" name="SU.Footer.Shape.White">
            <a:extLst>
              <a:ext uri="{FF2B5EF4-FFF2-40B4-BE49-F238E27FC236}">
                <a16:creationId xmlns:a16="http://schemas.microsoft.com/office/drawing/2014/main" id="{C2021710-E914-7244-8A47-3745EFB08A9D}"/>
              </a:ext>
            </a:extLst>
          </p:cNvPr>
          <p:cNvPicPr>
            <a:picLocks noChangeAspect="1"/>
          </p:cNvPicPr>
          <p:nvPr/>
        </p:nvPicPr>
        <p:blipFill rotWithShape="1">
          <a:blip r:embed="rId30" cstate="screen">
            <a:extLst>
              <a:ext uri="{28A0092B-C50C-407E-A947-70E740481C1C}">
                <a14:useLocalDpi xmlns:a14="http://schemas.microsoft.com/office/drawing/2010/main"/>
              </a:ext>
              <a:ext uri="{96DAC541-7B7A-43D3-8B79-37D633B846F1}">
                <asvg:svgBlip xmlns:asvg="http://schemas.microsoft.com/office/drawing/2016/SVG/main" r:embed="rId31"/>
              </a:ext>
            </a:extLst>
          </a:blip>
          <a:srcRect b="18185"/>
          <a:stretch/>
        </p:blipFill>
        <p:spPr>
          <a:xfrm>
            <a:off x="0" y="5909002"/>
            <a:ext cx="9902825" cy="948999"/>
          </a:xfrm>
          <a:prstGeom prst="rect">
            <a:avLst/>
          </a:prstGeom>
        </p:spPr>
      </p:pic>
      <p:sp>
        <p:nvSpPr>
          <p:cNvPr id="9" name="Footer">
            <a:extLst>
              <a:ext uri="{FF2B5EF4-FFF2-40B4-BE49-F238E27FC236}">
                <a16:creationId xmlns:a16="http://schemas.microsoft.com/office/drawing/2014/main" id="{5DE18A1C-E612-604E-AA9F-9A73E465BA68}"/>
              </a:ext>
            </a:extLst>
          </p:cNvPr>
          <p:cNvSpPr txBox="1">
            <a:spLocks/>
          </p:cNvSpPr>
          <p:nvPr/>
        </p:nvSpPr>
        <p:spPr>
          <a:xfrm>
            <a:off x="419065" y="6597651"/>
            <a:ext cx="9036328" cy="266492"/>
          </a:xfrm>
          <a:prstGeom prst="rect">
            <a:avLst/>
          </a:prstGeom>
        </p:spPr>
        <p:txBody>
          <a:bodyPr anchor="t">
            <a:noAutofit/>
          </a:bodyPr>
          <a:lstStyle>
            <a:lvl1pPr marL="0" indent="0" algn="l" defTabSz="914400" rtl="0" eaLnBrk="1" latinLnBrk="0" hangingPunct="1">
              <a:lnSpc>
                <a:spcPct val="100000"/>
              </a:lnSpc>
              <a:spcBef>
                <a:spcPts val="1000"/>
              </a:spcBef>
              <a:buClr>
                <a:schemeClr val="accent2"/>
              </a:buClr>
              <a:buFontTx/>
              <a:buNone/>
              <a:defRPr lang="en-GB" sz="1000" b="1" i="0" kern="1200" dirty="0">
                <a:solidFill>
                  <a:schemeClr val="accent1"/>
                </a:solidFill>
                <a:latin typeface="Trebuchet MS" panose="020B0703020202090204" pitchFamily="34" charset="0"/>
                <a:ea typeface="+mn-ea"/>
                <a:cs typeface="Calibri Light" panose="020F0302020204030204" pitchFamily="34" charset="0"/>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GB" sz="812" b="0" i="0" dirty="0">
                <a:solidFill>
                  <a:schemeClr val="accent3"/>
                </a:solidFill>
                <a:latin typeface="Trebuchet MS" panose="020B0703020202090204" pitchFamily="34" charset="0"/>
              </a:rPr>
              <a:t>Economic and Management Sciences | </a:t>
            </a:r>
            <a:r>
              <a:rPr lang="en-GB" sz="812" b="0" i="0" dirty="0" err="1">
                <a:solidFill>
                  <a:schemeClr val="accent3"/>
                </a:solidFill>
                <a:latin typeface="Trebuchet MS" panose="020B0703020202090204" pitchFamily="34" charset="0"/>
              </a:rPr>
              <a:t>EyeNzululwazi</a:t>
            </a:r>
            <a:r>
              <a:rPr lang="en-GB" sz="812" b="0" i="0" dirty="0">
                <a:solidFill>
                  <a:schemeClr val="accent3"/>
                </a:solidFill>
                <a:latin typeface="Trebuchet MS" panose="020B0703020202090204" pitchFamily="34" charset="0"/>
              </a:rPr>
              <a:t> </a:t>
            </a:r>
            <a:r>
              <a:rPr lang="en-GB" sz="812" b="0" i="0" dirty="0" err="1">
                <a:solidFill>
                  <a:schemeClr val="accent3"/>
                </a:solidFill>
                <a:latin typeface="Trebuchet MS" panose="020B0703020202090204" pitchFamily="34" charset="0"/>
              </a:rPr>
              <a:t>ngoQoqosho</a:t>
            </a:r>
            <a:r>
              <a:rPr lang="en-GB" sz="812" b="0" i="0" dirty="0">
                <a:solidFill>
                  <a:schemeClr val="accent3"/>
                </a:solidFill>
                <a:latin typeface="Trebuchet MS" panose="020B0703020202090204" pitchFamily="34" charset="0"/>
              </a:rPr>
              <a:t> </a:t>
            </a:r>
            <a:r>
              <a:rPr lang="en-GB" sz="812" b="0" i="0" dirty="0" err="1">
                <a:solidFill>
                  <a:schemeClr val="accent3"/>
                </a:solidFill>
                <a:latin typeface="Trebuchet MS" panose="020B0703020202090204" pitchFamily="34" charset="0"/>
              </a:rPr>
              <a:t>noLawulo</a:t>
            </a:r>
            <a:r>
              <a:rPr lang="en-GB" sz="812" b="0" i="0" dirty="0">
                <a:solidFill>
                  <a:schemeClr val="accent3"/>
                </a:solidFill>
                <a:latin typeface="Trebuchet MS" panose="020B0703020202090204" pitchFamily="34" charset="0"/>
              </a:rPr>
              <a:t> | </a:t>
            </a:r>
            <a:r>
              <a:rPr lang="en-GB" sz="812" b="0" i="0" dirty="0" err="1">
                <a:solidFill>
                  <a:schemeClr val="accent3"/>
                </a:solidFill>
                <a:latin typeface="Trebuchet MS" panose="020B0703020202090204" pitchFamily="34" charset="0"/>
              </a:rPr>
              <a:t>Ekonomiese</a:t>
            </a:r>
            <a:r>
              <a:rPr lang="en-GB" sz="812" b="0" i="0" dirty="0">
                <a:solidFill>
                  <a:schemeClr val="accent3"/>
                </a:solidFill>
                <a:latin typeface="Trebuchet MS" panose="020B0703020202090204" pitchFamily="34" charset="0"/>
              </a:rPr>
              <a:t> </a:t>
            </a:r>
            <a:r>
              <a:rPr lang="en-GB" sz="812" b="0" i="0" dirty="0" err="1">
                <a:solidFill>
                  <a:schemeClr val="accent3"/>
                </a:solidFill>
                <a:latin typeface="Trebuchet MS" panose="020B0703020202090204" pitchFamily="34" charset="0"/>
              </a:rPr>
              <a:t>en</a:t>
            </a:r>
            <a:r>
              <a:rPr lang="en-GB" sz="812" b="0" i="0" dirty="0">
                <a:solidFill>
                  <a:schemeClr val="accent3"/>
                </a:solidFill>
                <a:latin typeface="Trebuchet MS" panose="020B0703020202090204" pitchFamily="34" charset="0"/>
              </a:rPr>
              <a:t> </a:t>
            </a:r>
            <a:r>
              <a:rPr lang="en-GB" sz="812" b="0" i="0" dirty="0" err="1">
                <a:solidFill>
                  <a:schemeClr val="accent3"/>
                </a:solidFill>
                <a:latin typeface="Trebuchet MS" panose="020B0703020202090204" pitchFamily="34" charset="0"/>
              </a:rPr>
              <a:t>Bestuurswetenskappe</a:t>
            </a:r>
            <a:endParaRPr lang="en-GB" sz="812" b="0" i="0" dirty="0">
              <a:solidFill>
                <a:schemeClr val="accent3"/>
              </a:solidFill>
              <a:latin typeface="Trebuchet MS" panose="020B0703020202090204" pitchFamily="34" charset="0"/>
            </a:endParaRPr>
          </a:p>
        </p:txBody>
      </p:sp>
      <p:sp>
        <p:nvSpPr>
          <p:cNvPr id="15" name="SU.Shape" hidden="1">
            <a:extLst>
              <a:ext uri="{FF2B5EF4-FFF2-40B4-BE49-F238E27FC236}">
                <a16:creationId xmlns:a16="http://schemas.microsoft.com/office/drawing/2014/main" id="{050DDAF9-8F3A-0B48-82E1-6040CBB5F5D1}"/>
              </a:ext>
            </a:extLst>
          </p:cNvPr>
          <p:cNvSpPr/>
          <p:nvPr/>
        </p:nvSpPr>
        <p:spPr>
          <a:xfrm>
            <a:off x="0" y="1339540"/>
            <a:ext cx="9902825" cy="5259988"/>
          </a:xfrm>
          <a:custGeom>
            <a:avLst/>
            <a:gdLst>
              <a:gd name="connsiteX0" fmla="*/ 76801 w 3455263"/>
              <a:gd name="connsiteY0" fmla="*/ 1812227 h 1812226"/>
              <a:gd name="connsiteX1" fmla="*/ 0 w 3455263"/>
              <a:gd name="connsiteY1" fmla="*/ 1735169 h 1812226"/>
              <a:gd name="connsiteX2" fmla="*/ 0 w 3455263"/>
              <a:gd name="connsiteY2" fmla="*/ 0 h 1812226"/>
              <a:gd name="connsiteX3" fmla="*/ 3455263 w 3455263"/>
              <a:gd name="connsiteY3" fmla="*/ 0 h 1812226"/>
              <a:gd name="connsiteX4" fmla="*/ 3455263 w 3455263"/>
              <a:gd name="connsiteY4" fmla="*/ 1581150 h 1812226"/>
              <a:gd name="connsiteX5" fmla="*/ 3224766 w 3455263"/>
              <a:gd name="connsiteY5" fmla="*/ 1811750 h 1812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5263" h="1812226">
                <a:moveTo>
                  <a:pt x="76801" y="1812227"/>
                </a:moveTo>
                <a:cubicBezTo>
                  <a:pt x="76801" y="1812227"/>
                  <a:pt x="0" y="1812227"/>
                  <a:pt x="0" y="1735169"/>
                </a:cubicBezTo>
                <a:lnTo>
                  <a:pt x="0" y="0"/>
                </a:lnTo>
                <a:lnTo>
                  <a:pt x="3455263" y="0"/>
                </a:lnTo>
                <a:lnTo>
                  <a:pt x="3455263" y="1581150"/>
                </a:lnTo>
                <a:cubicBezTo>
                  <a:pt x="3455263" y="1581150"/>
                  <a:pt x="3455263" y="1811750"/>
                  <a:pt x="3224766" y="1811750"/>
                </a:cubicBezTo>
                <a:close/>
              </a:path>
            </a:pathLst>
          </a:custGeom>
          <a:noFill/>
          <a:ln w="12700" cap="flat">
            <a:noFill/>
            <a:prstDash val="solid"/>
            <a:miter/>
          </a:ln>
        </p:spPr>
        <p:txBody>
          <a:bodyPr rtlCol="0" anchor="ctr"/>
          <a:lstStyle/>
          <a:p>
            <a:endParaRPr lang="en-GB" sz="1949"/>
          </a:p>
        </p:txBody>
      </p:sp>
      <p:sp>
        <p:nvSpPr>
          <p:cNvPr id="3" name="Content placeholder">
            <a:extLst>
              <a:ext uri="{FF2B5EF4-FFF2-40B4-BE49-F238E27FC236}">
                <a16:creationId xmlns:a16="http://schemas.microsoft.com/office/drawing/2014/main" id="{301AC438-5C4B-A74B-973C-02E8105BD4BD}"/>
              </a:ext>
            </a:extLst>
          </p:cNvPr>
          <p:cNvSpPr>
            <a:spLocks noGrp="1"/>
          </p:cNvSpPr>
          <p:nvPr>
            <p:ph type="body" idx="1"/>
          </p:nvPr>
        </p:nvSpPr>
        <p:spPr>
          <a:xfrm>
            <a:off x="419066" y="1426437"/>
            <a:ext cx="9036325" cy="5155610"/>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itle">
            <a:extLst>
              <a:ext uri="{FF2B5EF4-FFF2-40B4-BE49-F238E27FC236}">
                <a16:creationId xmlns:a16="http://schemas.microsoft.com/office/drawing/2014/main" id="{EC044E2A-3062-F245-818F-F465A0481FCB}"/>
              </a:ext>
            </a:extLst>
          </p:cNvPr>
          <p:cNvSpPr>
            <a:spLocks noGrp="1"/>
          </p:cNvSpPr>
          <p:nvPr>
            <p:ph type="title"/>
          </p:nvPr>
        </p:nvSpPr>
        <p:spPr>
          <a:xfrm>
            <a:off x="419065" y="285324"/>
            <a:ext cx="6916737" cy="1052900"/>
          </a:xfrm>
          <a:prstGeom prst="rect">
            <a:avLst/>
          </a:prstGeom>
        </p:spPr>
        <p:txBody>
          <a:bodyPr vert="horz" lIns="91440" tIns="45720" rIns="91440" bIns="45720" rtlCol="0" anchor="t">
            <a:normAutofit/>
          </a:bodyPr>
          <a:lstStyle/>
          <a:p>
            <a:r>
              <a:rPr lang="en-GB" dirty="0"/>
              <a:t>CLICK TO EDIT MASTER TITLE STYLE</a:t>
            </a:r>
            <a:endParaRPr lang="en-US" dirty="0"/>
          </a:p>
        </p:txBody>
      </p:sp>
      <p:pic>
        <p:nvPicPr>
          <p:cNvPr id="8" name="SU Logo">
            <a:extLst>
              <a:ext uri="{FF2B5EF4-FFF2-40B4-BE49-F238E27FC236}">
                <a16:creationId xmlns:a16="http://schemas.microsoft.com/office/drawing/2014/main" id="{4BCB2B4B-739F-974A-8938-B9DE97032C44}"/>
              </a:ext>
            </a:extLst>
          </p:cNvPr>
          <p:cNvPicPr>
            <a:picLocks noChangeAspect="1"/>
          </p:cNvPicPr>
          <p:nvPr/>
        </p:nvPicPr>
        <p:blipFill>
          <a:blip r:embed="rId32">
            <a:extLst>
              <a:ext uri="{96DAC541-7B7A-43D3-8B79-37D633B846F1}">
                <asvg:svgBlip xmlns:asvg="http://schemas.microsoft.com/office/drawing/2016/SVG/main" r:embed="rId33"/>
              </a:ext>
            </a:extLst>
          </a:blip>
          <a:srcRect/>
          <a:stretch/>
        </p:blipFill>
        <p:spPr>
          <a:xfrm>
            <a:off x="7423027" y="130470"/>
            <a:ext cx="2479798" cy="1037250"/>
          </a:xfrm>
          <a:prstGeom prst="rect">
            <a:avLst/>
          </a:prstGeom>
        </p:spPr>
      </p:pic>
    </p:spTree>
    <p:extLst>
      <p:ext uri="{BB962C8B-B14F-4D97-AF65-F5344CB8AC3E}">
        <p14:creationId xmlns:p14="http://schemas.microsoft.com/office/powerpoint/2010/main" val="304479742"/>
      </p:ext>
    </p:extLst>
  </p:cSld>
  <p:clrMap bg1="lt1" tx1="dk1" bg2="lt2" tx2="dk2" accent1="accent1" accent2="accent2" accent3="accent3" accent4="accent4" accent5="accent5" accent6="accent6" hlink="hlink" folHlink="folHlink"/>
  <p:sldLayoutIdLst>
    <p:sldLayoutId id="2147484039" r:id="rId1"/>
    <p:sldLayoutId id="2147484040" r:id="rId2"/>
    <p:sldLayoutId id="2147484041" r:id="rId3"/>
    <p:sldLayoutId id="2147484042" r:id="rId4"/>
    <p:sldLayoutId id="2147484043" r:id="rId5"/>
    <p:sldLayoutId id="2147484044" r:id="rId6"/>
    <p:sldLayoutId id="2147484045" r:id="rId7"/>
    <p:sldLayoutId id="2147484046" r:id="rId8"/>
    <p:sldLayoutId id="2147484047" r:id="rId9"/>
    <p:sldLayoutId id="2147484048" r:id="rId10"/>
    <p:sldLayoutId id="2147484049" r:id="rId11"/>
    <p:sldLayoutId id="2147484050" r:id="rId12"/>
    <p:sldLayoutId id="2147484051" r:id="rId13"/>
    <p:sldLayoutId id="2147484052" r:id="rId14"/>
    <p:sldLayoutId id="2147484053" r:id="rId15"/>
    <p:sldLayoutId id="2147484054" r:id="rId16"/>
    <p:sldLayoutId id="2147484055" r:id="rId17"/>
    <p:sldLayoutId id="2147484056" r:id="rId18"/>
    <p:sldLayoutId id="2147484057" r:id="rId19"/>
    <p:sldLayoutId id="2147484058" r:id="rId20"/>
    <p:sldLayoutId id="2147484059" r:id="rId21"/>
    <p:sldLayoutId id="2147484060" r:id="rId22"/>
    <p:sldLayoutId id="2147484061" r:id="rId23"/>
    <p:sldLayoutId id="2147484062" r:id="rId24"/>
    <p:sldLayoutId id="2147484063" r:id="rId25"/>
    <p:sldLayoutId id="2147484064" r:id="rId26"/>
    <p:sldLayoutId id="2147484065" r:id="rId27"/>
    <p:sldLayoutId id="2147484066" r:id="rId28"/>
  </p:sldLayoutIdLst>
  <p:hf sldNum="0" hdr="0" ftr="0" dt="0"/>
  <p:txStyles>
    <p:titleStyle>
      <a:lvl1pPr algn="l" defTabSz="742676" rtl="0" eaLnBrk="1" latinLnBrk="0" hangingPunct="1">
        <a:lnSpc>
          <a:spcPct val="90000"/>
        </a:lnSpc>
        <a:spcBef>
          <a:spcPct val="0"/>
        </a:spcBef>
        <a:buNone/>
        <a:defRPr sz="2599" b="1" i="0" kern="1200">
          <a:solidFill>
            <a:schemeClr val="accent1"/>
          </a:solidFill>
          <a:latin typeface="Trebuchet MS" panose="020B0703020202090204" pitchFamily="34" charset="0"/>
          <a:ea typeface="+mj-ea"/>
          <a:cs typeface="+mj-cs"/>
        </a:defRPr>
      </a:lvl1pPr>
    </p:titleStyle>
    <p:bodyStyle>
      <a:lvl1pPr marL="185669" indent="-185669" algn="l" defTabSz="742676" rtl="0" eaLnBrk="1" latinLnBrk="0" hangingPunct="1">
        <a:lnSpc>
          <a:spcPct val="100000"/>
        </a:lnSpc>
        <a:spcBef>
          <a:spcPts val="812"/>
        </a:spcBef>
        <a:buClr>
          <a:schemeClr val="accent2"/>
        </a:buClr>
        <a:buFont typeface="Arial" panose="020B0604020202020204" pitchFamily="34" charset="0"/>
        <a:buChar char="•"/>
        <a:defRPr sz="1949" b="0" i="0" kern="1200">
          <a:solidFill>
            <a:schemeClr val="tx1"/>
          </a:solidFill>
          <a:latin typeface="Calibri Light" panose="020F0302020204030204" pitchFamily="34" charset="0"/>
          <a:ea typeface="+mn-ea"/>
          <a:cs typeface="Calibri Light" panose="020F0302020204030204" pitchFamily="34" charset="0"/>
        </a:defRPr>
      </a:lvl1pPr>
      <a:lvl2pPr marL="557007" indent="-185669" algn="l" defTabSz="742676" rtl="0" eaLnBrk="1" latinLnBrk="0" hangingPunct="1">
        <a:lnSpc>
          <a:spcPct val="100000"/>
        </a:lnSpc>
        <a:spcBef>
          <a:spcPts val="406"/>
        </a:spcBef>
        <a:buClr>
          <a:schemeClr val="accent2"/>
        </a:buClr>
        <a:buFont typeface="Arial" panose="020B0604020202020204" pitchFamily="34" charset="0"/>
        <a:buChar char="•"/>
        <a:defRPr sz="1787" b="0" i="0" kern="1200">
          <a:solidFill>
            <a:schemeClr val="tx1"/>
          </a:solidFill>
          <a:latin typeface="Calibri Light" panose="020F0302020204030204" pitchFamily="34" charset="0"/>
          <a:ea typeface="+mn-ea"/>
          <a:cs typeface="Calibri Light" panose="020F0302020204030204" pitchFamily="34" charset="0"/>
        </a:defRPr>
      </a:lvl2pPr>
      <a:lvl3pPr marL="928345" indent="-185669" algn="l" defTabSz="742676" rtl="0" eaLnBrk="1" latinLnBrk="0" hangingPunct="1">
        <a:lnSpc>
          <a:spcPct val="100000"/>
        </a:lnSpc>
        <a:spcBef>
          <a:spcPts val="406"/>
        </a:spcBef>
        <a:buClr>
          <a:schemeClr val="accent2"/>
        </a:buClr>
        <a:buFont typeface="Arial" panose="020B0604020202020204" pitchFamily="34" charset="0"/>
        <a:buChar char="•"/>
        <a:defRPr sz="1624" b="0" i="0" kern="1200">
          <a:solidFill>
            <a:schemeClr val="tx1"/>
          </a:solidFill>
          <a:latin typeface="Calibri Light" panose="020F0302020204030204" pitchFamily="34" charset="0"/>
          <a:ea typeface="+mn-ea"/>
          <a:cs typeface="Calibri Light" panose="020F0302020204030204" pitchFamily="34" charset="0"/>
        </a:defRPr>
      </a:lvl3pPr>
      <a:lvl4pPr marL="1299682" indent="-185669" algn="l" defTabSz="742676" rtl="0" eaLnBrk="1" latinLnBrk="0" hangingPunct="1">
        <a:lnSpc>
          <a:spcPct val="100000"/>
        </a:lnSpc>
        <a:spcBef>
          <a:spcPts val="406"/>
        </a:spcBef>
        <a:buClr>
          <a:schemeClr val="accent2"/>
        </a:buClr>
        <a:buFont typeface="Arial" panose="020B0604020202020204" pitchFamily="34" charset="0"/>
        <a:buChar char="•"/>
        <a:defRPr sz="1462" b="0" i="0" kern="1200">
          <a:solidFill>
            <a:schemeClr val="tx1"/>
          </a:solidFill>
          <a:latin typeface="Calibri Light" panose="020F0302020204030204" pitchFamily="34" charset="0"/>
          <a:ea typeface="+mn-ea"/>
          <a:cs typeface="Calibri Light" panose="020F0302020204030204" pitchFamily="34" charset="0"/>
        </a:defRPr>
      </a:lvl4pPr>
      <a:lvl5pPr marL="1671020" indent="-185669" algn="l" defTabSz="742676" rtl="0" eaLnBrk="1" latinLnBrk="0" hangingPunct="1">
        <a:lnSpc>
          <a:spcPct val="100000"/>
        </a:lnSpc>
        <a:spcBef>
          <a:spcPts val="406"/>
        </a:spcBef>
        <a:buClr>
          <a:schemeClr val="accent2"/>
        </a:buClr>
        <a:buFont typeface="Arial" panose="020B0604020202020204" pitchFamily="34" charset="0"/>
        <a:buChar char="•"/>
        <a:defRPr sz="1462" b="0" i="0" kern="1200">
          <a:solidFill>
            <a:schemeClr val="tx1"/>
          </a:solidFill>
          <a:latin typeface="Calibri Light" panose="020F0302020204030204" pitchFamily="34" charset="0"/>
          <a:ea typeface="+mn-ea"/>
          <a:cs typeface="Calibri Light" panose="020F0302020204030204" pitchFamily="34" charset="0"/>
        </a:defRPr>
      </a:lvl5pPr>
      <a:lvl6pPr marL="2042358" indent="-185669" algn="l" defTabSz="74267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6pPr>
      <a:lvl7pPr marL="2413696" indent="-185669" algn="l" defTabSz="74267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7pPr>
      <a:lvl8pPr marL="2785034" indent="-185669" algn="l" defTabSz="74267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8pPr>
      <a:lvl9pPr marL="3156372" indent="-185669" algn="l" defTabSz="74267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9pPr>
    </p:bodyStyle>
    <p:otherStyle>
      <a:defPPr>
        <a:defRPr lang="en-US"/>
      </a:defPPr>
      <a:lvl1pPr marL="0" algn="l" defTabSz="742676" rtl="0" eaLnBrk="1" latinLnBrk="0" hangingPunct="1">
        <a:defRPr sz="1462" kern="1200">
          <a:solidFill>
            <a:schemeClr val="tx1"/>
          </a:solidFill>
          <a:latin typeface="+mn-lt"/>
          <a:ea typeface="+mn-ea"/>
          <a:cs typeface="+mn-cs"/>
        </a:defRPr>
      </a:lvl1pPr>
      <a:lvl2pPr marL="371338" algn="l" defTabSz="742676" rtl="0" eaLnBrk="1" latinLnBrk="0" hangingPunct="1">
        <a:defRPr sz="1462" kern="1200">
          <a:solidFill>
            <a:schemeClr val="tx1"/>
          </a:solidFill>
          <a:latin typeface="+mn-lt"/>
          <a:ea typeface="+mn-ea"/>
          <a:cs typeface="+mn-cs"/>
        </a:defRPr>
      </a:lvl2pPr>
      <a:lvl3pPr marL="742676" algn="l" defTabSz="742676" rtl="0" eaLnBrk="1" latinLnBrk="0" hangingPunct="1">
        <a:defRPr sz="1462" kern="1200">
          <a:solidFill>
            <a:schemeClr val="tx1"/>
          </a:solidFill>
          <a:latin typeface="+mn-lt"/>
          <a:ea typeface="+mn-ea"/>
          <a:cs typeface="+mn-cs"/>
        </a:defRPr>
      </a:lvl3pPr>
      <a:lvl4pPr marL="1114014" algn="l" defTabSz="742676" rtl="0" eaLnBrk="1" latinLnBrk="0" hangingPunct="1">
        <a:defRPr sz="1462" kern="1200">
          <a:solidFill>
            <a:schemeClr val="tx1"/>
          </a:solidFill>
          <a:latin typeface="+mn-lt"/>
          <a:ea typeface="+mn-ea"/>
          <a:cs typeface="+mn-cs"/>
        </a:defRPr>
      </a:lvl4pPr>
      <a:lvl5pPr marL="1485351" algn="l" defTabSz="742676" rtl="0" eaLnBrk="1" latinLnBrk="0" hangingPunct="1">
        <a:defRPr sz="1462" kern="1200">
          <a:solidFill>
            <a:schemeClr val="tx1"/>
          </a:solidFill>
          <a:latin typeface="+mn-lt"/>
          <a:ea typeface="+mn-ea"/>
          <a:cs typeface="+mn-cs"/>
        </a:defRPr>
      </a:lvl5pPr>
      <a:lvl6pPr marL="1856689" algn="l" defTabSz="742676" rtl="0" eaLnBrk="1" latinLnBrk="0" hangingPunct="1">
        <a:defRPr sz="1462" kern="1200">
          <a:solidFill>
            <a:schemeClr val="tx1"/>
          </a:solidFill>
          <a:latin typeface="+mn-lt"/>
          <a:ea typeface="+mn-ea"/>
          <a:cs typeface="+mn-cs"/>
        </a:defRPr>
      </a:lvl6pPr>
      <a:lvl7pPr marL="2228027" algn="l" defTabSz="742676" rtl="0" eaLnBrk="1" latinLnBrk="0" hangingPunct="1">
        <a:defRPr sz="1462" kern="1200">
          <a:solidFill>
            <a:schemeClr val="tx1"/>
          </a:solidFill>
          <a:latin typeface="+mn-lt"/>
          <a:ea typeface="+mn-ea"/>
          <a:cs typeface="+mn-cs"/>
        </a:defRPr>
      </a:lvl7pPr>
      <a:lvl8pPr marL="2599365" algn="l" defTabSz="742676" rtl="0" eaLnBrk="1" latinLnBrk="0" hangingPunct="1">
        <a:defRPr sz="1462" kern="1200">
          <a:solidFill>
            <a:schemeClr val="tx1"/>
          </a:solidFill>
          <a:latin typeface="+mn-lt"/>
          <a:ea typeface="+mn-ea"/>
          <a:cs typeface="+mn-cs"/>
        </a:defRPr>
      </a:lvl8pPr>
      <a:lvl9pPr marL="2970703" algn="l" defTabSz="742676" rtl="0" eaLnBrk="1" latinLnBrk="0" hangingPunct="1">
        <a:defRPr sz="146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95">
          <p15:clr>
            <a:srgbClr val="F26B43"/>
          </p15:clr>
        </p15:guide>
        <p15:guide id="2" pos="325">
          <p15:clr>
            <a:srgbClr val="F26B43"/>
          </p15:clr>
        </p15:guide>
        <p15:guide id="3" pos="166">
          <p15:clr>
            <a:srgbClr val="F26B43"/>
          </p15:clr>
        </p15:guide>
        <p15:guide id="4" pos="7514">
          <p15:clr>
            <a:srgbClr val="F26B43"/>
          </p15:clr>
        </p15:guide>
        <p15:guide id="5" pos="7333">
          <p15:clr>
            <a:srgbClr val="F26B43"/>
          </p15:clr>
        </p15:guide>
        <p15:guide id="6" orient="horz" pos="4156">
          <p15:clr>
            <a:srgbClr val="F26B43"/>
          </p15:clr>
        </p15:guide>
        <p15:guide id="7" orient="horz" pos="232">
          <p15:clr>
            <a:srgbClr val="F26B43"/>
          </p15:clr>
        </p15:guide>
        <p15:guide id="8" pos="3840">
          <p15:clr>
            <a:srgbClr val="F26B43"/>
          </p15:clr>
        </p15:guide>
        <p15:guide id="9" orient="horz" pos="867">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5.png"/><Relationship Id="rId12" Type="http://schemas.openxmlformats.org/officeDocument/2006/relationships/customXml" Target="../ink/ink6.xml"/><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27.png"/><Relationship Id="rId5" Type="http://schemas.openxmlformats.org/officeDocument/2006/relationships/image" Target="../media/image24.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2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9.xml"/><Relationship Id="rId5" Type="http://schemas.openxmlformats.org/officeDocument/2006/relationships/image" Target="../media/image30.png"/><Relationship Id="rId4" Type="http://schemas.openxmlformats.org/officeDocument/2006/relationships/customXml" Target="../ink/ink8.xml"/></Relationships>
</file>

<file path=ppt/slides/_rels/slide4.xml.rels><?xml version="1.0" encoding="UTF-8" standalone="yes"?>
<Relationships xmlns="http://schemas.openxmlformats.org/package/2006/relationships"><Relationship Id="rId8" Type="http://schemas.openxmlformats.org/officeDocument/2006/relationships/customXml" Target="../ink/ink13.xml"/><Relationship Id="rId13" Type="http://schemas.openxmlformats.org/officeDocument/2006/relationships/image" Target="../media/image38.png"/><Relationship Id="rId3" Type="http://schemas.openxmlformats.org/officeDocument/2006/relationships/image" Target="../media/image31.png"/><Relationship Id="rId7" Type="http://schemas.openxmlformats.org/officeDocument/2006/relationships/image" Target="../media/image33.png"/><Relationship Id="rId12" Type="http://schemas.openxmlformats.org/officeDocument/2006/relationships/customXml" Target="../ink/ink15.xml"/><Relationship Id="rId2" Type="http://schemas.openxmlformats.org/officeDocument/2006/relationships/customXml" Target="../ink/ink10.xml"/><Relationship Id="rId16"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customXml" Target="../ink/ink12.xml"/><Relationship Id="rId11" Type="http://schemas.openxmlformats.org/officeDocument/2006/relationships/image" Target="../media/image37.png"/><Relationship Id="rId5" Type="http://schemas.openxmlformats.org/officeDocument/2006/relationships/image" Target="../media/image32.png"/><Relationship Id="rId15" Type="http://schemas.openxmlformats.org/officeDocument/2006/relationships/image" Target="../media/image34.png"/><Relationship Id="rId10" Type="http://schemas.openxmlformats.org/officeDocument/2006/relationships/customXml" Target="../ink/ink14.xml"/><Relationship Id="rId4" Type="http://schemas.openxmlformats.org/officeDocument/2006/relationships/customXml" Target="../ink/ink11.xml"/><Relationship Id="rId9" Type="http://schemas.openxmlformats.org/officeDocument/2006/relationships/image" Target="../media/image36.png"/><Relationship Id="rId14" Type="http://schemas.openxmlformats.org/officeDocument/2006/relationships/customXml" Target="../ink/ink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notesSlide" Target="../notesSlides/notesSlide1.xml"/><Relationship Id="rId1" Type="http://schemas.openxmlformats.org/officeDocument/2006/relationships/slideLayout" Target="../slideLayouts/slideLayout52.xml"/><Relationship Id="rId6" Type="http://schemas.openxmlformats.org/officeDocument/2006/relationships/image" Target="../media/image600.png"/><Relationship Id="rId5" Type="http://schemas.openxmlformats.org/officeDocument/2006/relationships/customXml" Target="../ink/ink18.xml"/><Relationship Id="rId4" Type="http://schemas.openxmlformats.org/officeDocument/2006/relationships/image" Target="../media/image59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61229D-D6FA-559B-DEFA-9802363901A3}"/>
              </a:ext>
            </a:extLst>
          </p:cNvPr>
          <p:cNvSpPr>
            <a:spLocks noGrp="1"/>
          </p:cNvSpPr>
          <p:nvPr>
            <p:ph type="title"/>
          </p:nvPr>
        </p:nvSpPr>
        <p:spPr/>
        <p:txBody>
          <a:bodyPr/>
          <a:lstStyle/>
          <a:p>
            <a:r>
              <a:rPr lang="en-ZA" dirty="0"/>
              <a:t>Exam technique</a:t>
            </a:r>
            <a:r>
              <a:rPr lang="en-US" dirty="0"/>
              <a:t> </a:t>
            </a:r>
            <a:endParaRPr lang="en-ZA" dirty="0"/>
          </a:p>
        </p:txBody>
      </p:sp>
      <p:sp>
        <p:nvSpPr>
          <p:cNvPr id="2" name="Rectangle 1">
            <a:extLst>
              <a:ext uri="{FF2B5EF4-FFF2-40B4-BE49-F238E27FC236}">
                <a16:creationId xmlns:a16="http://schemas.microsoft.com/office/drawing/2014/main" id="{DE5CC76B-1335-4AF1-8B18-784BC840F07F}"/>
              </a:ext>
            </a:extLst>
          </p:cNvPr>
          <p:cNvSpPr>
            <a:spLocks noChangeArrowheads="1"/>
          </p:cNvSpPr>
          <p:nvPr/>
        </p:nvSpPr>
        <p:spPr bwMode="auto">
          <a:xfrm>
            <a:off x="1751639" y="1773042"/>
            <a:ext cx="1818232" cy="342900"/>
          </a:xfrm>
          <a:prstGeom prst="rect">
            <a:avLst/>
          </a:prstGeom>
          <a:noFill/>
          <a:ln w="12700">
            <a:solidFill>
              <a:srgbClr val="1F4D78"/>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ZA" altLang="en-US" sz="2000" b="0" i="0" u="none" strike="noStrike" cap="none" normalizeH="0" baseline="0" dirty="0">
                <a:ln>
                  <a:noFill/>
                </a:ln>
                <a:effectLst/>
                <a:latin typeface="+mn-lt"/>
                <a:ea typeface="Calibri" panose="020F0502020204030204" pitchFamily="34" charset="0"/>
                <a:cs typeface="Times New Roman" panose="02020603050405020304" pitchFamily="18" charset="0"/>
              </a:rPr>
              <a:t>Thus: 2 items</a:t>
            </a:r>
            <a:endParaRPr kumimoji="0" lang="en-ZA" altLang="en-US" sz="2000" b="0" i="0" u="none" strike="noStrike" cap="none" normalizeH="0" baseline="0" dirty="0">
              <a:ln>
                <a:noFill/>
              </a:ln>
              <a:effectLst/>
              <a:latin typeface="+mn-lt"/>
            </a:endParaRPr>
          </a:p>
        </p:txBody>
      </p:sp>
      <p:sp>
        <p:nvSpPr>
          <p:cNvPr id="3" name="Right Brace 2">
            <a:extLst>
              <a:ext uri="{FF2B5EF4-FFF2-40B4-BE49-F238E27FC236}">
                <a16:creationId xmlns:a16="http://schemas.microsoft.com/office/drawing/2014/main" id="{E67F8978-24B3-FAAE-AF17-D50405DC511F}"/>
              </a:ext>
            </a:extLst>
          </p:cNvPr>
          <p:cNvSpPr/>
          <p:nvPr/>
        </p:nvSpPr>
        <p:spPr>
          <a:xfrm>
            <a:off x="1423020" y="1772816"/>
            <a:ext cx="213360" cy="396240"/>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ZA"/>
          </a:p>
        </p:txBody>
      </p:sp>
      <p:sp>
        <p:nvSpPr>
          <p:cNvPr id="5" name="Rectangle 3">
            <a:extLst>
              <a:ext uri="{FF2B5EF4-FFF2-40B4-BE49-F238E27FC236}">
                <a16:creationId xmlns:a16="http://schemas.microsoft.com/office/drawing/2014/main" id="{64F6B9A3-A47E-442E-2005-FA1AD79E776F}"/>
              </a:ext>
            </a:extLst>
          </p:cNvPr>
          <p:cNvSpPr>
            <a:spLocks noChangeArrowheads="1"/>
          </p:cNvSpPr>
          <p:nvPr/>
        </p:nvSpPr>
        <p:spPr bwMode="auto">
          <a:xfrm>
            <a:off x="198884" y="1374336"/>
            <a:ext cx="68899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hangingPunct="0"/>
            <a:r>
              <a:rPr lang="en-ZA" altLang="en-US" sz="2000" b="1" dirty="0">
                <a:latin typeface="+mn-lt"/>
                <a:ea typeface="Calibri" panose="020F0502020204030204" pitchFamily="34" charset="0"/>
                <a:cs typeface="Times New Roman" panose="02020603050405020304" pitchFamily="18" charset="0"/>
              </a:rPr>
              <a:t>Think about journals when deciding which elements to discuss:</a:t>
            </a:r>
          </a:p>
          <a:p>
            <a:pPr lvl="0" eaLnBrk="0" hangingPunct="0"/>
            <a:r>
              <a:rPr kumimoji="0" lang="en-ZA" altLang="en-US" sz="2000" b="0" i="0" u="none" strike="noStrike" cap="none" normalizeH="0" baseline="0" dirty="0">
                <a:ln>
                  <a:noFill/>
                </a:ln>
                <a:solidFill>
                  <a:schemeClr val="tx1"/>
                </a:solidFill>
                <a:effectLst/>
                <a:latin typeface="+mn-lt"/>
              </a:rPr>
              <a:t>Dt XXX</a:t>
            </a:r>
          </a:p>
          <a:p>
            <a:pPr marL="0" marR="0" lvl="0" indent="0" algn="l" defTabSz="914400" rtl="0" eaLnBrk="0" fontAlgn="base" latinLnBrk="0" hangingPunct="0">
              <a:lnSpc>
                <a:spcPct val="100000"/>
              </a:lnSpc>
              <a:spcBef>
                <a:spcPct val="0"/>
              </a:spcBef>
              <a:spcAft>
                <a:spcPct val="0"/>
              </a:spcAft>
              <a:buClrTx/>
              <a:buSzTx/>
              <a:buFontTx/>
              <a:buNone/>
              <a:tabLst/>
            </a:pPr>
            <a:r>
              <a:rPr lang="en-ZA" altLang="en-US" sz="2000" dirty="0">
                <a:latin typeface="+mn-lt"/>
              </a:rPr>
              <a:t>   Cr XXX</a:t>
            </a:r>
            <a:endParaRPr kumimoji="0" lang="en-ZA" altLang="en-US" sz="2000" b="0" i="0" u="none" strike="noStrike" cap="none" normalizeH="0" baseline="0" dirty="0">
              <a:ln>
                <a:noFill/>
              </a:ln>
              <a:solidFill>
                <a:schemeClr val="tx1"/>
              </a:solidFill>
              <a:effectLst/>
              <a:latin typeface="+mn-lt"/>
            </a:endParaRPr>
          </a:p>
        </p:txBody>
      </p:sp>
      <p:sp>
        <p:nvSpPr>
          <p:cNvPr id="8" name="TextBox 7">
            <a:extLst>
              <a:ext uri="{FF2B5EF4-FFF2-40B4-BE49-F238E27FC236}">
                <a16:creationId xmlns:a16="http://schemas.microsoft.com/office/drawing/2014/main" id="{17C47A17-2423-560C-00AF-29A5245033DF}"/>
              </a:ext>
            </a:extLst>
          </p:cNvPr>
          <p:cNvSpPr txBox="1"/>
          <p:nvPr/>
        </p:nvSpPr>
        <p:spPr>
          <a:xfrm>
            <a:off x="202703" y="2459504"/>
            <a:ext cx="7344816" cy="1938992"/>
          </a:xfrm>
          <a:prstGeom prst="rect">
            <a:avLst/>
          </a:prstGeom>
          <a:noFill/>
        </p:spPr>
        <p:txBody>
          <a:bodyPr wrap="square">
            <a:spAutoFit/>
          </a:bodyPr>
          <a:lstStyle/>
          <a:p>
            <a:pPr>
              <a:spcAft>
                <a:spcPts val="0"/>
              </a:spcAft>
            </a:pPr>
            <a:r>
              <a:rPr lang="en-ZA" sz="2000" b="1" dirty="0">
                <a:latin typeface="+mn-lt"/>
                <a:ea typeface="Calibri" panose="020F0502020204030204" pitchFamily="34" charset="0"/>
                <a:cs typeface="Times New Roman" panose="02020603050405020304" pitchFamily="18" charset="0"/>
              </a:rPr>
              <a:t>If both items must be classified:</a:t>
            </a:r>
          </a:p>
          <a:p>
            <a:pPr>
              <a:spcAft>
                <a:spcPts val="0"/>
              </a:spcAft>
            </a:pPr>
            <a:r>
              <a:rPr lang="af-ZA" sz="2000" dirty="0">
                <a:effectLst/>
                <a:latin typeface="+mn-lt"/>
                <a:ea typeface="Calibri" panose="020F0502020204030204" pitchFamily="34" charset="0"/>
                <a:cs typeface="Times New Roman" panose="02020603050405020304" pitchFamily="18" charset="0"/>
              </a:rPr>
              <a:t>	</a:t>
            </a:r>
            <a:r>
              <a:rPr lang="af-ZA" sz="2000" dirty="0" err="1">
                <a:effectLst/>
                <a:latin typeface="+mn-lt"/>
                <a:ea typeface="Calibri" panose="020F0502020204030204" pitchFamily="34" charset="0"/>
                <a:cs typeface="Times New Roman" panose="02020603050405020304" pitchFamily="18" charset="0"/>
              </a:rPr>
              <a:t>Dt</a:t>
            </a:r>
            <a:r>
              <a:rPr lang="af-ZA" sz="2000" dirty="0">
                <a:effectLst/>
                <a:latin typeface="+mn-lt"/>
                <a:ea typeface="Calibri" panose="020F0502020204030204" pitchFamily="34" charset="0"/>
                <a:cs typeface="Times New Roman" panose="02020603050405020304" pitchFamily="18" charset="0"/>
              </a:rPr>
              <a:t> = 	1) </a:t>
            </a:r>
            <a:r>
              <a:rPr lang="af-ZA" sz="2000" dirty="0" err="1">
                <a:effectLst/>
                <a:latin typeface="+mn-lt"/>
                <a:ea typeface="Calibri" panose="020F0502020204030204" pitchFamily="34" charset="0"/>
                <a:cs typeface="Times New Roman" panose="02020603050405020304" pitchFamily="18" charset="0"/>
              </a:rPr>
              <a:t>Asset</a:t>
            </a:r>
            <a:endParaRPr lang="en-ZA" sz="2000" dirty="0">
              <a:effectLst/>
              <a:latin typeface="+mn-lt"/>
              <a:ea typeface="Calibri" panose="020F0502020204030204" pitchFamily="34" charset="0"/>
              <a:cs typeface="Times New Roman" panose="02020603050405020304" pitchFamily="18" charset="0"/>
            </a:endParaRPr>
          </a:p>
          <a:p>
            <a:pPr>
              <a:spcAft>
                <a:spcPts val="0"/>
              </a:spcAft>
            </a:pPr>
            <a:r>
              <a:rPr lang="af-ZA" sz="2000" dirty="0">
                <a:effectLst/>
                <a:latin typeface="+mn-lt"/>
                <a:ea typeface="Calibri" panose="020F0502020204030204" pitchFamily="34" charset="0"/>
                <a:cs typeface="Times New Roman" panose="02020603050405020304" pitchFamily="18" charset="0"/>
              </a:rPr>
              <a:t>		2) </a:t>
            </a:r>
            <a:r>
              <a:rPr lang="af-ZA" sz="2000" dirty="0" err="1">
                <a:effectLst/>
                <a:latin typeface="+mn-lt"/>
                <a:ea typeface="Calibri" panose="020F0502020204030204" pitchFamily="34" charset="0"/>
                <a:cs typeface="Times New Roman" panose="02020603050405020304" pitchFamily="18" charset="0"/>
              </a:rPr>
              <a:t>Expense</a:t>
            </a:r>
            <a:endParaRPr lang="en-ZA" sz="2000" dirty="0">
              <a:effectLst/>
              <a:latin typeface="+mn-lt"/>
              <a:ea typeface="Calibri" panose="020F0502020204030204" pitchFamily="34" charset="0"/>
              <a:cs typeface="Times New Roman" panose="02020603050405020304" pitchFamily="18" charset="0"/>
            </a:endParaRPr>
          </a:p>
          <a:p>
            <a:pPr>
              <a:spcAft>
                <a:spcPts val="0"/>
              </a:spcAft>
            </a:pPr>
            <a:r>
              <a:rPr lang="af-ZA" sz="2000" dirty="0">
                <a:effectLst/>
                <a:latin typeface="+mn-lt"/>
                <a:ea typeface="Calibri" panose="020F0502020204030204" pitchFamily="34" charset="0"/>
                <a:cs typeface="Times New Roman" panose="02020603050405020304" pitchFamily="18" charset="0"/>
              </a:rPr>
              <a:t> </a:t>
            </a:r>
            <a:endParaRPr lang="en-ZA" sz="2000" dirty="0">
              <a:effectLst/>
              <a:latin typeface="+mn-lt"/>
              <a:ea typeface="Calibri" panose="020F0502020204030204" pitchFamily="34" charset="0"/>
              <a:cs typeface="Times New Roman" panose="02020603050405020304" pitchFamily="18" charset="0"/>
            </a:endParaRPr>
          </a:p>
          <a:p>
            <a:pPr>
              <a:spcAft>
                <a:spcPts val="0"/>
              </a:spcAft>
            </a:pPr>
            <a:r>
              <a:rPr lang="af-ZA" sz="2000" dirty="0">
                <a:effectLst/>
                <a:latin typeface="+mn-lt"/>
                <a:ea typeface="Calibri" panose="020F0502020204030204" pitchFamily="34" charset="0"/>
                <a:cs typeface="Times New Roman" panose="02020603050405020304" pitchFamily="18" charset="0"/>
              </a:rPr>
              <a:t>	Cr =	1) </a:t>
            </a:r>
            <a:r>
              <a:rPr lang="af-ZA" sz="2000" dirty="0" err="1">
                <a:effectLst/>
                <a:latin typeface="+mn-lt"/>
                <a:ea typeface="Calibri" panose="020F0502020204030204" pitchFamily="34" charset="0"/>
                <a:cs typeface="Times New Roman" panose="02020603050405020304" pitchFamily="18" charset="0"/>
              </a:rPr>
              <a:t>Liability</a:t>
            </a:r>
            <a:endParaRPr lang="en-ZA" sz="2000" dirty="0">
              <a:effectLst/>
              <a:latin typeface="+mn-lt"/>
              <a:ea typeface="Calibri" panose="020F0502020204030204" pitchFamily="34" charset="0"/>
              <a:cs typeface="Times New Roman" panose="02020603050405020304" pitchFamily="18" charset="0"/>
            </a:endParaRPr>
          </a:p>
          <a:p>
            <a:pPr>
              <a:spcAft>
                <a:spcPts val="0"/>
              </a:spcAft>
            </a:pPr>
            <a:r>
              <a:rPr lang="af-ZA" sz="2000" dirty="0">
                <a:effectLst/>
                <a:latin typeface="+mn-lt"/>
                <a:ea typeface="Calibri" panose="020F0502020204030204" pitchFamily="34" charset="0"/>
                <a:cs typeface="Times New Roman" panose="02020603050405020304" pitchFamily="18" charset="0"/>
              </a:rPr>
              <a:t>		2) </a:t>
            </a:r>
            <a:r>
              <a:rPr lang="af-ZA" sz="2000" dirty="0" err="1">
                <a:effectLst/>
                <a:latin typeface="+mn-lt"/>
                <a:ea typeface="Calibri" panose="020F0502020204030204" pitchFamily="34" charset="0"/>
                <a:cs typeface="Times New Roman" panose="02020603050405020304" pitchFamily="18" charset="0"/>
              </a:rPr>
              <a:t>Income</a:t>
            </a:r>
            <a:r>
              <a:rPr lang="af-ZA" sz="2000" dirty="0">
                <a:effectLst/>
                <a:latin typeface="+mn-lt"/>
                <a:ea typeface="Calibri" panose="020F0502020204030204" pitchFamily="34" charset="0"/>
                <a:cs typeface="Times New Roman" panose="02020603050405020304" pitchFamily="18" charset="0"/>
              </a:rPr>
              <a:t> </a:t>
            </a:r>
            <a:endParaRPr lang="en-ZA" sz="2000" dirty="0">
              <a:effectLst/>
              <a:latin typeface="+mn-lt"/>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34734E7C-4CFF-973C-09B3-6C89A9D4CCB0}"/>
              </a:ext>
            </a:extLst>
          </p:cNvPr>
          <p:cNvSpPr txBox="1"/>
          <p:nvPr/>
        </p:nvSpPr>
        <p:spPr>
          <a:xfrm>
            <a:off x="198884" y="4509120"/>
            <a:ext cx="9057172" cy="1270861"/>
          </a:xfrm>
          <a:prstGeom prst="rect">
            <a:avLst/>
          </a:prstGeom>
          <a:noFill/>
        </p:spPr>
        <p:txBody>
          <a:bodyPr wrap="square">
            <a:spAutoFit/>
          </a:bodyPr>
          <a:lstStyle/>
          <a:p>
            <a:pPr>
              <a:lnSpc>
                <a:spcPct val="107000"/>
              </a:lnSpc>
              <a:spcAft>
                <a:spcPts val="800"/>
              </a:spcAft>
            </a:pPr>
            <a:r>
              <a:rPr lang="en-ZA" sz="2000" b="1" dirty="0">
                <a:latin typeface="+mn-lt"/>
                <a:ea typeface="Calibri" panose="020F0502020204030204" pitchFamily="34" charset="0"/>
                <a:cs typeface="Times New Roman" panose="02020603050405020304" pitchFamily="18" charset="0"/>
              </a:rPr>
              <a:t>If only one must be discussed: read carefully which one:</a:t>
            </a:r>
          </a:p>
          <a:p>
            <a:pPr>
              <a:lnSpc>
                <a:spcPct val="107000"/>
              </a:lnSpc>
              <a:spcAft>
                <a:spcPts val="800"/>
              </a:spcAft>
            </a:pPr>
            <a:r>
              <a:rPr lang="af-ZA" sz="2000" dirty="0">
                <a:effectLst/>
                <a:latin typeface="+mn-lt"/>
                <a:ea typeface="Calibri" panose="020F0502020204030204" pitchFamily="34" charset="0"/>
                <a:cs typeface="Times New Roman" panose="02020603050405020304" pitchFamily="18" charset="0"/>
              </a:rPr>
              <a:t>	</a:t>
            </a:r>
            <a:r>
              <a:rPr lang="en-ZA" sz="2000" dirty="0">
                <a:effectLst/>
                <a:latin typeface="+mn-lt"/>
                <a:ea typeface="Calibri" panose="020F0502020204030204" pitchFamily="34" charset="0"/>
                <a:cs typeface="Times New Roman" panose="02020603050405020304" pitchFamily="18" charset="0"/>
              </a:rPr>
              <a:t>or Dt 						or Cr</a:t>
            </a:r>
          </a:p>
          <a:p>
            <a:pPr>
              <a:lnSpc>
                <a:spcPct val="107000"/>
              </a:lnSpc>
              <a:spcAft>
                <a:spcPts val="800"/>
              </a:spcAft>
            </a:pPr>
            <a:r>
              <a:rPr lang="en-ZA" sz="2000" dirty="0">
                <a:effectLst/>
                <a:latin typeface="+mn-lt"/>
                <a:ea typeface="Calibri" panose="020F0502020204030204" pitchFamily="34" charset="0"/>
                <a:cs typeface="Times New Roman" panose="02020603050405020304" pitchFamily="18" charset="0"/>
              </a:rPr>
              <a:t>1) Asset 		2) Expense			1) Liability      2) Income</a:t>
            </a:r>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582966C2-7E0D-7711-4201-96E36EBF0083}"/>
                  </a:ext>
                </a:extLst>
              </p14:cNvPr>
              <p14:cNvContentPartPr/>
              <p14:nvPr/>
            </p14:nvContentPartPr>
            <p14:xfrm>
              <a:off x="1066880" y="5290520"/>
              <a:ext cx="248040" cy="194760"/>
            </p14:xfrm>
          </p:contentPart>
        </mc:Choice>
        <mc:Fallback xmlns="">
          <p:pic>
            <p:nvPicPr>
              <p:cNvPr id="12" name="Ink 11">
                <a:extLst>
                  <a:ext uri="{FF2B5EF4-FFF2-40B4-BE49-F238E27FC236}">
                    <a16:creationId xmlns:a16="http://schemas.microsoft.com/office/drawing/2014/main" id="{582966C2-7E0D-7711-4201-96E36EBF0083}"/>
                  </a:ext>
                </a:extLst>
              </p:cNvPr>
              <p:cNvPicPr/>
              <p:nvPr/>
            </p:nvPicPr>
            <p:blipFill>
              <a:blip r:embed="rId3"/>
              <a:stretch>
                <a:fillRect/>
              </a:stretch>
            </p:blipFill>
            <p:spPr>
              <a:xfrm>
                <a:off x="1049240" y="5272880"/>
                <a:ext cx="28368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3F854A2A-B530-6456-1752-0E7A1E8EC147}"/>
                  </a:ext>
                </a:extLst>
              </p14:cNvPr>
              <p14:cNvContentPartPr/>
              <p14:nvPr/>
            </p14:nvContentPartPr>
            <p14:xfrm>
              <a:off x="1734680" y="5242280"/>
              <a:ext cx="336960" cy="191160"/>
            </p14:xfrm>
          </p:contentPart>
        </mc:Choice>
        <mc:Fallback xmlns="">
          <p:pic>
            <p:nvPicPr>
              <p:cNvPr id="13" name="Ink 12">
                <a:extLst>
                  <a:ext uri="{FF2B5EF4-FFF2-40B4-BE49-F238E27FC236}">
                    <a16:creationId xmlns:a16="http://schemas.microsoft.com/office/drawing/2014/main" id="{3F854A2A-B530-6456-1752-0E7A1E8EC147}"/>
                  </a:ext>
                </a:extLst>
              </p:cNvPr>
              <p:cNvPicPr/>
              <p:nvPr/>
            </p:nvPicPr>
            <p:blipFill>
              <a:blip r:embed="rId5"/>
              <a:stretch>
                <a:fillRect/>
              </a:stretch>
            </p:blipFill>
            <p:spPr>
              <a:xfrm>
                <a:off x="1717040" y="5224280"/>
                <a:ext cx="37260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540A9F79-FDBE-24F7-8173-F95C90348714}"/>
                  </a:ext>
                </a:extLst>
              </p14:cNvPr>
              <p14:cNvContentPartPr/>
              <p14:nvPr/>
            </p14:nvContentPartPr>
            <p14:xfrm>
              <a:off x="6325400" y="5288000"/>
              <a:ext cx="260640" cy="167040"/>
            </p14:xfrm>
          </p:contentPart>
        </mc:Choice>
        <mc:Fallback xmlns="">
          <p:pic>
            <p:nvPicPr>
              <p:cNvPr id="14" name="Ink 13">
                <a:extLst>
                  <a:ext uri="{FF2B5EF4-FFF2-40B4-BE49-F238E27FC236}">
                    <a16:creationId xmlns:a16="http://schemas.microsoft.com/office/drawing/2014/main" id="{540A9F79-FDBE-24F7-8173-F95C90348714}"/>
                  </a:ext>
                </a:extLst>
              </p:cNvPr>
              <p:cNvPicPr/>
              <p:nvPr/>
            </p:nvPicPr>
            <p:blipFill>
              <a:blip r:embed="rId7"/>
              <a:stretch>
                <a:fillRect/>
              </a:stretch>
            </p:blipFill>
            <p:spPr>
              <a:xfrm>
                <a:off x="6307400" y="5270000"/>
                <a:ext cx="29628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358C9775-1FC1-A48C-C1FD-DEC0F60D0D00}"/>
                  </a:ext>
                </a:extLst>
              </p14:cNvPr>
              <p14:cNvContentPartPr/>
              <p14:nvPr/>
            </p14:nvContentPartPr>
            <p14:xfrm>
              <a:off x="7219640" y="5277200"/>
              <a:ext cx="288000" cy="141840"/>
            </p14:xfrm>
          </p:contentPart>
        </mc:Choice>
        <mc:Fallback xmlns="">
          <p:pic>
            <p:nvPicPr>
              <p:cNvPr id="15" name="Ink 14">
                <a:extLst>
                  <a:ext uri="{FF2B5EF4-FFF2-40B4-BE49-F238E27FC236}">
                    <a16:creationId xmlns:a16="http://schemas.microsoft.com/office/drawing/2014/main" id="{358C9775-1FC1-A48C-C1FD-DEC0F60D0D00}"/>
                  </a:ext>
                </a:extLst>
              </p:cNvPr>
              <p:cNvPicPr/>
              <p:nvPr/>
            </p:nvPicPr>
            <p:blipFill>
              <a:blip r:embed="rId9"/>
              <a:stretch>
                <a:fillRect/>
              </a:stretch>
            </p:blipFill>
            <p:spPr>
              <a:xfrm>
                <a:off x="7201640" y="5259200"/>
                <a:ext cx="32364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6AC1C7CA-1403-8153-9F07-88DCC4704471}"/>
                  </a:ext>
                </a:extLst>
              </p14:cNvPr>
              <p14:cNvContentPartPr/>
              <p14:nvPr/>
            </p14:nvContentPartPr>
            <p14:xfrm>
              <a:off x="1226000" y="5093960"/>
              <a:ext cx="478440" cy="42120"/>
            </p14:xfrm>
          </p:contentPart>
        </mc:Choice>
        <mc:Fallback xmlns="">
          <p:pic>
            <p:nvPicPr>
              <p:cNvPr id="16" name="Ink 15">
                <a:extLst>
                  <a:ext uri="{FF2B5EF4-FFF2-40B4-BE49-F238E27FC236}">
                    <a16:creationId xmlns:a16="http://schemas.microsoft.com/office/drawing/2014/main" id="{6AC1C7CA-1403-8153-9F07-88DCC4704471}"/>
                  </a:ext>
                </a:extLst>
              </p:cNvPr>
              <p:cNvPicPr/>
              <p:nvPr/>
            </p:nvPicPr>
            <p:blipFill>
              <a:blip r:embed="rId11"/>
              <a:stretch>
                <a:fillRect/>
              </a:stretch>
            </p:blipFill>
            <p:spPr>
              <a:xfrm>
                <a:off x="1172000" y="4985960"/>
                <a:ext cx="58608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12ACF362-EC8B-4DDC-D97F-0483D28B2838}"/>
                  </a:ext>
                </a:extLst>
              </p14:cNvPr>
              <p14:cNvContentPartPr/>
              <p14:nvPr/>
            </p14:nvContentPartPr>
            <p14:xfrm>
              <a:off x="6738320" y="5087480"/>
              <a:ext cx="417960" cy="51840"/>
            </p14:xfrm>
          </p:contentPart>
        </mc:Choice>
        <mc:Fallback xmlns="">
          <p:pic>
            <p:nvPicPr>
              <p:cNvPr id="17" name="Ink 16">
                <a:extLst>
                  <a:ext uri="{FF2B5EF4-FFF2-40B4-BE49-F238E27FC236}">
                    <a16:creationId xmlns:a16="http://schemas.microsoft.com/office/drawing/2014/main" id="{12ACF362-EC8B-4DDC-D97F-0483D28B2838}"/>
                  </a:ext>
                </a:extLst>
              </p:cNvPr>
              <p:cNvPicPr/>
              <p:nvPr/>
            </p:nvPicPr>
            <p:blipFill>
              <a:blip r:embed="rId13"/>
              <a:stretch>
                <a:fillRect/>
              </a:stretch>
            </p:blipFill>
            <p:spPr>
              <a:xfrm>
                <a:off x="6684680" y="4979480"/>
                <a:ext cx="525600" cy="267480"/>
              </a:xfrm>
              <a:prstGeom prst="rect">
                <a:avLst/>
              </a:prstGeom>
            </p:spPr>
          </p:pic>
        </mc:Fallback>
      </mc:AlternateContent>
    </p:spTree>
    <p:extLst>
      <p:ext uri="{BB962C8B-B14F-4D97-AF65-F5344CB8AC3E}">
        <p14:creationId xmlns:p14="http://schemas.microsoft.com/office/powerpoint/2010/main" val="1141614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xEl>
                                              <p:pRg st="1" end="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xEl>
                                              <p:pRg st="2" end="2"/>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61229D-D6FA-559B-DEFA-9802363901A3}"/>
              </a:ext>
            </a:extLst>
          </p:cNvPr>
          <p:cNvSpPr>
            <a:spLocks noGrp="1"/>
          </p:cNvSpPr>
          <p:nvPr>
            <p:ph type="title"/>
          </p:nvPr>
        </p:nvSpPr>
        <p:spPr/>
        <p:txBody>
          <a:bodyPr/>
          <a:lstStyle/>
          <a:p>
            <a:r>
              <a:rPr lang="en-US" dirty="0"/>
              <a:t>Exam technique </a:t>
            </a:r>
            <a:endParaRPr lang="en-ZA" dirty="0"/>
          </a:p>
        </p:txBody>
      </p:sp>
      <p:sp>
        <p:nvSpPr>
          <p:cNvPr id="3" name="TextBox 2">
            <a:extLst>
              <a:ext uri="{FF2B5EF4-FFF2-40B4-BE49-F238E27FC236}">
                <a16:creationId xmlns:a16="http://schemas.microsoft.com/office/drawing/2014/main" id="{1462ECE1-74DE-EAA6-126A-4BEC25EB1D60}"/>
              </a:ext>
            </a:extLst>
          </p:cNvPr>
          <p:cNvSpPr txBox="1"/>
          <p:nvPr/>
        </p:nvSpPr>
        <p:spPr>
          <a:xfrm>
            <a:off x="400694" y="1556792"/>
            <a:ext cx="8871197" cy="2156231"/>
          </a:xfrm>
          <a:prstGeom prst="rect">
            <a:avLst/>
          </a:prstGeom>
          <a:noFill/>
        </p:spPr>
        <p:txBody>
          <a:bodyPr wrap="square">
            <a:spAutoFit/>
          </a:bodyPr>
          <a:lstStyle/>
          <a:p>
            <a:pPr>
              <a:lnSpc>
                <a:spcPct val="107000"/>
              </a:lnSpc>
              <a:spcAft>
                <a:spcPts val="800"/>
              </a:spcAft>
            </a:pPr>
            <a:r>
              <a:rPr lang="en-ZA" sz="2000" b="1" dirty="0">
                <a:latin typeface="Calibri" panose="020F0502020204030204" pitchFamily="34" charset="0"/>
                <a:ea typeface="Calibri" panose="020F0502020204030204" pitchFamily="34" charset="0"/>
                <a:cs typeface="Times New Roman" panose="02020603050405020304" pitchFamily="18" charset="0"/>
              </a:rPr>
              <a:t>How do you know if you must discuss one or both?</a:t>
            </a:r>
            <a:endParaRPr lang="en-ZA"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ZA" sz="2000" dirty="0">
                <a:latin typeface="Calibri" panose="020F0502020204030204" pitchFamily="34" charset="0"/>
                <a:ea typeface="Calibri" panose="020F0502020204030204" pitchFamily="34" charset="0"/>
                <a:cs typeface="Times New Roman" panose="02020603050405020304" pitchFamily="18" charset="0"/>
              </a:rPr>
              <a:t>Look at the mark allocation</a:t>
            </a:r>
          </a:p>
          <a:p>
            <a:pPr marL="342900" lvl="0" indent="-342900">
              <a:lnSpc>
                <a:spcPct val="107000"/>
              </a:lnSpc>
              <a:buFont typeface="Symbol" panose="05050102010706020507" pitchFamily="18" charset="2"/>
              <a:buChar char=""/>
            </a:pPr>
            <a:r>
              <a:rPr lang="en-ZA" sz="2000" dirty="0">
                <a:latin typeface="Calibri" panose="020F0502020204030204" pitchFamily="34" charset="0"/>
                <a:ea typeface="Calibri" panose="020F0502020204030204" pitchFamily="34" charset="0"/>
                <a:cs typeface="Times New Roman" panose="02020603050405020304" pitchFamily="18" charset="0"/>
              </a:rPr>
              <a:t>Read required:</a:t>
            </a:r>
          </a:p>
          <a:p>
            <a:pPr marL="742950" lvl="1" indent="-285750">
              <a:lnSpc>
                <a:spcPct val="107000"/>
              </a:lnSpc>
              <a:buFont typeface="Courier New" panose="02070309020205020404" pitchFamily="49" charset="0"/>
              <a:buChar char="o"/>
            </a:pPr>
            <a:r>
              <a:rPr lang="en-ZA" sz="2000" dirty="0">
                <a:latin typeface="Calibri" panose="020F0502020204030204" pitchFamily="34" charset="0"/>
                <a:ea typeface="Calibri" panose="020F0502020204030204" pitchFamily="34" charset="0"/>
                <a:cs typeface="Times New Roman" panose="02020603050405020304" pitchFamily="18" charset="0"/>
              </a:rPr>
              <a:t>What element…… = choose one and discuss one</a:t>
            </a:r>
          </a:p>
          <a:p>
            <a:pPr marL="742950" lvl="1" indent="-285750">
              <a:lnSpc>
                <a:spcPct val="107000"/>
              </a:lnSpc>
              <a:spcAft>
                <a:spcPts val="800"/>
              </a:spcAft>
              <a:buFont typeface="Courier New" panose="02070309020205020404" pitchFamily="49" charset="0"/>
              <a:buChar char="o"/>
            </a:pPr>
            <a:r>
              <a:rPr lang="en-ZA" sz="2000" dirty="0">
                <a:latin typeface="Calibri" panose="020F0502020204030204" pitchFamily="34" charset="0"/>
                <a:ea typeface="Calibri" panose="020F0502020204030204" pitchFamily="34" charset="0"/>
                <a:cs typeface="Times New Roman" panose="02020603050405020304" pitchFamily="18" charset="0"/>
              </a:rPr>
              <a:t>If accountant and CEO disagrees or something similar, discuss both and then choose one</a:t>
            </a:r>
          </a:p>
        </p:txBody>
      </p:sp>
    </p:spTree>
    <p:extLst>
      <p:ext uri="{BB962C8B-B14F-4D97-AF65-F5344CB8AC3E}">
        <p14:creationId xmlns:p14="http://schemas.microsoft.com/office/powerpoint/2010/main" val="2915399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61229D-D6FA-559B-DEFA-9802363901A3}"/>
              </a:ext>
            </a:extLst>
          </p:cNvPr>
          <p:cNvSpPr>
            <a:spLocks noGrp="1"/>
          </p:cNvSpPr>
          <p:nvPr>
            <p:ph type="title"/>
          </p:nvPr>
        </p:nvSpPr>
        <p:spPr/>
        <p:txBody>
          <a:bodyPr/>
          <a:lstStyle/>
          <a:p>
            <a:r>
              <a:rPr lang="en-US" dirty="0"/>
              <a:t>Question 3 </a:t>
            </a:r>
            <a:endParaRPr lang="en-ZA" dirty="0"/>
          </a:p>
        </p:txBody>
      </p:sp>
      <p:graphicFrame>
        <p:nvGraphicFramePr>
          <p:cNvPr id="3" name="Table 2">
            <a:extLst>
              <a:ext uri="{FF2B5EF4-FFF2-40B4-BE49-F238E27FC236}">
                <a16:creationId xmlns:a16="http://schemas.microsoft.com/office/drawing/2014/main" id="{23C2F144-0309-F62E-F00E-70C1016A583B}"/>
              </a:ext>
            </a:extLst>
          </p:cNvPr>
          <p:cNvGraphicFramePr>
            <a:graphicFrameLocks noGrp="1"/>
          </p:cNvGraphicFramePr>
          <p:nvPr>
            <p:extLst>
              <p:ext uri="{D42A27DB-BD31-4B8C-83A1-F6EECF244321}">
                <p14:modId xmlns:p14="http://schemas.microsoft.com/office/powerpoint/2010/main" val="1115171741"/>
              </p:ext>
            </p:extLst>
          </p:nvPr>
        </p:nvGraphicFramePr>
        <p:xfrm>
          <a:off x="378904" y="1748060"/>
          <a:ext cx="9145016" cy="2026187"/>
        </p:xfrm>
        <a:graphic>
          <a:graphicData uri="http://schemas.openxmlformats.org/drawingml/2006/table">
            <a:tbl>
              <a:tblPr firstRow="1" firstCol="1" lastRow="1" lastCol="1" bandRow="1" bandCol="1"/>
              <a:tblGrid>
                <a:gridCol w="8241083">
                  <a:extLst>
                    <a:ext uri="{9D8B030D-6E8A-4147-A177-3AD203B41FA5}">
                      <a16:colId xmlns:a16="http://schemas.microsoft.com/office/drawing/2014/main" val="828363507"/>
                    </a:ext>
                  </a:extLst>
                </a:gridCol>
                <a:gridCol w="903933">
                  <a:extLst>
                    <a:ext uri="{9D8B030D-6E8A-4147-A177-3AD203B41FA5}">
                      <a16:colId xmlns:a16="http://schemas.microsoft.com/office/drawing/2014/main" val="471145224"/>
                    </a:ext>
                  </a:extLst>
                </a:gridCol>
              </a:tblGrid>
              <a:tr h="491825">
                <a:tc>
                  <a:txBody>
                    <a:bodyPr/>
                    <a:lstStyle/>
                    <a:p>
                      <a:pPr algn="just">
                        <a:spcBef>
                          <a:spcPts val="600"/>
                        </a:spcBef>
                        <a:spcAft>
                          <a:spcPts val="600"/>
                        </a:spcAft>
                        <a:tabLst>
                          <a:tab pos="6019800" algn="l"/>
                        </a:tabLst>
                      </a:pPr>
                      <a:r>
                        <a:rPr lang="af-ZA" sz="2000" b="1" dirty="0">
                          <a:effectLst/>
                          <a:latin typeface="+mn-lt"/>
                          <a:ea typeface="Times New Roman" panose="02020603050405020304" pitchFamily="18" charset="0"/>
                        </a:rPr>
                        <a:t>REQUIRED</a:t>
                      </a:r>
                      <a:endParaRPr lang="en-ZA" sz="20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600"/>
                        </a:spcBef>
                        <a:spcAft>
                          <a:spcPts val="600"/>
                        </a:spcAft>
                        <a:tabLst>
                          <a:tab pos="6019800" algn="l"/>
                        </a:tabLst>
                      </a:pPr>
                      <a:r>
                        <a:rPr lang="af-ZA" sz="2000" b="1" dirty="0">
                          <a:effectLst/>
                          <a:latin typeface="+mn-lt"/>
                          <a:ea typeface="Times New Roman" panose="02020603050405020304" pitchFamily="18" charset="0"/>
                        </a:rPr>
                        <a:t>Marks</a:t>
                      </a:r>
                      <a:endParaRPr lang="en-ZA" sz="20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4934178"/>
                  </a:ext>
                </a:extLst>
              </a:tr>
              <a:tr h="1229562">
                <a:tc>
                  <a:txBody>
                    <a:bodyPr/>
                    <a:lstStyle/>
                    <a:p>
                      <a:pPr algn="just">
                        <a:spcBef>
                          <a:spcPts val="600"/>
                        </a:spcBef>
                        <a:spcAft>
                          <a:spcPts val="600"/>
                        </a:spcAft>
                        <a:tabLst>
                          <a:tab pos="6019800" algn="l"/>
                        </a:tabLst>
                      </a:pPr>
                      <a:r>
                        <a:rPr lang="en-ZA" sz="2000" dirty="0">
                          <a:effectLst/>
                          <a:latin typeface="+mn-lt"/>
                          <a:ea typeface="Times New Roman" panose="02020603050405020304" pitchFamily="18" charset="0"/>
                        </a:rPr>
                        <a:t>Explain, with reference to the definitions and recognition criteria in the </a:t>
                      </a:r>
                      <a:r>
                        <a:rPr lang="en-ZA" sz="2000" i="1" dirty="0">
                          <a:effectLst/>
                          <a:latin typeface="+mn-lt"/>
                          <a:ea typeface="Times New Roman" panose="02020603050405020304" pitchFamily="18" charset="0"/>
                        </a:rPr>
                        <a:t>Conceptual Framework for Financial Reporting</a:t>
                      </a:r>
                      <a:r>
                        <a:rPr lang="en-ZA" sz="2000" dirty="0">
                          <a:effectLst/>
                          <a:latin typeface="+mn-lt"/>
                          <a:ea typeface="Times New Roman" panose="02020603050405020304" pitchFamily="18" charset="0"/>
                        </a:rPr>
                        <a:t>, as which element the 40 mattresses will be shown in the financial statements of Outdoor (Pty) Ltd. on 31 December 2014.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600"/>
                        </a:spcBef>
                        <a:spcAft>
                          <a:spcPts val="600"/>
                        </a:spcAft>
                        <a:tabLst>
                          <a:tab pos="6019800" algn="l"/>
                        </a:tabLst>
                      </a:pPr>
                      <a:r>
                        <a:rPr lang="af-ZA" sz="2000">
                          <a:effectLst/>
                          <a:latin typeface="+mn-lt"/>
                          <a:ea typeface="Times New Roman" panose="02020603050405020304" pitchFamily="18" charset="0"/>
                        </a:rPr>
                        <a:t>7</a:t>
                      </a:r>
                      <a:endParaRPr lang="en-ZA" sz="2000">
                        <a:effectLst/>
                        <a:latin typeface="+mn-lt"/>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8615670"/>
                  </a:ext>
                </a:extLst>
              </a:tr>
              <a:tr h="245912">
                <a:tc>
                  <a:txBody>
                    <a:bodyPr/>
                    <a:lstStyle/>
                    <a:p>
                      <a:pPr algn="just">
                        <a:spcBef>
                          <a:spcPts val="600"/>
                        </a:spcBef>
                        <a:spcAft>
                          <a:spcPts val="600"/>
                        </a:spcAft>
                        <a:tabLst>
                          <a:tab pos="6019800" algn="l"/>
                        </a:tabLst>
                      </a:pPr>
                      <a:r>
                        <a:rPr lang="af-ZA" sz="2000" b="1" dirty="0">
                          <a:effectLst/>
                          <a:latin typeface="+mn-lt"/>
                          <a:ea typeface="Times New Roman" panose="02020603050405020304" pitchFamily="18" charset="0"/>
                        </a:rPr>
                        <a:t>TOTAL MARKS</a:t>
                      </a:r>
                      <a:endParaRPr lang="en-ZA" sz="20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600"/>
                        </a:spcBef>
                        <a:spcAft>
                          <a:spcPts val="600"/>
                        </a:spcAft>
                        <a:tabLst>
                          <a:tab pos="6019800" algn="l"/>
                        </a:tabLst>
                      </a:pPr>
                      <a:r>
                        <a:rPr lang="af-ZA" sz="2000" b="1" dirty="0">
                          <a:effectLst/>
                          <a:latin typeface="+mn-lt"/>
                          <a:ea typeface="Times New Roman" panose="02020603050405020304" pitchFamily="18" charset="0"/>
                        </a:rPr>
                        <a:t>7</a:t>
                      </a:r>
                      <a:endParaRPr lang="en-ZA" sz="2000" dirty="0">
                        <a:effectLst/>
                        <a:latin typeface="+mn-lt"/>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5873705"/>
                  </a:ext>
                </a:extLst>
              </a:tr>
            </a:tbl>
          </a:graphicData>
        </a:graphic>
      </p:graphicFrame>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8090E884-447C-E97C-1A33-A474A0C99828}"/>
                  </a:ext>
                </a:extLst>
              </p14:cNvPr>
              <p14:cNvContentPartPr/>
              <p14:nvPr/>
            </p14:nvContentPartPr>
            <p14:xfrm>
              <a:off x="378904" y="2636912"/>
              <a:ext cx="5162400" cy="84240"/>
            </p14:xfrm>
          </p:contentPart>
        </mc:Choice>
        <mc:Fallback xmlns="">
          <p:pic>
            <p:nvPicPr>
              <p:cNvPr id="7" name="Ink 6">
                <a:extLst>
                  <a:ext uri="{FF2B5EF4-FFF2-40B4-BE49-F238E27FC236}">
                    <a16:creationId xmlns:a16="http://schemas.microsoft.com/office/drawing/2014/main" id="{8090E884-447C-E97C-1A33-A474A0C99828}"/>
                  </a:ext>
                </a:extLst>
              </p:cNvPr>
              <p:cNvPicPr/>
              <p:nvPr/>
            </p:nvPicPr>
            <p:blipFill>
              <a:blip r:embed="rId3"/>
              <a:stretch>
                <a:fillRect/>
              </a:stretch>
            </p:blipFill>
            <p:spPr>
              <a:xfrm>
                <a:off x="324900" y="2529372"/>
                <a:ext cx="5270048" cy="298962"/>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1BB106E5-B75D-F2D0-BCDD-CCB299E3E376}"/>
                  </a:ext>
                </a:extLst>
              </p14:cNvPr>
              <p14:cNvContentPartPr/>
              <p14:nvPr/>
            </p14:nvContentPartPr>
            <p14:xfrm>
              <a:off x="5972352" y="2834556"/>
              <a:ext cx="2039400" cy="36360"/>
            </p14:xfrm>
          </p:contentPart>
        </mc:Choice>
        <mc:Fallback xmlns="">
          <p:pic>
            <p:nvPicPr>
              <p:cNvPr id="8" name="Ink 7">
                <a:extLst>
                  <a:ext uri="{FF2B5EF4-FFF2-40B4-BE49-F238E27FC236}">
                    <a16:creationId xmlns:a16="http://schemas.microsoft.com/office/drawing/2014/main" id="{1BB106E5-B75D-F2D0-BCDD-CCB299E3E376}"/>
                  </a:ext>
                </a:extLst>
              </p:cNvPr>
              <p:cNvPicPr/>
              <p:nvPr/>
            </p:nvPicPr>
            <p:blipFill>
              <a:blip r:embed="rId5"/>
              <a:stretch>
                <a:fillRect/>
              </a:stretch>
            </p:blipFill>
            <p:spPr>
              <a:xfrm>
                <a:off x="5954352" y="2816732"/>
                <a:ext cx="2075040" cy="71651"/>
              </a:xfrm>
              <a:prstGeom prst="rect">
                <a:avLst/>
              </a:prstGeom>
            </p:spPr>
          </p:pic>
        </mc:Fallback>
      </mc:AlternateContent>
      <p:sp>
        <p:nvSpPr>
          <p:cNvPr id="13" name="Oval 12">
            <a:extLst>
              <a:ext uri="{FF2B5EF4-FFF2-40B4-BE49-F238E27FC236}">
                <a16:creationId xmlns:a16="http://schemas.microsoft.com/office/drawing/2014/main" id="{A094D884-54F5-EB35-A370-30F2BBFECCB8}"/>
              </a:ext>
            </a:extLst>
          </p:cNvPr>
          <p:cNvSpPr/>
          <p:nvPr/>
        </p:nvSpPr>
        <p:spPr>
          <a:xfrm>
            <a:off x="8839844" y="2636912"/>
            <a:ext cx="504056" cy="431648"/>
          </a:xfrm>
          <a:prstGeom prst="ellipse">
            <a:avLst/>
          </a:prstGeom>
          <a:noFill/>
          <a:ln w="38100"/>
        </p:spPr>
        <p:style>
          <a:lnRef idx="2">
            <a:schemeClr val="accent3"/>
          </a:lnRef>
          <a:fillRef idx="1">
            <a:schemeClr val="lt1"/>
          </a:fillRef>
          <a:effectRef idx="0">
            <a:schemeClr val="accent3"/>
          </a:effectRef>
          <a:fontRef idx="minor">
            <a:schemeClr val="dk1"/>
          </a:fontRef>
        </p:style>
        <p:txBody>
          <a:bodyPr rtlCol="0" anchor="ctr"/>
          <a:lstStyle/>
          <a:p>
            <a:pPr algn="ctr"/>
            <a:endParaRPr lang="en-ZA"/>
          </a:p>
        </p:txBody>
      </p:sp>
      <p:cxnSp>
        <p:nvCxnSpPr>
          <p:cNvPr id="15" name="Straight Connector 14">
            <a:extLst>
              <a:ext uri="{FF2B5EF4-FFF2-40B4-BE49-F238E27FC236}">
                <a16:creationId xmlns:a16="http://schemas.microsoft.com/office/drawing/2014/main" id="{E518C251-13D0-DDD8-7889-37BD399DA584}"/>
              </a:ext>
            </a:extLst>
          </p:cNvPr>
          <p:cNvCxnSpPr>
            <a:cxnSpLocks/>
            <a:stCxn id="14" idx="3"/>
            <a:endCxn id="13" idx="2"/>
          </p:cNvCxnSpPr>
          <p:nvPr/>
        </p:nvCxnSpPr>
        <p:spPr>
          <a:xfrm>
            <a:off x="6535588" y="1933504"/>
            <a:ext cx="2304256" cy="919232"/>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31AC6AE-9826-E920-A36B-E56C8E50C799}"/>
              </a:ext>
            </a:extLst>
          </p:cNvPr>
          <p:cNvSpPr txBox="1"/>
          <p:nvPr/>
        </p:nvSpPr>
        <p:spPr>
          <a:xfrm>
            <a:off x="4951412" y="4064686"/>
            <a:ext cx="3060339" cy="461665"/>
          </a:xfrm>
          <a:prstGeom prst="rect">
            <a:avLst/>
          </a:prstGeom>
          <a:solidFill>
            <a:schemeClr val="accent1">
              <a:lumMod val="20000"/>
              <a:lumOff val="80000"/>
            </a:schemeClr>
          </a:solidFill>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US" dirty="0">
                <a:solidFill>
                  <a:schemeClr val="tx1"/>
                </a:solidFill>
              </a:rPr>
              <a:t>You must choose one</a:t>
            </a:r>
            <a:endParaRPr lang="en-ZA" dirty="0">
              <a:solidFill>
                <a:schemeClr val="tx1"/>
              </a:solidFill>
            </a:endParaRPr>
          </a:p>
        </p:txBody>
      </p:sp>
      <p:cxnSp>
        <p:nvCxnSpPr>
          <p:cNvPr id="18" name="Straight Connector 17">
            <a:extLst>
              <a:ext uri="{FF2B5EF4-FFF2-40B4-BE49-F238E27FC236}">
                <a16:creationId xmlns:a16="http://schemas.microsoft.com/office/drawing/2014/main" id="{CBA3565C-289D-A01C-3BB0-B2B1CDE89112}"/>
              </a:ext>
            </a:extLst>
          </p:cNvPr>
          <p:cNvCxnSpPr>
            <a:cxnSpLocks/>
            <a:endCxn id="16" idx="0"/>
          </p:cNvCxnSpPr>
          <p:nvPr/>
        </p:nvCxnSpPr>
        <p:spPr>
          <a:xfrm flipH="1">
            <a:off x="6481582" y="2870916"/>
            <a:ext cx="510470" cy="119377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EF3375E-320E-B375-1198-F3AA0AAF0EBB}"/>
              </a:ext>
            </a:extLst>
          </p:cNvPr>
          <p:cNvSpPr txBox="1"/>
          <p:nvPr/>
        </p:nvSpPr>
        <p:spPr>
          <a:xfrm>
            <a:off x="4879404" y="1702671"/>
            <a:ext cx="1656184" cy="46166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r>
              <a:rPr lang="en-US" dirty="0"/>
              <a:t>Def + </a:t>
            </a:r>
            <a:r>
              <a:rPr lang="en-US" dirty="0" err="1"/>
              <a:t>recog</a:t>
            </a:r>
            <a:endParaRPr lang="en-ZA" dirty="0"/>
          </a:p>
        </p:txBody>
      </p:sp>
      <mc:AlternateContent xmlns:mc="http://schemas.openxmlformats.org/markup-compatibility/2006" xmlns:p14="http://schemas.microsoft.com/office/powerpoint/2010/main">
        <mc:Choice Requires="p14">
          <p:contentPart p14:bwMode="auto" r:id="rId6">
            <p14:nvContentPartPr>
              <p14:cNvPr id="17" name="Ink 16">
                <a:extLst>
                  <a:ext uri="{FF2B5EF4-FFF2-40B4-BE49-F238E27FC236}">
                    <a16:creationId xmlns:a16="http://schemas.microsoft.com/office/drawing/2014/main" id="{C1BC1108-2790-BEC1-77E8-F63E18B84E5B}"/>
                  </a:ext>
                </a:extLst>
              </p14:cNvPr>
              <p14:cNvContentPartPr/>
              <p14:nvPr/>
            </p14:nvContentPartPr>
            <p14:xfrm>
              <a:off x="3961694" y="2385330"/>
              <a:ext cx="3839400" cy="60840"/>
            </p14:xfrm>
          </p:contentPart>
        </mc:Choice>
        <mc:Fallback xmlns="">
          <p:pic>
            <p:nvPicPr>
              <p:cNvPr id="17" name="Ink 16">
                <a:extLst>
                  <a:ext uri="{FF2B5EF4-FFF2-40B4-BE49-F238E27FC236}">
                    <a16:creationId xmlns:a16="http://schemas.microsoft.com/office/drawing/2014/main" id="{C1BC1108-2790-BEC1-77E8-F63E18B84E5B}"/>
                  </a:ext>
                </a:extLst>
              </p:cNvPr>
              <p:cNvPicPr/>
              <p:nvPr/>
            </p:nvPicPr>
            <p:blipFill>
              <a:blip r:embed="rId7"/>
              <a:stretch>
                <a:fillRect/>
              </a:stretch>
            </p:blipFill>
            <p:spPr>
              <a:xfrm>
                <a:off x="3907694" y="2277330"/>
                <a:ext cx="3947040" cy="276480"/>
              </a:xfrm>
              <a:prstGeom prst="rect">
                <a:avLst/>
              </a:prstGeom>
            </p:spPr>
          </p:pic>
        </mc:Fallback>
      </mc:AlternateContent>
    </p:spTree>
    <p:extLst>
      <p:ext uri="{BB962C8B-B14F-4D97-AF65-F5344CB8AC3E}">
        <p14:creationId xmlns:p14="http://schemas.microsoft.com/office/powerpoint/2010/main" val="342416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61229D-D6FA-559B-DEFA-9802363901A3}"/>
              </a:ext>
            </a:extLst>
          </p:cNvPr>
          <p:cNvSpPr>
            <a:spLocks noGrp="1"/>
          </p:cNvSpPr>
          <p:nvPr>
            <p:ph type="title"/>
          </p:nvPr>
        </p:nvSpPr>
        <p:spPr/>
        <p:txBody>
          <a:bodyPr/>
          <a:lstStyle/>
          <a:p>
            <a:r>
              <a:rPr lang="en-US" dirty="0"/>
              <a:t>Question 3 </a:t>
            </a:r>
            <a:endParaRPr lang="en-ZA" dirty="0"/>
          </a:p>
        </p:txBody>
      </p:sp>
      <p:graphicFrame>
        <p:nvGraphicFramePr>
          <p:cNvPr id="5" name="Table 4">
            <a:extLst>
              <a:ext uri="{FF2B5EF4-FFF2-40B4-BE49-F238E27FC236}">
                <a16:creationId xmlns:a16="http://schemas.microsoft.com/office/drawing/2014/main" id="{6F4C189E-EDAE-C40A-2FD4-8217C6BE7336}"/>
              </a:ext>
            </a:extLst>
          </p:cNvPr>
          <p:cNvGraphicFramePr>
            <a:graphicFrameLocks noGrp="1"/>
          </p:cNvGraphicFramePr>
          <p:nvPr>
            <p:extLst>
              <p:ext uri="{D42A27DB-BD31-4B8C-83A1-F6EECF244321}">
                <p14:modId xmlns:p14="http://schemas.microsoft.com/office/powerpoint/2010/main" val="2551509595"/>
              </p:ext>
            </p:extLst>
          </p:nvPr>
        </p:nvGraphicFramePr>
        <p:xfrm>
          <a:off x="270892" y="1556792"/>
          <a:ext cx="9066633" cy="3934036"/>
        </p:xfrm>
        <a:graphic>
          <a:graphicData uri="http://schemas.openxmlformats.org/drawingml/2006/table">
            <a:tbl>
              <a:tblPr firstRow="1" firstCol="1" bandRow="1"/>
              <a:tblGrid>
                <a:gridCol w="349814">
                  <a:extLst>
                    <a:ext uri="{9D8B030D-6E8A-4147-A177-3AD203B41FA5}">
                      <a16:colId xmlns:a16="http://schemas.microsoft.com/office/drawing/2014/main" val="1624898420"/>
                    </a:ext>
                  </a:extLst>
                </a:gridCol>
                <a:gridCol w="7803619">
                  <a:extLst>
                    <a:ext uri="{9D8B030D-6E8A-4147-A177-3AD203B41FA5}">
                      <a16:colId xmlns:a16="http://schemas.microsoft.com/office/drawing/2014/main" val="1188107337"/>
                    </a:ext>
                  </a:extLst>
                </a:gridCol>
                <a:gridCol w="913200">
                  <a:extLst>
                    <a:ext uri="{9D8B030D-6E8A-4147-A177-3AD203B41FA5}">
                      <a16:colId xmlns:a16="http://schemas.microsoft.com/office/drawing/2014/main" val="1387512230"/>
                    </a:ext>
                  </a:extLst>
                </a:gridCol>
              </a:tblGrid>
              <a:tr h="382842">
                <a:tc gridSpan="2">
                  <a:txBody>
                    <a:bodyPr/>
                    <a:lstStyle/>
                    <a:p>
                      <a:pPr algn="just">
                        <a:spcBef>
                          <a:spcPts val="600"/>
                        </a:spcBef>
                        <a:spcAft>
                          <a:spcPts val="600"/>
                        </a:spcAft>
                      </a:pPr>
                      <a:r>
                        <a:rPr lang="af-ZA" sz="2000" b="1" dirty="0">
                          <a:effectLst/>
                          <a:latin typeface="+mn-lt"/>
                          <a:ea typeface="Calibri" panose="020F0502020204030204" pitchFamily="34" charset="0"/>
                        </a:rPr>
                        <a:t>REQUIRED</a:t>
                      </a:r>
                      <a:endParaRPr lang="en-ZA" sz="20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ZA"/>
                    </a:p>
                  </a:txBody>
                  <a:tcPr/>
                </a:tc>
                <a:tc>
                  <a:txBody>
                    <a:bodyPr/>
                    <a:lstStyle/>
                    <a:p>
                      <a:pPr algn="ctr">
                        <a:spcBef>
                          <a:spcPts val="600"/>
                        </a:spcBef>
                        <a:spcAft>
                          <a:spcPts val="600"/>
                        </a:spcAft>
                      </a:pPr>
                      <a:r>
                        <a:rPr lang="af-ZA" sz="2000" b="1" dirty="0">
                          <a:effectLst/>
                          <a:latin typeface="+mn-lt"/>
                          <a:ea typeface="Calibri" panose="020F0502020204030204" pitchFamily="34" charset="0"/>
                        </a:rPr>
                        <a:t>Marks</a:t>
                      </a:r>
                      <a:endParaRPr lang="en-ZA" sz="20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3300674"/>
                  </a:ext>
                </a:extLst>
              </a:tr>
              <a:tr h="1531371">
                <a:tc>
                  <a:txBody>
                    <a:bodyPr/>
                    <a:lstStyle/>
                    <a:p>
                      <a:pPr algn="ctr">
                        <a:spcBef>
                          <a:spcPts val="600"/>
                        </a:spcBef>
                        <a:spcAft>
                          <a:spcPts val="600"/>
                        </a:spcAft>
                      </a:pPr>
                      <a:r>
                        <a:rPr lang="af-ZA" sz="2000">
                          <a:effectLst/>
                          <a:latin typeface="+mn-lt"/>
                          <a:ea typeface="Calibri" panose="020F0502020204030204" pitchFamily="34" charset="0"/>
                        </a:rPr>
                        <a:t>i.</a:t>
                      </a:r>
                      <a:endParaRPr lang="en-ZA" sz="200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Bef>
                          <a:spcPts val="600"/>
                        </a:spcBef>
                        <a:spcAft>
                          <a:spcPts val="600"/>
                        </a:spcAft>
                      </a:pPr>
                      <a:r>
                        <a:rPr lang="en-ZA" sz="2000" dirty="0">
                          <a:effectLst/>
                          <a:latin typeface="+mn-lt"/>
                          <a:ea typeface="Times New Roman" panose="02020603050405020304" pitchFamily="18" charset="0"/>
                        </a:rPr>
                        <a:t>Explain, with reference to the definitions and recognition criteria in the </a:t>
                      </a:r>
                      <a:r>
                        <a:rPr lang="en-ZA" sz="2000" i="1" dirty="0">
                          <a:effectLst/>
                          <a:latin typeface="+mn-lt"/>
                          <a:ea typeface="Times New Roman" panose="02020603050405020304" pitchFamily="18" charset="0"/>
                        </a:rPr>
                        <a:t>Conceptual Framework for Financial Reporting</a:t>
                      </a:r>
                      <a:r>
                        <a:rPr lang="en-ZA" sz="2000" dirty="0">
                          <a:effectLst/>
                          <a:latin typeface="+mn-lt"/>
                          <a:ea typeface="Times New Roman" panose="02020603050405020304" pitchFamily="18" charset="0"/>
                        </a:rPr>
                        <a:t>, whether the refundable deposits will be shown as an income or a liability in the financial statements of Outdoor (Pty) Ltd. on 31 December 2014</a:t>
                      </a:r>
                      <a:r>
                        <a:rPr lang="af-ZA" sz="2000" dirty="0">
                          <a:effectLst/>
                          <a:latin typeface="+mn-lt"/>
                          <a:ea typeface="Times New Roman" panose="02020603050405020304" pitchFamily="18" charset="0"/>
                        </a:rPr>
                        <a:t>.</a:t>
                      </a:r>
                      <a:endParaRPr lang="en-ZA" sz="20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600"/>
                        </a:spcBef>
                        <a:spcAft>
                          <a:spcPts val="600"/>
                        </a:spcAft>
                      </a:pPr>
                      <a:r>
                        <a:rPr lang="af-ZA" sz="2000">
                          <a:effectLst/>
                          <a:latin typeface="+mn-lt"/>
                          <a:ea typeface="Calibri" panose="020F0502020204030204" pitchFamily="34" charset="0"/>
                        </a:rPr>
                        <a:t>17</a:t>
                      </a:r>
                      <a:endParaRPr lang="en-ZA" sz="2000">
                        <a:effectLst/>
                        <a:latin typeface="+mn-lt"/>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4390416"/>
                  </a:ext>
                </a:extLst>
              </a:tr>
              <a:tr h="1254139">
                <a:tc>
                  <a:txBody>
                    <a:bodyPr/>
                    <a:lstStyle/>
                    <a:p>
                      <a:pPr algn="ctr">
                        <a:spcBef>
                          <a:spcPts val="600"/>
                        </a:spcBef>
                        <a:spcAft>
                          <a:spcPts val="600"/>
                        </a:spcAft>
                      </a:pPr>
                      <a:r>
                        <a:rPr lang="af-ZA" sz="2000">
                          <a:effectLst/>
                          <a:latin typeface="+mn-lt"/>
                          <a:ea typeface="Calibri" panose="020F0502020204030204" pitchFamily="34" charset="0"/>
                        </a:rPr>
                        <a:t>ii.</a:t>
                      </a:r>
                      <a:endParaRPr lang="en-ZA" sz="200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Bef>
                          <a:spcPts val="600"/>
                        </a:spcBef>
                        <a:spcAft>
                          <a:spcPts val="600"/>
                        </a:spcAft>
                      </a:pPr>
                      <a:r>
                        <a:rPr lang="en-ZA" sz="2000" dirty="0">
                          <a:effectLst/>
                          <a:latin typeface="+mn-lt"/>
                          <a:ea typeface="Calibri" panose="020F0502020204030204" pitchFamily="34" charset="0"/>
                        </a:rPr>
                        <a:t>Show the journal entry for the deposits received in the general journal of Outdoor (Pty) Ltd. for the year ended 31 December 2014.</a:t>
                      </a:r>
                    </a:p>
                    <a:p>
                      <a:pPr algn="just">
                        <a:spcBef>
                          <a:spcPts val="600"/>
                        </a:spcBef>
                        <a:spcAft>
                          <a:spcPts val="600"/>
                        </a:spcAft>
                      </a:pPr>
                      <a:r>
                        <a:rPr lang="en-ZA" sz="2000" dirty="0">
                          <a:effectLst/>
                          <a:latin typeface="+mn-lt"/>
                          <a:ea typeface="Calibri" panose="020F0502020204030204" pitchFamily="34" charset="0"/>
                        </a:rPr>
                        <a:t>Journal narrations are not required.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600"/>
                        </a:spcBef>
                        <a:spcAft>
                          <a:spcPts val="600"/>
                        </a:spcAft>
                      </a:pPr>
                      <a:r>
                        <a:rPr lang="af-ZA" sz="2000">
                          <a:effectLst/>
                          <a:latin typeface="+mn-lt"/>
                          <a:ea typeface="Calibri" panose="020F0502020204030204" pitchFamily="34" charset="0"/>
                        </a:rPr>
                        <a:t>1</a:t>
                      </a:r>
                      <a:endParaRPr lang="en-ZA" sz="2000">
                        <a:effectLst/>
                        <a:latin typeface="+mn-lt"/>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7330782"/>
                  </a:ext>
                </a:extLst>
              </a:tr>
              <a:tr h="382842">
                <a:tc gridSpan="2">
                  <a:txBody>
                    <a:bodyPr/>
                    <a:lstStyle/>
                    <a:p>
                      <a:pPr algn="just">
                        <a:spcBef>
                          <a:spcPts val="600"/>
                        </a:spcBef>
                        <a:spcAft>
                          <a:spcPts val="600"/>
                        </a:spcAft>
                      </a:pPr>
                      <a:r>
                        <a:rPr lang="af-ZA" sz="2000" i="1" dirty="0" err="1">
                          <a:effectLst/>
                          <a:latin typeface="+mn-lt"/>
                          <a:ea typeface="Calibri" panose="020F0502020204030204" pitchFamily="34" charset="0"/>
                        </a:rPr>
                        <a:t>Communication</a:t>
                      </a:r>
                      <a:r>
                        <a:rPr lang="af-ZA" sz="2000" i="1" dirty="0">
                          <a:effectLst/>
                          <a:latin typeface="+mn-lt"/>
                          <a:ea typeface="Calibri" panose="020F0502020204030204" pitchFamily="34" charset="0"/>
                        </a:rPr>
                        <a:t> </a:t>
                      </a:r>
                      <a:r>
                        <a:rPr lang="af-ZA" sz="2000" i="1" dirty="0" err="1">
                          <a:effectLst/>
                          <a:latin typeface="+mn-lt"/>
                          <a:ea typeface="Calibri" panose="020F0502020204030204" pitchFamily="34" charset="0"/>
                        </a:rPr>
                        <a:t>skills</a:t>
                      </a:r>
                      <a:r>
                        <a:rPr lang="af-ZA" sz="2000" i="1" dirty="0">
                          <a:effectLst/>
                          <a:latin typeface="+mn-lt"/>
                          <a:ea typeface="Calibri" panose="020F0502020204030204" pitchFamily="34" charset="0"/>
                        </a:rPr>
                        <a:t> - </a:t>
                      </a:r>
                      <a:r>
                        <a:rPr lang="af-ZA" sz="2000" i="1" dirty="0" err="1">
                          <a:effectLst/>
                          <a:latin typeface="+mn-lt"/>
                          <a:ea typeface="Calibri" panose="020F0502020204030204" pitchFamily="34" charset="0"/>
                        </a:rPr>
                        <a:t>presentation</a:t>
                      </a:r>
                      <a:r>
                        <a:rPr lang="af-ZA" sz="2000" i="1" dirty="0">
                          <a:effectLst/>
                          <a:latin typeface="+mn-lt"/>
                          <a:ea typeface="Calibri" panose="020F0502020204030204" pitchFamily="34" charset="0"/>
                        </a:rPr>
                        <a:t> </a:t>
                      </a:r>
                      <a:endParaRPr lang="en-ZA" sz="20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ZA"/>
                    </a:p>
                  </a:txBody>
                  <a:tcPr/>
                </a:tc>
                <a:tc>
                  <a:txBody>
                    <a:bodyPr/>
                    <a:lstStyle/>
                    <a:p>
                      <a:pPr algn="ctr">
                        <a:spcBef>
                          <a:spcPts val="600"/>
                        </a:spcBef>
                        <a:spcAft>
                          <a:spcPts val="600"/>
                        </a:spcAft>
                      </a:pPr>
                      <a:r>
                        <a:rPr lang="af-ZA" sz="2000">
                          <a:effectLst/>
                          <a:latin typeface="+mn-lt"/>
                          <a:ea typeface="Calibri" panose="020F0502020204030204" pitchFamily="34" charset="0"/>
                        </a:rPr>
                        <a:t>2</a:t>
                      </a:r>
                      <a:endParaRPr lang="en-ZA" sz="2000">
                        <a:effectLst/>
                        <a:latin typeface="+mn-lt"/>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3440423"/>
                  </a:ext>
                </a:extLst>
              </a:tr>
              <a:tr h="382842">
                <a:tc gridSpan="2">
                  <a:txBody>
                    <a:bodyPr/>
                    <a:lstStyle/>
                    <a:p>
                      <a:pPr algn="just">
                        <a:spcBef>
                          <a:spcPts val="600"/>
                        </a:spcBef>
                        <a:spcAft>
                          <a:spcPts val="600"/>
                        </a:spcAft>
                      </a:pPr>
                      <a:r>
                        <a:rPr lang="af-ZA" sz="2000" b="1" dirty="0">
                          <a:effectLst/>
                          <a:latin typeface="+mn-lt"/>
                          <a:ea typeface="Calibri" panose="020F0502020204030204" pitchFamily="34" charset="0"/>
                        </a:rPr>
                        <a:t>TOTAL MARKS</a:t>
                      </a:r>
                      <a:endParaRPr lang="en-ZA" sz="20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ZA"/>
                    </a:p>
                  </a:txBody>
                  <a:tcPr/>
                </a:tc>
                <a:tc>
                  <a:txBody>
                    <a:bodyPr/>
                    <a:lstStyle/>
                    <a:p>
                      <a:pPr algn="ctr">
                        <a:spcBef>
                          <a:spcPts val="600"/>
                        </a:spcBef>
                        <a:spcAft>
                          <a:spcPts val="600"/>
                        </a:spcAft>
                      </a:pPr>
                      <a:r>
                        <a:rPr lang="af-ZA" sz="2000" b="1" dirty="0">
                          <a:effectLst/>
                          <a:latin typeface="+mn-lt"/>
                          <a:ea typeface="Calibri" panose="020F0502020204030204" pitchFamily="34" charset="0"/>
                        </a:rPr>
                        <a:t>20</a:t>
                      </a:r>
                      <a:endParaRPr lang="en-ZA" sz="2000" dirty="0">
                        <a:effectLst/>
                        <a:latin typeface="+mn-lt"/>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8489004"/>
                  </a:ext>
                </a:extLst>
              </a:tr>
            </a:tbl>
          </a:graphicData>
        </a:graphic>
      </p:graphicFrame>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28333108-3389-32A4-D8EF-97BCABA21BE5}"/>
                  </a:ext>
                </a:extLst>
              </p14:cNvPr>
              <p14:cNvContentPartPr/>
              <p14:nvPr/>
            </p14:nvContentPartPr>
            <p14:xfrm>
              <a:off x="3895808" y="2102868"/>
              <a:ext cx="3839400" cy="60840"/>
            </p14:xfrm>
          </p:contentPart>
        </mc:Choice>
        <mc:Fallback xmlns="">
          <p:pic>
            <p:nvPicPr>
              <p:cNvPr id="6" name="Ink 5">
                <a:extLst>
                  <a:ext uri="{FF2B5EF4-FFF2-40B4-BE49-F238E27FC236}">
                    <a16:creationId xmlns:a16="http://schemas.microsoft.com/office/drawing/2014/main" id="{28333108-3389-32A4-D8EF-97BCABA21BE5}"/>
                  </a:ext>
                </a:extLst>
              </p:cNvPr>
              <p:cNvPicPr/>
              <p:nvPr/>
            </p:nvPicPr>
            <p:blipFill>
              <a:blip r:embed="rId3"/>
              <a:stretch>
                <a:fillRect/>
              </a:stretch>
            </p:blipFill>
            <p:spPr>
              <a:xfrm>
                <a:off x="3841808" y="1994868"/>
                <a:ext cx="394704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F9214320-0488-F328-CC4C-9A51A8B27259}"/>
                  </a:ext>
                </a:extLst>
              </p14:cNvPr>
              <p14:cNvContentPartPr/>
              <p14:nvPr/>
            </p14:nvContentPartPr>
            <p14:xfrm>
              <a:off x="774948" y="2370776"/>
              <a:ext cx="4680520" cy="74169"/>
            </p14:xfrm>
          </p:contentPart>
        </mc:Choice>
        <mc:Fallback xmlns="">
          <p:pic>
            <p:nvPicPr>
              <p:cNvPr id="7" name="Ink 6">
                <a:extLst>
                  <a:ext uri="{FF2B5EF4-FFF2-40B4-BE49-F238E27FC236}">
                    <a16:creationId xmlns:a16="http://schemas.microsoft.com/office/drawing/2014/main" id="{F9214320-0488-F328-CC4C-9A51A8B27259}"/>
                  </a:ext>
                </a:extLst>
              </p:cNvPr>
              <p:cNvPicPr/>
              <p:nvPr/>
            </p:nvPicPr>
            <p:blipFill>
              <a:blip r:embed="rId5"/>
              <a:stretch>
                <a:fillRect/>
              </a:stretch>
            </p:blipFill>
            <p:spPr>
              <a:xfrm>
                <a:off x="720946" y="2262763"/>
                <a:ext cx="4788164" cy="289835"/>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FC4F1C60-3AB4-A5A7-2C7D-109E07482A52}"/>
                  </a:ext>
                </a:extLst>
              </p14:cNvPr>
              <p14:cNvContentPartPr/>
              <p14:nvPr/>
            </p14:nvContentPartPr>
            <p14:xfrm>
              <a:off x="4212959" y="2812476"/>
              <a:ext cx="2130840" cy="32400"/>
            </p14:xfrm>
          </p:contentPart>
        </mc:Choice>
        <mc:Fallback xmlns="">
          <p:pic>
            <p:nvPicPr>
              <p:cNvPr id="8" name="Ink 7">
                <a:extLst>
                  <a:ext uri="{FF2B5EF4-FFF2-40B4-BE49-F238E27FC236}">
                    <a16:creationId xmlns:a16="http://schemas.microsoft.com/office/drawing/2014/main" id="{FC4F1C60-3AB4-A5A7-2C7D-109E07482A52}"/>
                  </a:ext>
                </a:extLst>
              </p:cNvPr>
              <p:cNvPicPr/>
              <p:nvPr/>
            </p:nvPicPr>
            <p:blipFill>
              <a:blip r:embed="rId7"/>
              <a:stretch>
                <a:fillRect/>
              </a:stretch>
            </p:blipFill>
            <p:spPr>
              <a:xfrm>
                <a:off x="4194959" y="2794274"/>
                <a:ext cx="2166480" cy="68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4A40C535-9390-32BD-CD27-D4866886DA6E}"/>
                  </a:ext>
                </a:extLst>
              </p14:cNvPr>
              <p14:cNvContentPartPr/>
              <p14:nvPr/>
            </p14:nvContentPartPr>
            <p14:xfrm>
              <a:off x="4376000" y="2670440"/>
              <a:ext cx="4245120" cy="251640"/>
            </p14:xfrm>
          </p:contentPart>
        </mc:Choice>
        <mc:Fallback xmlns="">
          <p:pic>
            <p:nvPicPr>
              <p:cNvPr id="10" name="Ink 9">
                <a:extLst>
                  <a:ext uri="{FF2B5EF4-FFF2-40B4-BE49-F238E27FC236}">
                    <a16:creationId xmlns:a16="http://schemas.microsoft.com/office/drawing/2014/main" id="{4A40C535-9390-32BD-CD27-D4866886DA6E}"/>
                  </a:ext>
                </a:extLst>
              </p:cNvPr>
              <p:cNvPicPr/>
              <p:nvPr/>
            </p:nvPicPr>
            <p:blipFill>
              <a:blip r:embed="rId9"/>
              <a:stretch>
                <a:fillRect/>
              </a:stretch>
            </p:blipFill>
            <p:spPr>
              <a:xfrm>
                <a:off x="4367000" y="2661440"/>
                <a:ext cx="4262760" cy="269280"/>
              </a:xfrm>
              <a:prstGeom prst="rect">
                <a:avLst/>
              </a:prstGeom>
            </p:spPr>
          </p:pic>
        </mc:Fallback>
      </mc:AlternateContent>
      <p:grpSp>
        <p:nvGrpSpPr>
          <p:cNvPr id="15" name="Group 14">
            <a:extLst>
              <a:ext uri="{FF2B5EF4-FFF2-40B4-BE49-F238E27FC236}">
                <a16:creationId xmlns:a16="http://schemas.microsoft.com/office/drawing/2014/main" id="{4D87B3B6-C889-4C76-6034-8BB33FF8613C}"/>
              </a:ext>
            </a:extLst>
          </p:cNvPr>
          <p:cNvGrpSpPr/>
          <p:nvPr/>
        </p:nvGrpSpPr>
        <p:grpSpPr>
          <a:xfrm>
            <a:off x="8567840" y="2631920"/>
            <a:ext cx="147960" cy="152640"/>
            <a:chOff x="8567840" y="2631920"/>
            <a:chExt cx="147960" cy="152640"/>
          </a:xfrm>
        </p:grpSpPr>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52BAD6E4-F62E-DC39-D768-8C8BE3AD477A}"/>
                    </a:ext>
                  </a:extLst>
                </p14:cNvPr>
                <p14:cNvContentPartPr/>
                <p14:nvPr/>
              </p14:nvContentPartPr>
              <p14:xfrm>
                <a:off x="8567840" y="2631920"/>
                <a:ext cx="118080" cy="25560"/>
              </p14:xfrm>
            </p:contentPart>
          </mc:Choice>
          <mc:Fallback xmlns="">
            <p:pic>
              <p:nvPicPr>
                <p:cNvPr id="13" name="Ink 12">
                  <a:extLst>
                    <a:ext uri="{FF2B5EF4-FFF2-40B4-BE49-F238E27FC236}">
                      <a16:creationId xmlns:a16="http://schemas.microsoft.com/office/drawing/2014/main" id="{52BAD6E4-F62E-DC39-D768-8C8BE3AD477A}"/>
                    </a:ext>
                  </a:extLst>
                </p:cNvPr>
                <p:cNvPicPr/>
                <p:nvPr/>
              </p:nvPicPr>
              <p:blipFill>
                <a:blip r:embed="rId11"/>
                <a:stretch>
                  <a:fillRect/>
                </a:stretch>
              </p:blipFill>
              <p:spPr>
                <a:xfrm>
                  <a:off x="8558840" y="2623280"/>
                  <a:ext cx="13572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4BFFA211-096E-807F-4539-E4B9C6848412}"/>
                    </a:ext>
                  </a:extLst>
                </p14:cNvPr>
                <p14:cNvContentPartPr/>
                <p14:nvPr/>
              </p14:nvContentPartPr>
              <p14:xfrm>
                <a:off x="8582240" y="2657840"/>
                <a:ext cx="133560" cy="126720"/>
              </p14:xfrm>
            </p:contentPart>
          </mc:Choice>
          <mc:Fallback xmlns="">
            <p:pic>
              <p:nvPicPr>
                <p:cNvPr id="14" name="Ink 13">
                  <a:extLst>
                    <a:ext uri="{FF2B5EF4-FFF2-40B4-BE49-F238E27FC236}">
                      <a16:creationId xmlns:a16="http://schemas.microsoft.com/office/drawing/2014/main" id="{4BFFA211-096E-807F-4539-E4B9C6848412}"/>
                    </a:ext>
                  </a:extLst>
                </p:cNvPr>
                <p:cNvPicPr/>
                <p:nvPr/>
              </p:nvPicPr>
              <p:blipFill>
                <a:blip r:embed="rId13"/>
                <a:stretch>
                  <a:fillRect/>
                </a:stretch>
              </p:blipFill>
              <p:spPr>
                <a:xfrm>
                  <a:off x="8573600" y="2648840"/>
                  <a:ext cx="151200" cy="144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DAA36862-EC03-C3CA-F48D-DFA7B05B3DF2}"/>
                  </a:ext>
                </a:extLst>
              </p14:cNvPr>
              <p14:cNvContentPartPr/>
              <p14:nvPr/>
            </p14:nvContentPartPr>
            <p14:xfrm>
              <a:off x="4519364" y="2995387"/>
              <a:ext cx="1717560" cy="43920"/>
            </p14:xfrm>
          </p:contentPart>
        </mc:Choice>
        <mc:Fallback xmlns="">
          <p:pic>
            <p:nvPicPr>
              <p:cNvPr id="17" name="Ink 16">
                <a:extLst>
                  <a:ext uri="{FF2B5EF4-FFF2-40B4-BE49-F238E27FC236}">
                    <a16:creationId xmlns:a16="http://schemas.microsoft.com/office/drawing/2014/main" id="{DAA36862-EC03-C3CA-F48D-DFA7B05B3DF2}"/>
                  </a:ext>
                </a:extLst>
              </p:cNvPr>
              <p:cNvPicPr/>
              <p:nvPr/>
            </p:nvPicPr>
            <p:blipFill>
              <a:blip r:embed="rId15"/>
              <a:stretch>
                <a:fillRect/>
              </a:stretch>
            </p:blipFill>
            <p:spPr>
              <a:xfrm>
                <a:off x="4465375" y="2887387"/>
                <a:ext cx="1825177" cy="259560"/>
              </a:xfrm>
              <a:prstGeom prst="rect">
                <a:avLst/>
              </a:prstGeom>
            </p:spPr>
          </p:pic>
        </mc:Fallback>
      </mc:AlternateContent>
      <p:pic>
        <p:nvPicPr>
          <p:cNvPr id="9" name="Picture 8">
            <a:extLst>
              <a:ext uri="{FF2B5EF4-FFF2-40B4-BE49-F238E27FC236}">
                <a16:creationId xmlns:a16="http://schemas.microsoft.com/office/drawing/2014/main" id="{8AC6D051-214A-9987-0FC7-2883B23F84DE}"/>
              </a:ext>
            </a:extLst>
          </p:cNvPr>
          <p:cNvPicPr>
            <a:picLocks noChangeAspect="1"/>
          </p:cNvPicPr>
          <p:nvPr/>
        </p:nvPicPr>
        <p:blipFill>
          <a:blip r:embed="rId16"/>
          <a:stretch>
            <a:fillRect/>
          </a:stretch>
        </p:blipFill>
        <p:spPr>
          <a:xfrm>
            <a:off x="421283" y="170296"/>
            <a:ext cx="5931205" cy="882695"/>
          </a:xfrm>
          <a:prstGeom prst="rect">
            <a:avLst/>
          </a:prstGeom>
          <a:ln>
            <a:solidFill>
              <a:schemeClr val="accent1"/>
            </a:solidFill>
          </a:ln>
        </p:spPr>
      </p:pic>
    </p:spTree>
    <p:extLst>
      <p:ext uri="{BB962C8B-B14F-4D97-AF65-F5344CB8AC3E}">
        <p14:creationId xmlns:p14="http://schemas.microsoft.com/office/powerpoint/2010/main" val="3420175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61229D-D6FA-559B-DEFA-9802363901A3}"/>
              </a:ext>
            </a:extLst>
          </p:cNvPr>
          <p:cNvSpPr>
            <a:spLocks noGrp="1"/>
          </p:cNvSpPr>
          <p:nvPr>
            <p:ph type="title"/>
          </p:nvPr>
        </p:nvSpPr>
        <p:spPr/>
        <p:txBody>
          <a:bodyPr/>
          <a:lstStyle/>
          <a:p>
            <a:r>
              <a:rPr lang="en-US" dirty="0"/>
              <a:t>Exam technique </a:t>
            </a:r>
            <a:endParaRPr lang="en-ZA" dirty="0"/>
          </a:p>
        </p:txBody>
      </p:sp>
      <p:sp>
        <p:nvSpPr>
          <p:cNvPr id="6" name="TextBox 5">
            <a:extLst>
              <a:ext uri="{FF2B5EF4-FFF2-40B4-BE49-F238E27FC236}">
                <a16:creationId xmlns:a16="http://schemas.microsoft.com/office/drawing/2014/main" id="{20C428BB-FD4B-23B6-4776-90F52B03C4FF}"/>
              </a:ext>
            </a:extLst>
          </p:cNvPr>
          <p:cNvSpPr txBox="1"/>
          <p:nvPr/>
        </p:nvSpPr>
        <p:spPr>
          <a:xfrm>
            <a:off x="270892" y="1484784"/>
            <a:ext cx="9217024" cy="1323439"/>
          </a:xfrm>
          <a:prstGeom prst="rect">
            <a:avLst/>
          </a:prstGeom>
          <a:noFill/>
        </p:spPr>
        <p:txBody>
          <a:bodyPr wrap="square">
            <a:spAutoFit/>
          </a:bodyPr>
          <a:lstStyle/>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How much depth /detail should I give in a discussion question?</a:t>
            </a:r>
          </a:p>
          <a:p>
            <a:pPr marL="800100" lvl="1" indent="-342900">
              <a:buFont typeface="Wingdings" panose="05000000000000000000" pitchFamily="2" charset="2"/>
              <a:buChar char="Ø"/>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Let the mark allocation guide you (3/4 marks vs 10 marks vs 20 marks)</a:t>
            </a:r>
          </a:p>
          <a:p>
            <a:pPr marL="800100" lvl="1" indent="-342900">
              <a:buFont typeface="Wingdings" panose="05000000000000000000" pitchFamily="2" charset="2"/>
              <a:buChar char="Ø"/>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Check if the required limits you to a  specific standard (</a:t>
            </a:r>
            <a:r>
              <a:rPr kumimoji="0" lang="en-ZA" sz="2000" b="0" i="0" u="none" strike="noStrike" kern="1200" cap="none" spc="0" normalizeH="0" baseline="0" noProof="0" dirty="0" err="1">
                <a:ln>
                  <a:noFill/>
                </a:ln>
                <a:solidFill>
                  <a:srgbClr val="4D5356"/>
                </a:solidFill>
                <a:effectLst/>
                <a:uLnTx/>
                <a:uFillTx/>
                <a:latin typeface="Calibri" panose="020F0502020204030204"/>
                <a:ea typeface="+mn-ea"/>
                <a:cs typeface="Arial" panose="020B0604020202020204" pitchFamily="34" charset="0"/>
              </a:rPr>
              <a:t>eg</a:t>
            </a: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 discuss </a:t>
            </a:r>
            <a:r>
              <a:rPr kumimoji="0" lang="en-ZA" sz="2000" b="0" i="0" u="none" strike="noStrike" kern="1200" cap="none" spc="0" normalizeH="0" baseline="0" noProof="0" dirty="0" err="1">
                <a:ln>
                  <a:noFill/>
                </a:ln>
                <a:solidFill>
                  <a:srgbClr val="4D5356"/>
                </a:solidFill>
                <a:effectLst/>
                <a:uLnTx/>
                <a:uFillTx/>
                <a:latin typeface="Calibri" panose="020F0502020204030204"/>
                <a:ea typeface="+mn-ea"/>
                <a:cs typeface="Arial" panose="020B0604020202020204" pitchFamily="34" charset="0"/>
              </a:rPr>
              <a:t>iro</a:t>
            </a: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 IAS 16 or Conceptual Framework) </a:t>
            </a:r>
            <a:endPar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4255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61229D-D6FA-559B-DEFA-9802363901A3}"/>
              </a:ext>
            </a:extLst>
          </p:cNvPr>
          <p:cNvSpPr>
            <a:spLocks noGrp="1"/>
          </p:cNvSpPr>
          <p:nvPr>
            <p:ph type="title"/>
          </p:nvPr>
        </p:nvSpPr>
        <p:spPr/>
        <p:txBody>
          <a:bodyPr/>
          <a:lstStyle/>
          <a:p>
            <a:r>
              <a:rPr lang="en-US" dirty="0"/>
              <a:t>Exam technique </a:t>
            </a:r>
            <a:endParaRPr lang="en-ZA" dirty="0"/>
          </a:p>
        </p:txBody>
      </p:sp>
      <p:sp>
        <p:nvSpPr>
          <p:cNvPr id="6" name="TextBox 5">
            <a:extLst>
              <a:ext uri="{FF2B5EF4-FFF2-40B4-BE49-F238E27FC236}">
                <a16:creationId xmlns:a16="http://schemas.microsoft.com/office/drawing/2014/main" id="{20C428BB-FD4B-23B6-4776-90F52B03C4FF}"/>
              </a:ext>
            </a:extLst>
          </p:cNvPr>
          <p:cNvSpPr txBox="1"/>
          <p:nvPr/>
        </p:nvSpPr>
        <p:spPr>
          <a:xfrm>
            <a:off x="270892" y="1484784"/>
            <a:ext cx="9217024" cy="1015663"/>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TWO types: namely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	(1) classification-type questions AND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	(2) accounting treatment type questions</a:t>
            </a:r>
          </a:p>
        </p:txBody>
      </p:sp>
    </p:spTree>
    <p:extLst>
      <p:ext uri="{BB962C8B-B14F-4D97-AF65-F5344CB8AC3E}">
        <p14:creationId xmlns:p14="http://schemas.microsoft.com/office/powerpoint/2010/main" val="2088165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61229D-D6FA-559B-DEFA-9802363901A3}"/>
              </a:ext>
            </a:extLst>
          </p:cNvPr>
          <p:cNvSpPr>
            <a:spLocks noGrp="1"/>
          </p:cNvSpPr>
          <p:nvPr>
            <p:ph type="title"/>
          </p:nvPr>
        </p:nvSpPr>
        <p:spPr/>
        <p:txBody>
          <a:bodyPr/>
          <a:lstStyle/>
          <a:p>
            <a:r>
              <a:rPr lang="en-US" dirty="0"/>
              <a:t>Exam technique </a:t>
            </a:r>
            <a:endParaRPr lang="en-ZA" dirty="0"/>
          </a:p>
        </p:txBody>
      </p:sp>
      <p:sp>
        <p:nvSpPr>
          <p:cNvPr id="3" name="TextBox 2">
            <a:extLst>
              <a:ext uri="{FF2B5EF4-FFF2-40B4-BE49-F238E27FC236}">
                <a16:creationId xmlns:a16="http://schemas.microsoft.com/office/drawing/2014/main" id="{9F99B0D6-43E5-4900-9513-64F246948EF5}"/>
              </a:ext>
            </a:extLst>
          </p:cNvPr>
          <p:cNvSpPr txBox="1"/>
          <p:nvPr/>
        </p:nvSpPr>
        <p:spPr>
          <a:xfrm>
            <a:off x="270892" y="1484784"/>
            <a:ext cx="9433048" cy="1938992"/>
          </a:xfrm>
          <a:prstGeom prst="rect">
            <a:avLst/>
          </a:prstGeom>
          <a:noFill/>
        </p:spPr>
        <p:txBody>
          <a:bodyPr wrap="square">
            <a:spAutoFit/>
          </a:bodyPr>
          <a:lstStyle/>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Classification: Usually has only one final answer (</a:t>
            </a:r>
            <a:r>
              <a:rPr kumimoji="0" lang="en-ZA" sz="2000" b="0" i="0" u="none" strike="noStrike" kern="1200" cap="none" spc="0" normalizeH="0" baseline="0" noProof="0" dirty="0" err="1">
                <a:ln>
                  <a:noFill/>
                </a:ln>
                <a:solidFill>
                  <a:srgbClr val="4D5356"/>
                </a:solidFill>
                <a:effectLst/>
                <a:uLnTx/>
                <a:uFillTx/>
                <a:latin typeface="Calibri" panose="020F0502020204030204"/>
                <a:ea typeface="+mn-ea"/>
                <a:cs typeface="Arial" panose="020B0604020202020204" pitchFamily="34" charset="0"/>
              </a:rPr>
              <a:t>eg</a:t>
            </a: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 YES/NO, ASSET/LIAB)</a:t>
            </a: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endParaRP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Classification questions should address three elements: </a:t>
            </a:r>
          </a:p>
          <a:p>
            <a:pPr marL="914400" lvl="1" indent="-457200">
              <a:buFont typeface="+mj-lt"/>
              <a:buAutoNum type="arabicPeriod"/>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a quote from the standard, </a:t>
            </a:r>
          </a:p>
          <a:p>
            <a:pPr marL="914400" lvl="1" indent="-457200">
              <a:buFont typeface="+mj-lt"/>
              <a:buAutoNum type="arabicPeriod"/>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detail application of the information in the question to the quote</a:t>
            </a:r>
          </a:p>
          <a:p>
            <a:pPr marL="914400" lvl="1" indent="-457200">
              <a:buFont typeface="+mj-lt"/>
              <a:buAutoNum type="arabicPeriod"/>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a conclusion </a:t>
            </a:r>
          </a:p>
        </p:txBody>
      </p:sp>
    </p:spTree>
    <p:extLst>
      <p:ext uri="{BB962C8B-B14F-4D97-AF65-F5344CB8AC3E}">
        <p14:creationId xmlns:p14="http://schemas.microsoft.com/office/powerpoint/2010/main" val="870867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61229D-D6FA-559B-DEFA-9802363901A3}"/>
              </a:ext>
            </a:extLst>
          </p:cNvPr>
          <p:cNvSpPr>
            <a:spLocks noGrp="1"/>
          </p:cNvSpPr>
          <p:nvPr>
            <p:ph type="title"/>
          </p:nvPr>
        </p:nvSpPr>
        <p:spPr/>
        <p:txBody>
          <a:bodyPr/>
          <a:lstStyle/>
          <a:p>
            <a:r>
              <a:rPr lang="en-US" dirty="0"/>
              <a:t>Exam technique </a:t>
            </a:r>
            <a:endParaRPr lang="en-ZA" dirty="0"/>
          </a:p>
        </p:txBody>
      </p:sp>
      <p:sp>
        <p:nvSpPr>
          <p:cNvPr id="3" name="TextBox 2">
            <a:extLst>
              <a:ext uri="{FF2B5EF4-FFF2-40B4-BE49-F238E27FC236}">
                <a16:creationId xmlns:a16="http://schemas.microsoft.com/office/drawing/2014/main" id="{6CC686CA-E34F-4678-ED05-37EEF78F284D}"/>
              </a:ext>
            </a:extLst>
          </p:cNvPr>
          <p:cNvSpPr txBox="1"/>
          <p:nvPr/>
        </p:nvSpPr>
        <p:spPr>
          <a:xfrm>
            <a:off x="417497" y="1484784"/>
            <a:ext cx="4955874" cy="46166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ZA" sz="2400" b="0" i="0" u="none" strike="noStrike" kern="1200" cap="none" spc="0" normalizeH="0" baseline="0" noProof="0" dirty="0">
                <a:ln>
                  <a:noFill/>
                </a:ln>
                <a:solidFill>
                  <a:srgbClr val="4D5356"/>
                </a:solidFill>
                <a:effectLst/>
                <a:uLnTx/>
                <a:uFillTx/>
                <a:latin typeface="Calibri" panose="020F0502020204030204"/>
                <a:ea typeface="+mn-ea"/>
                <a:cs typeface="+mn-cs"/>
              </a:rPr>
              <a:t>Accounting treatment</a:t>
            </a:r>
          </a:p>
        </p:txBody>
      </p:sp>
      <p:sp>
        <p:nvSpPr>
          <p:cNvPr id="6" name="TextBox 5">
            <a:extLst>
              <a:ext uri="{FF2B5EF4-FFF2-40B4-BE49-F238E27FC236}">
                <a16:creationId xmlns:a16="http://schemas.microsoft.com/office/drawing/2014/main" id="{47A1F8B4-EE7D-6EDD-1A6D-8933CF884F86}"/>
              </a:ext>
            </a:extLst>
          </p:cNvPr>
          <p:cNvSpPr txBox="1"/>
          <p:nvPr/>
        </p:nvSpPr>
        <p:spPr>
          <a:xfrm>
            <a:off x="270892" y="2060848"/>
            <a:ext cx="9361040" cy="2308324"/>
          </a:xfrm>
          <a:prstGeom prst="rect">
            <a:avLst/>
          </a:prstGeom>
          <a:noFill/>
        </p:spPr>
        <p:txBody>
          <a:bodyPr wrap="square">
            <a:spAutoFit/>
          </a:bodyPr>
          <a:lstStyle/>
          <a:p>
            <a:pPr marL="342900" lvl="0" indent="-342900">
              <a:buFont typeface="Arial" panose="020B0604020202020204" pitchFamily="34" charset="0"/>
              <a:buChar char="•"/>
              <a:defRPr/>
            </a:pPr>
            <a:r>
              <a:rPr lang="en-ZA" sz="2000" dirty="0">
                <a:solidFill>
                  <a:srgbClr val="4D5356"/>
                </a:solidFill>
                <a:latin typeface="Calibri" panose="020F0502020204030204"/>
                <a:cs typeface="Arial" panose="020B0604020202020204" pitchFamily="34" charset="0"/>
              </a:rPr>
              <a:t>Includes a discussion of:</a:t>
            </a:r>
          </a:p>
          <a:p>
            <a:pPr marL="800100" lvl="1" indent="-342900">
              <a:buFont typeface="Wingdings" panose="05000000000000000000" pitchFamily="2" charset="2"/>
              <a:buChar char="Ø"/>
              <a:defRPr/>
            </a:pPr>
            <a:r>
              <a:rPr lang="en-ZA" sz="2000" dirty="0">
                <a:solidFill>
                  <a:srgbClr val="4D5356"/>
                </a:solidFill>
                <a:latin typeface="Calibri" panose="020F0502020204030204"/>
                <a:cs typeface="Arial" panose="020B0604020202020204" pitchFamily="34" charset="0"/>
              </a:rPr>
              <a:t>classification (what is it? As what must it be recognised?)</a:t>
            </a:r>
          </a:p>
          <a:p>
            <a:pPr marL="800100" lvl="1" indent="-342900">
              <a:buFont typeface="Wingdings" panose="05000000000000000000" pitchFamily="2" charset="2"/>
              <a:buChar char="Ø"/>
              <a:defRPr/>
            </a:pPr>
            <a:r>
              <a:rPr lang="en-ZA" sz="2000" dirty="0">
                <a:solidFill>
                  <a:srgbClr val="4D5356"/>
                </a:solidFill>
                <a:latin typeface="Calibri" panose="020F0502020204030204"/>
                <a:cs typeface="Arial" panose="020B0604020202020204" pitchFamily="34" charset="0"/>
              </a:rPr>
              <a:t>recognition (when may it be recognised? Date?)</a:t>
            </a:r>
          </a:p>
          <a:p>
            <a:pPr marL="800100" lvl="1" indent="-342900">
              <a:buFont typeface="Wingdings" panose="05000000000000000000" pitchFamily="2" charset="2"/>
              <a:buChar char="Ø"/>
              <a:defRPr/>
            </a:pPr>
            <a:r>
              <a:rPr lang="en-ZA" sz="2000" dirty="0">
                <a:solidFill>
                  <a:srgbClr val="4D5356"/>
                </a:solidFill>
                <a:latin typeface="Calibri" panose="020F0502020204030204"/>
                <a:cs typeface="Arial" panose="020B0604020202020204" pitchFamily="34" charset="0"/>
              </a:rPr>
              <a:t>initial measurement (R-amount at which initially recognised)</a:t>
            </a:r>
          </a:p>
          <a:p>
            <a:pPr marL="800100" lvl="1" indent="-342900">
              <a:buFont typeface="Wingdings" panose="05000000000000000000" pitchFamily="2" charset="2"/>
              <a:buChar char="Ø"/>
              <a:defRPr/>
            </a:pPr>
            <a:r>
              <a:rPr lang="en-ZA" sz="2000" i="1" dirty="0">
                <a:solidFill>
                  <a:srgbClr val="C00000"/>
                </a:solidFill>
                <a:latin typeface="Calibri" panose="020F0502020204030204"/>
                <a:cs typeface="Arial" panose="020B0604020202020204" pitchFamily="34" charset="0"/>
              </a:rPr>
              <a:t>subsequent measurement (R-amount at which recognised at YE, and how is difference between initial and subsequent measurement treated?)</a:t>
            </a:r>
          </a:p>
          <a:p>
            <a:pPr marL="800100" lvl="1" indent="-342900">
              <a:buFont typeface="Wingdings" panose="05000000000000000000" pitchFamily="2" charset="2"/>
              <a:buChar char="Ø"/>
              <a:defRPr/>
            </a:pPr>
            <a:r>
              <a:rPr lang="en-ZA" sz="2000" i="1" dirty="0">
                <a:solidFill>
                  <a:srgbClr val="C00000"/>
                </a:solidFill>
                <a:latin typeface="Calibri" panose="020F0502020204030204"/>
                <a:cs typeface="Arial" panose="020B0604020202020204" pitchFamily="34" charset="0"/>
              </a:rPr>
              <a:t>disclosure (if appropriate – usually excluded)</a:t>
            </a:r>
          </a:p>
        </p:txBody>
      </p:sp>
      <p:sp>
        <p:nvSpPr>
          <p:cNvPr id="7" name="Left Brace 6">
            <a:extLst>
              <a:ext uri="{FF2B5EF4-FFF2-40B4-BE49-F238E27FC236}">
                <a16:creationId xmlns:a16="http://schemas.microsoft.com/office/drawing/2014/main" id="{1F9127D4-184B-A813-CB28-78B8960778D7}"/>
              </a:ext>
            </a:extLst>
          </p:cNvPr>
          <p:cNvSpPr/>
          <p:nvPr/>
        </p:nvSpPr>
        <p:spPr>
          <a:xfrm>
            <a:off x="486916" y="3068960"/>
            <a:ext cx="288032" cy="1086357"/>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39" rtl="0" eaLnBrk="1" fontAlgn="base" latinLnBrk="0" hangingPunct="1">
              <a:lnSpc>
                <a:spcPct val="100000"/>
              </a:lnSpc>
              <a:spcBef>
                <a:spcPct val="0"/>
              </a:spcBef>
              <a:spcAft>
                <a:spcPct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onstantia"/>
              <a:ea typeface="+mn-ea"/>
              <a:cs typeface="+mn-cs"/>
            </a:endParaRPr>
          </a:p>
        </p:txBody>
      </p:sp>
      <p:sp>
        <p:nvSpPr>
          <p:cNvPr id="8" name="TextBox 7">
            <a:extLst>
              <a:ext uri="{FF2B5EF4-FFF2-40B4-BE49-F238E27FC236}">
                <a16:creationId xmlns:a16="http://schemas.microsoft.com/office/drawing/2014/main" id="{D1DC0009-82ED-8023-EC9B-10F970CC8564}"/>
              </a:ext>
            </a:extLst>
          </p:cNvPr>
          <p:cNvSpPr txBox="1"/>
          <p:nvPr/>
        </p:nvSpPr>
        <p:spPr>
          <a:xfrm>
            <a:off x="137433" y="2852936"/>
            <a:ext cx="216024" cy="1692771"/>
          </a:xfrm>
          <a:prstGeom prst="rect">
            <a:avLst/>
          </a:prstGeom>
          <a:noFill/>
        </p:spPr>
        <p:txBody>
          <a:bodyPr wrap="square" rtlCol="0">
            <a:spAutoFit/>
          </a:bodyPr>
          <a:lstStyle/>
          <a:p>
            <a:pPr marL="0" marR="0" lvl="0" indent="0" algn="l" defTabSz="914439" rtl="0" eaLnBrk="1" fontAlgn="base" latinLnBrk="0" hangingPunct="1">
              <a:lnSpc>
                <a:spcPct val="100000"/>
              </a:lnSpc>
              <a:spcBef>
                <a:spcPct val="0"/>
              </a:spcBef>
              <a:spcAft>
                <a:spcPct val="0"/>
              </a:spcAft>
              <a:buClrTx/>
              <a:buSzTx/>
              <a:buFontTx/>
              <a:buNone/>
              <a:tabLst/>
              <a:defRPr/>
            </a:pPr>
            <a:r>
              <a:rPr kumimoji="0" lang="en-ZA" sz="2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a:t>
            </a:r>
          </a:p>
          <a:p>
            <a:pPr marL="0" marR="0" lvl="0" indent="0" algn="l" defTabSz="914439" rtl="0" eaLnBrk="1" fontAlgn="base" latinLnBrk="0" hangingPunct="1">
              <a:lnSpc>
                <a:spcPct val="100000"/>
              </a:lnSpc>
              <a:spcBef>
                <a:spcPct val="0"/>
              </a:spcBef>
              <a:spcAft>
                <a:spcPct val="0"/>
              </a:spcAft>
              <a:buClrTx/>
              <a:buSzTx/>
              <a:buFontTx/>
              <a:buNone/>
              <a:tabLst/>
              <a:defRPr/>
            </a:pPr>
            <a:r>
              <a:rPr kumimoji="0" lang="en-ZA" sz="2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a:t>
            </a:r>
          </a:p>
          <a:p>
            <a:pPr marL="0" marR="0" lvl="0" indent="0" algn="l" defTabSz="914439" rtl="0" eaLnBrk="1" fontAlgn="base" latinLnBrk="0" hangingPunct="1">
              <a:lnSpc>
                <a:spcPct val="100000"/>
              </a:lnSpc>
              <a:spcBef>
                <a:spcPct val="0"/>
              </a:spcBef>
              <a:spcAft>
                <a:spcPct val="0"/>
              </a:spcAft>
              <a:buClrTx/>
              <a:buSzTx/>
              <a:buFontTx/>
              <a:buNone/>
              <a:tabLst/>
              <a:defRPr/>
            </a:pPr>
            <a:r>
              <a:rPr kumimoji="0" lang="en-ZA" sz="2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a:t>
            </a:r>
          </a:p>
          <a:p>
            <a:pPr marL="0" marR="0" lvl="0" indent="0" algn="l" defTabSz="914439" rtl="0" eaLnBrk="1" fontAlgn="base" latinLnBrk="0" hangingPunct="1">
              <a:lnSpc>
                <a:spcPct val="100000"/>
              </a:lnSpc>
              <a:spcBef>
                <a:spcPct val="0"/>
              </a:spcBef>
              <a:spcAft>
                <a:spcPct val="0"/>
              </a:spcAft>
              <a:buClrTx/>
              <a:buSzTx/>
              <a:buFontTx/>
              <a:buNone/>
              <a:tabLst/>
              <a:defRPr/>
            </a:pPr>
            <a:r>
              <a:rPr kumimoji="0" lang="en-ZA" sz="2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a:t>
            </a:r>
          </a:p>
          <a:p>
            <a:pPr marL="0" marR="0" lvl="0" indent="0" algn="l" defTabSz="914439" rtl="0" eaLnBrk="1" fontAlgn="base" latinLnBrk="0" hangingPunct="1">
              <a:lnSpc>
                <a:spcPct val="100000"/>
              </a:lnSpc>
              <a:spcBef>
                <a:spcPct val="0"/>
              </a:spcBef>
              <a:spcAft>
                <a:spcPct val="0"/>
              </a:spcAft>
              <a:buClrTx/>
              <a:buSzTx/>
              <a:buFontTx/>
              <a:buNone/>
              <a:tabLst/>
              <a:defRPr/>
            </a:pPr>
            <a:r>
              <a:rPr kumimoji="0" lang="en-ZA" sz="2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a:t>
            </a:r>
          </a:p>
        </p:txBody>
      </p:sp>
    </p:spTree>
    <p:extLst>
      <p:ext uri="{BB962C8B-B14F-4D97-AF65-F5344CB8AC3E}">
        <p14:creationId xmlns:p14="http://schemas.microsoft.com/office/powerpoint/2010/main" val="360655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TextBox 203">
            <a:extLst>
              <a:ext uri="{FF2B5EF4-FFF2-40B4-BE49-F238E27FC236}">
                <a16:creationId xmlns:a16="http://schemas.microsoft.com/office/drawing/2014/main" id="{8F7C114F-65BC-49D4-BAF0-A3B180BFFEA7}"/>
              </a:ext>
            </a:extLst>
          </p:cNvPr>
          <p:cNvSpPr txBox="1"/>
          <p:nvPr/>
        </p:nvSpPr>
        <p:spPr>
          <a:xfrm>
            <a:off x="2575151" y="260650"/>
            <a:ext cx="4951476" cy="367216"/>
          </a:xfrm>
          <a:prstGeom prst="rect">
            <a:avLst/>
          </a:prstGeom>
          <a:noFill/>
        </p:spPr>
        <p:txBody>
          <a:bodyPr wrap="square">
            <a:spAutoFit/>
          </a:bodyPr>
          <a:lstStyle/>
          <a:p>
            <a:pPr marL="0" marR="0" lvl="0" indent="0" algn="ctr" defTabSz="914439" rtl="0" eaLnBrk="1" fontAlgn="base" latinLnBrk="0" hangingPunct="1">
              <a:lnSpc>
                <a:spcPct val="107000"/>
              </a:lnSpc>
              <a:spcBef>
                <a:spcPct val="0"/>
              </a:spcBef>
              <a:spcAft>
                <a:spcPts val="800"/>
              </a:spcAft>
              <a:buClrTx/>
              <a:buSzTx/>
              <a:buFontTx/>
              <a:buNone/>
              <a:tabLst/>
              <a:defRPr/>
            </a:pPr>
            <a:r>
              <a:rPr lang="af-ZA" sz="1800" b="1" dirty="0">
                <a:solidFill>
                  <a:prstClr val="black"/>
                </a:solidFill>
                <a:latin typeface="Arial" panose="020B0604020202020204" pitchFamily="34" charset="0"/>
                <a:ea typeface="Calibri" panose="020F0502020204030204" pitchFamily="34" charset="0"/>
                <a:cs typeface="Arial" panose="020B0604020202020204" pitchFamily="34" charset="0"/>
              </a:rPr>
              <a:t>E</a:t>
            </a:r>
            <a:r>
              <a:rPr kumimoji="0" lang="af-ZA" sz="1800" b="1" i="0" u="none" strike="noStrike" kern="1200" cap="none" spc="0" normalizeH="0" baseline="0" noProof="0" dirty="0" err="1">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lements</a:t>
            </a:r>
            <a:endParaRPr kumimoji="0" lang="en-ZA"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p:txBody>
      </p:sp>
      <p:graphicFrame>
        <p:nvGraphicFramePr>
          <p:cNvPr id="206" name="Table 205">
            <a:extLst>
              <a:ext uri="{FF2B5EF4-FFF2-40B4-BE49-F238E27FC236}">
                <a16:creationId xmlns:a16="http://schemas.microsoft.com/office/drawing/2014/main" id="{15D0E9D7-7E3A-4266-ACC1-A78A6222A549}"/>
              </a:ext>
            </a:extLst>
          </p:cNvPr>
          <p:cNvGraphicFramePr>
            <a:graphicFrameLocks noGrp="1"/>
          </p:cNvGraphicFramePr>
          <p:nvPr>
            <p:extLst>
              <p:ext uri="{D42A27DB-BD31-4B8C-83A1-F6EECF244321}">
                <p14:modId xmlns:p14="http://schemas.microsoft.com/office/powerpoint/2010/main" val="3709736888"/>
              </p:ext>
            </p:extLst>
          </p:nvPr>
        </p:nvGraphicFramePr>
        <p:xfrm>
          <a:off x="414908" y="1013587"/>
          <a:ext cx="9289031" cy="5234815"/>
        </p:xfrm>
        <a:graphic>
          <a:graphicData uri="http://schemas.openxmlformats.org/drawingml/2006/table">
            <a:tbl>
              <a:tblPr firstRow="1" firstCol="1" bandRow="1"/>
              <a:tblGrid>
                <a:gridCol w="2331530">
                  <a:extLst>
                    <a:ext uri="{9D8B030D-6E8A-4147-A177-3AD203B41FA5}">
                      <a16:colId xmlns:a16="http://schemas.microsoft.com/office/drawing/2014/main" val="2490975894"/>
                    </a:ext>
                  </a:extLst>
                </a:gridCol>
                <a:gridCol w="6957501">
                  <a:extLst>
                    <a:ext uri="{9D8B030D-6E8A-4147-A177-3AD203B41FA5}">
                      <a16:colId xmlns:a16="http://schemas.microsoft.com/office/drawing/2014/main" val="1365691617"/>
                    </a:ext>
                  </a:extLst>
                </a:gridCol>
              </a:tblGrid>
              <a:tr h="1224159">
                <a:tc>
                  <a:txBody>
                    <a:bodyPr/>
                    <a:lstStyle/>
                    <a:p>
                      <a:pPr>
                        <a:lnSpc>
                          <a:spcPct val="107000"/>
                        </a:lnSpc>
                        <a:spcAft>
                          <a:spcPts val="800"/>
                        </a:spcAft>
                      </a:pPr>
                      <a:r>
                        <a:rPr lang="af-ZA" sz="1800" b="1" dirty="0" err="1">
                          <a:effectLst/>
                          <a:latin typeface="Arial" panose="020B0604020202020204" pitchFamily="34" charset="0"/>
                          <a:ea typeface="Calibri" panose="020F0502020204030204" pitchFamily="34" charset="0"/>
                          <a:cs typeface="Arial" panose="020B0604020202020204" pitchFamily="34" charset="0"/>
                        </a:rPr>
                        <a:t>Definition</a:t>
                      </a:r>
                      <a:endParaRPr lang="af-ZA" sz="1800" b="1" dirty="0">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af-ZA" sz="1800" b="0" dirty="0">
                          <a:effectLst/>
                          <a:latin typeface="Arial" panose="020B0604020202020204" pitchFamily="34" charset="0"/>
                          <a:ea typeface="Calibri" panose="020F0502020204030204" pitchFamily="34" charset="0"/>
                          <a:cs typeface="Arial" panose="020B0604020202020204" pitchFamily="34" charset="0"/>
                        </a:rPr>
                        <a:t>(</a:t>
                      </a:r>
                      <a:r>
                        <a:rPr lang="af-ZA" sz="1800" b="0" i="1" dirty="0" err="1">
                          <a:effectLst/>
                          <a:latin typeface="Arial" panose="020B0604020202020204" pitchFamily="34" charset="0"/>
                          <a:ea typeface="Calibri" panose="020F0502020204030204" pitchFamily="34" charset="0"/>
                          <a:cs typeface="Arial" panose="020B0604020202020204" pitchFamily="34" charset="0"/>
                        </a:rPr>
                        <a:t>classify</a:t>
                      </a:r>
                      <a:r>
                        <a:rPr lang="af-ZA" sz="1800" b="0" dirty="0">
                          <a:effectLst/>
                          <a:latin typeface="Arial" panose="020B0604020202020204" pitchFamily="34" charset="0"/>
                          <a:ea typeface="Calibri" panose="020F0502020204030204" pitchFamily="34" charset="0"/>
                          <a:cs typeface="Arial" panose="020B0604020202020204" pitchFamily="34" charset="0"/>
                        </a:rPr>
                        <a:t>)</a:t>
                      </a:r>
                      <a:r>
                        <a:rPr lang="af-ZA" sz="1800" b="1" dirty="0">
                          <a:effectLst/>
                          <a:latin typeface="Arial" panose="020B0604020202020204" pitchFamily="34" charset="0"/>
                          <a:ea typeface="Calibri" panose="020F0502020204030204" pitchFamily="34" charset="0"/>
                          <a:cs typeface="Arial" panose="020B0604020202020204" pitchFamily="34" charset="0"/>
                        </a:rPr>
                        <a:t>:</a:t>
                      </a:r>
                      <a:endParaRPr lang="en-ZA" sz="18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7000"/>
                        </a:lnSpc>
                        <a:spcAft>
                          <a:spcPts val="800"/>
                        </a:spcAft>
                      </a:pPr>
                      <a:r>
                        <a:rPr lang="af-ZA" sz="1800" dirty="0" err="1">
                          <a:effectLst/>
                          <a:latin typeface="Arial" panose="020B0604020202020204" pitchFamily="34" charset="0"/>
                          <a:ea typeface="Calibri" panose="020F0502020204030204" pitchFamily="34" charset="0"/>
                          <a:cs typeface="Arial" panose="020B0604020202020204" pitchFamily="34" charset="0"/>
                        </a:rPr>
                        <a:t>Provide</a:t>
                      </a:r>
                      <a:r>
                        <a:rPr lang="af-ZA" sz="1800" dirty="0">
                          <a:effectLst/>
                          <a:latin typeface="Arial" panose="020B0604020202020204" pitchFamily="34" charset="0"/>
                          <a:ea typeface="Calibri" panose="020F0502020204030204" pitchFamily="34" charset="0"/>
                          <a:cs typeface="Arial" panose="020B0604020202020204" pitchFamily="34" charset="0"/>
                        </a:rPr>
                        <a:t> </a:t>
                      </a:r>
                      <a:r>
                        <a:rPr lang="af-ZA" sz="1800" dirty="0" err="1">
                          <a:effectLst/>
                          <a:latin typeface="Arial" panose="020B0604020202020204" pitchFamily="34" charset="0"/>
                          <a:ea typeface="Calibri" panose="020F0502020204030204" pitchFamily="34" charset="0"/>
                          <a:cs typeface="Arial" panose="020B0604020202020204" pitchFamily="34" charset="0"/>
                        </a:rPr>
                        <a:t>characteristics</a:t>
                      </a:r>
                      <a:r>
                        <a:rPr lang="af-ZA" sz="1800" dirty="0">
                          <a:effectLst/>
                          <a:latin typeface="Arial" panose="020B0604020202020204" pitchFamily="34" charset="0"/>
                          <a:ea typeface="Calibri" panose="020F0502020204030204" pitchFamily="34" charset="0"/>
                          <a:cs typeface="Arial" panose="020B0604020202020204" pitchFamily="34" charset="0"/>
                        </a:rPr>
                        <a:t> of item</a:t>
                      </a:r>
                    </a:p>
                    <a:p>
                      <a:pPr>
                        <a:lnSpc>
                          <a:spcPct val="107000"/>
                        </a:lnSpc>
                        <a:spcAft>
                          <a:spcPts val="800"/>
                        </a:spcAft>
                      </a:pPr>
                      <a:r>
                        <a:rPr lang="af-ZA" sz="1800" dirty="0">
                          <a:solidFill>
                            <a:srgbClr val="00B050"/>
                          </a:solidFill>
                          <a:effectLst/>
                          <a:latin typeface="Arial" panose="020B0604020202020204" pitchFamily="34" charset="0"/>
                          <a:ea typeface="Calibri" panose="020F0502020204030204" pitchFamily="34" charset="0"/>
                          <a:cs typeface="Arial" panose="020B0604020202020204" pitchFamily="34" charset="0"/>
                        </a:rPr>
                        <a:t>[WHAT / WHERE]</a:t>
                      </a:r>
                      <a:endParaRPr lang="en-ZA" sz="1800" dirty="0">
                        <a:solidFill>
                          <a:srgbClr val="00B050"/>
                        </a:solidFill>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af-ZA" sz="1800" dirty="0">
                          <a:solidFill>
                            <a:srgbClr val="CC3399"/>
                          </a:solidFill>
                          <a:effectLst/>
                          <a:latin typeface="Arial" panose="020B0604020202020204" pitchFamily="34" charset="0"/>
                          <a:ea typeface="Calibri" panose="020F0502020204030204" pitchFamily="34" charset="0"/>
                          <a:cs typeface="Arial" panose="020B0604020202020204" pitchFamily="34" charset="0"/>
                        </a:rPr>
                        <a:t>- </a:t>
                      </a:r>
                      <a:r>
                        <a:rPr lang="af-ZA" sz="1800" dirty="0" err="1">
                          <a:solidFill>
                            <a:srgbClr val="CC3399"/>
                          </a:solidFill>
                          <a:effectLst/>
                          <a:latin typeface="Arial" panose="020B0604020202020204" pitchFamily="34" charset="0"/>
                          <a:ea typeface="Calibri" panose="020F0502020204030204" pitchFamily="34" charset="0"/>
                          <a:cs typeface="Arial" panose="020B0604020202020204" pitchFamily="34" charset="0"/>
                        </a:rPr>
                        <a:t>classify</a:t>
                      </a:r>
                      <a:endParaRPr lang="en-ZA" sz="1800" dirty="0">
                        <a:solidFill>
                          <a:srgbClr val="CC3399"/>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70001615"/>
                  </a:ext>
                </a:extLst>
              </a:tr>
              <a:tr h="2134651">
                <a:tc>
                  <a:txBody>
                    <a:bodyPr/>
                    <a:lstStyle/>
                    <a:p>
                      <a:pPr>
                        <a:lnSpc>
                          <a:spcPct val="107000"/>
                        </a:lnSpc>
                        <a:spcAft>
                          <a:spcPts val="800"/>
                        </a:spcAft>
                      </a:pPr>
                      <a:r>
                        <a:rPr lang="af-ZA" sz="1800" b="1" dirty="0" err="1">
                          <a:effectLst/>
                          <a:latin typeface="Arial" panose="020B0604020202020204" pitchFamily="34" charset="0"/>
                          <a:ea typeface="Calibri" panose="020F0502020204030204" pitchFamily="34" charset="0"/>
                          <a:cs typeface="Arial" panose="020B0604020202020204" pitchFamily="34" charset="0"/>
                        </a:rPr>
                        <a:t>Recognition</a:t>
                      </a:r>
                      <a:r>
                        <a:rPr lang="af-ZA" sz="1800" b="1" dirty="0">
                          <a:effectLst/>
                          <a:latin typeface="Arial" panose="020B0604020202020204" pitchFamily="34" charset="0"/>
                          <a:ea typeface="Calibri" panose="020F0502020204030204" pitchFamily="34" charset="0"/>
                          <a:cs typeface="Arial" panose="020B0604020202020204" pitchFamily="34" charset="0"/>
                        </a:rPr>
                        <a:t>:</a:t>
                      </a:r>
                      <a:endParaRPr lang="en-ZA" sz="18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7000"/>
                        </a:lnSpc>
                        <a:spcAft>
                          <a:spcPts val="800"/>
                        </a:spcAft>
                      </a:pPr>
                      <a:r>
                        <a:rPr lang="af-ZA" sz="1800" dirty="0">
                          <a:effectLst/>
                          <a:latin typeface="Arial" panose="020B0604020202020204" pitchFamily="34" charset="0"/>
                          <a:ea typeface="Calibri" panose="020F0502020204030204" pitchFamily="34" charset="0"/>
                          <a:cs typeface="Arial" panose="020B0604020202020204" pitchFamily="34" charset="0"/>
                        </a:rPr>
                        <a:t>                               SFP</a:t>
                      </a:r>
                      <a:endParaRPr lang="en-ZA" sz="1800" dirty="0">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af-ZA" sz="1800" dirty="0" err="1">
                          <a:effectLst/>
                          <a:latin typeface="Arial" panose="020B0604020202020204" pitchFamily="34" charset="0"/>
                          <a:ea typeface="Calibri" panose="020F0502020204030204" pitchFamily="34" charset="0"/>
                          <a:cs typeface="Arial" panose="020B0604020202020204" pitchFamily="34" charset="0"/>
                        </a:rPr>
                        <a:t>Include</a:t>
                      </a:r>
                      <a:r>
                        <a:rPr lang="af-ZA" sz="1800" dirty="0">
                          <a:effectLst/>
                          <a:latin typeface="Arial" panose="020B0604020202020204" pitchFamily="34" charset="0"/>
                          <a:ea typeface="Calibri" panose="020F0502020204030204" pitchFamily="34" charset="0"/>
                          <a:cs typeface="Arial" panose="020B0604020202020204" pitchFamily="34" charset="0"/>
                        </a:rPr>
                        <a:t> in F/S</a:t>
                      </a:r>
                      <a:endParaRPr lang="en-ZA" sz="1800" dirty="0">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af-ZA" sz="1800" dirty="0">
                          <a:effectLst/>
                          <a:latin typeface="Arial" panose="020B0604020202020204" pitchFamily="34" charset="0"/>
                          <a:ea typeface="Calibri" panose="020F0502020204030204" pitchFamily="34" charset="0"/>
                          <a:cs typeface="Arial" panose="020B0604020202020204" pitchFamily="34" charset="0"/>
                        </a:rPr>
                        <a:t>                               SCI</a:t>
                      </a:r>
                      <a:endParaRPr lang="en-ZA" sz="1800" dirty="0">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af-ZA" sz="1800" dirty="0">
                          <a:solidFill>
                            <a:srgbClr val="00B050"/>
                          </a:solidFill>
                          <a:effectLst/>
                          <a:latin typeface="Arial" panose="020B0604020202020204" pitchFamily="34" charset="0"/>
                          <a:ea typeface="Calibri" panose="020F0502020204030204" pitchFamily="34" charset="0"/>
                          <a:cs typeface="Arial" panose="020B0604020202020204" pitchFamily="34" charset="0"/>
                        </a:rPr>
                        <a:t>[</a:t>
                      </a:r>
                      <a:r>
                        <a:rPr lang="af-ZA" sz="1800" dirty="0" err="1">
                          <a:solidFill>
                            <a:srgbClr val="00B050"/>
                          </a:solidFill>
                          <a:effectLst/>
                          <a:latin typeface="Arial" panose="020B0604020202020204" pitchFamily="34" charset="0"/>
                          <a:ea typeface="Calibri" panose="020F0502020204030204" pitchFamily="34" charset="0"/>
                          <a:cs typeface="Arial" panose="020B0604020202020204" pitchFamily="34" charset="0"/>
                        </a:rPr>
                        <a:t>When</a:t>
                      </a:r>
                      <a:r>
                        <a:rPr lang="af-ZA" sz="1800" dirty="0">
                          <a:solidFill>
                            <a:srgbClr val="00B050"/>
                          </a:solidFill>
                          <a:effectLst/>
                          <a:latin typeface="Arial" panose="020B0604020202020204" pitchFamily="34" charset="0"/>
                          <a:ea typeface="Calibri" panose="020F0502020204030204" pitchFamily="34" charset="0"/>
                          <a:cs typeface="Arial" panose="020B0604020202020204" pitchFamily="34" charset="0"/>
                        </a:rPr>
                        <a:t>]</a:t>
                      </a:r>
                      <a:endParaRPr lang="en-ZA" sz="1800" dirty="0">
                        <a:solidFill>
                          <a:srgbClr val="00B050"/>
                        </a:solidFill>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af-ZA" sz="1800" dirty="0">
                          <a:effectLst/>
                          <a:latin typeface="Arial" panose="020B0604020202020204" pitchFamily="34" charset="0"/>
                          <a:ea typeface="Calibri" panose="020F0502020204030204" pitchFamily="34" charset="0"/>
                          <a:cs typeface="Arial" panose="020B0604020202020204" pitchFamily="34" charset="0"/>
                        </a:rPr>
                        <a:t> </a:t>
                      </a:r>
                      <a:endParaRPr lang="en-ZA" sz="18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51752886"/>
                  </a:ext>
                </a:extLst>
              </a:tr>
              <a:tr h="1224159">
                <a:tc>
                  <a:txBody>
                    <a:bodyPr/>
                    <a:lstStyle/>
                    <a:p>
                      <a:pPr>
                        <a:lnSpc>
                          <a:spcPct val="107000"/>
                        </a:lnSpc>
                        <a:spcAft>
                          <a:spcPts val="800"/>
                        </a:spcAft>
                      </a:pPr>
                      <a:r>
                        <a:rPr lang="af-ZA" sz="1800" b="1" dirty="0" err="1">
                          <a:effectLst/>
                          <a:latin typeface="Arial" panose="020B0604020202020204" pitchFamily="34" charset="0"/>
                          <a:ea typeface="Calibri" panose="020F0502020204030204" pitchFamily="34" charset="0"/>
                          <a:cs typeface="Arial" panose="020B0604020202020204" pitchFamily="34" charset="0"/>
                        </a:rPr>
                        <a:t>Measurement</a:t>
                      </a:r>
                      <a:r>
                        <a:rPr lang="af-ZA" sz="1800" b="1" dirty="0">
                          <a:effectLst/>
                          <a:latin typeface="Arial" panose="020B0604020202020204" pitchFamily="34" charset="0"/>
                          <a:ea typeface="Calibri" panose="020F0502020204030204" pitchFamily="34" charset="0"/>
                          <a:cs typeface="Arial" panose="020B0604020202020204" pitchFamily="34" charset="0"/>
                        </a:rPr>
                        <a:t>:</a:t>
                      </a:r>
                      <a:endParaRPr lang="en-ZA" sz="18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742676" rtl="0" eaLnBrk="1" fontAlgn="auto" latinLnBrk="0" hangingPunct="1">
                        <a:lnSpc>
                          <a:spcPct val="107000"/>
                        </a:lnSpc>
                        <a:spcBef>
                          <a:spcPts val="0"/>
                        </a:spcBef>
                        <a:spcAft>
                          <a:spcPts val="800"/>
                        </a:spcAft>
                        <a:buClrTx/>
                        <a:buSzTx/>
                        <a:buFontTx/>
                        <a:buNone/>
                        <a:tabLst/>
                        <a:defRPr/>
                      </a:pPr>
                      <a:r>
                        <a:rPr lang="af-ZA" sz="1800" dirty="0">
                          <a:effectLst/>
                          <a:latin typeface="Arial" panose="020B0604020202020204" pitchFamily="34" charset="0"/>
                          <a:ea typeface="Calibri" panose="020F0502020204030204" pitchFamily="34" charset="0"/>
                          <a:cs typeface="Arial" panose="020B0604020202020204" pitchFamily="34" charset="0"/>
                        </a:rPr>
                        <a:t>At </a:t>
                      </a:r>
                      <a:r>
                        <a:rPr lang="af-ZA" sz="1800" dirty="0" err="1">
                          <a:effectLst/>
                          <a:latin typeface="Arial" panose="020B0604020202020204" pitchFamily="34" charset="0"/>
                          <a:ea typeface="Calibri" panose="020F0502020204030204" pitchFamily="34" charset="0"/>
                          <a:cs typeface="Arial" panose="020B0604020202020204" pitchFamily="34" charset="0"/>
                        </a:rPr>
                        <a:t>which</a:t>
                      </a:r>
                      <a:r>
                        <a:rPr lang="af-ZA" sz="1800" dirty="0">
                          <a:effectLst/>
                          <a:latin typeface="Arial" panose="020B0604020202020204" pitchFamily="34" charset="0"/>
                          <a:ea typeface="Calibri" panose="020F0502020204030204" pitchFamily="34" charset="0"/>
                          <a:cs typeface="Arial" panose="020B0604020202020204" pitchFamily="34" charset="0"/>
                        </a:rPr>
                        <a:t> </a:t>
                      </a:r>
                      <a:r>
                        <a:rPr lang="af-ZA" sz="1800" dirty="0" err="1">
                          <a:effectLst/>
                          <a:latin typeface="Arial" panose="020B0604020202020204" pitchFamily="34" charset="0"/>
                          <a:ea typeface="Calibri" panose="020F0502020204030204" pitchFamily="34" charset="0"/>
                          <a:cs typeface="Arial" panose="020B0604020202020204" pitchFamily="34" charset="0"/>
                        </a:rPr>
                        <a:t>amount</a:t>
                      </a:r>
                      <a:r>
                        <a:rPr lang="af-ZA" sz="1800" dirty="0">
                          <a:effectLst/>
                          <a:latin typeface="Arial" panose="020B0604020202020204" pitchFamily="34" charset="0"/>
                          <a:ea typeface="Calibri" panose="020F0502020204030204" pitchFamily="34" charset="0"/>
                          <a:cs typeface="Arial" panose="020B0604020202020204" pitchFamily="34" charset="0"/>
                        </a:rPr>
                        <a:t> </a:t>
                      </a:r>
                      <a:r>
                        <a:rPr lang="af-ZA" sz="1800" i="1" dirty="0">
                          <a:effectLst/>
                          <a:latin typeface="Arial" panose="020B0604020202020204" pitchFamily="34" charset="0"/>
                          <a:ea typeface="Calibri" panose="020F0502020204030204" pitchFamily="34" charset="0"/>
                          <a:cs typeface="Arial" panose="020B0604020202020204" pitchFamily="34" charset="0"/>
                        </a:rPr>
                        <a:t>(</a:t>
                      </a:r>
                      <a:r>
                        <a:rPr lang="af-ZA" sz="1800" i="1" dirty="0" err="1">
                          <a:effectLst/>
                          <a:latin typeface="Arial" panose="020B0604020202020204" pitchFamily="34" charset="0"/>
                          <a:ea typeface="Calibri" panose="020F0502020204030204" pitchFamily="34" charset="0"/>
                          <a:cs typeface="Arial" panose="020B0604020202020204" pitchFamily="34" charset="0"/>
                        </a:rPr>
                        <a:t>now</a:t>
                      </a:r>
                      <a:r>
                        <a:rPr lang="af-ZA" sz="1800" i="1" dirty="0">
                          <a:effectLst/>
                          <a:latin typeface="Arial" panose="020B0604020202020204" pitchFamily="34" charset="0"/>
                          <a:ea typeface="Calibri" panose="020F0502020204030204" pitchFamily="34" charset="0"/>
                          <a:cs typeface="Arial" panose="020B0604020202020204" pitchFamily="34" charset="0"/>
                        </a:rPr>
                        <a:t> and later)</a:t>
                      </a:r>
                      <a:endParaRPr lang="en-ZA" sz="1800" dirty="0">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af-ZA" sz="1800" dirty="0">
                          <a:solidFill>
                            <a:srgbClr val="00B050"/>
                          </a:solidFill>
                          <a:effectLst/>
                          <a:latin typeface="Arial" panose="020B0604020202020204" pitchFamily="34" charset="0"/>
                          <a:ea typeface="Calibri" panose="020F0502020204030204" pitchFamily="34" charset="0"/>
                          <a:cs typeface="Arial" panose="020B0604020202020204" pitchFamily="34" charset="0"/>
                        </a:rPr>
                        <a:t>[R </a:t>
                      </a:r>
                      <a:r>
                        <a:rPr lang="af-ZA" sz="1800" dirty="0" err="1">
                          <a:solidFill>
                            <a:srgbClr val="00B050"/>
                          </a:solidFill>
                          <a:effectLst/>
                          <a:latin typeface="Arial" panose="020B0604020202020204" pitchFamily="34" charset="0"/>
                          <a:ea typeface="Calibri" panose="020F0502020204030204" pitchFamily="34" charset="0"/>
                          <a:cs typeface="Arial" panose="020B0604020202020204" pitchFamily="34" charset="0"/>
                        </a:rPr>
                        <a:t>-value</a:t>
                      </a:r>
                      <a:r>
                        <a:rPr lang="af-ZA" sz="1800" dirty="0">
                          <a:solidFill>
                            <a:srgbClr val="00B050"/>
                          </a:solidFill>
                          <a:effectLst/>
                          <a:latin typeface="Arial" panose="020B0604020202020204" pitchFamily="34" charset="0"/>
                          <a:ea typeface="Calibri" panose="020F0502020204030204" pitchFamily="34" charset="0"/>
                          <a:cs typeface="Arial" panose="020B0604020202020204" pitchFamily="34" charset="0"/>
                        </a:rPr>
                        <a:t>]</a:t>
                      </a:r>
                      <a:endParaRPr lang="en-ZA" sz="1800" dirty="0">
                        <a:solidFill>
                          <a:srgbClr val="00B050"/>
                        </a:solidFill>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af-ZA" sz="1800" dirty="0">
                          <a:effectLst/>
                          <a:latin typeface="Arial" panose="020B0604020202020204" pitchFamily="34" charset="0"/>
                          <a:ea typeface="Calibri" panose="020F0502020204030204" pitchFamily="34" charset="0"/>
                          <a:cs typeface="Arial" panose="020B0604020202020204" pitchFamily="34" charset="0"/>
                        </a:rPr>
                        <a:t> </a:t>
                      </a:r>
                      <a:endParaRPr lang="en-ZA" sz="18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597070998"/>
                  </a:ext>
                </a:extLst>
              </a:tr>
              <a:tr h="651846">
                <a:tc>
                  <a:txBody>
                    <a:bodyPr/>
                    <a:lstStyle/>
                    <a:p>
                      <a:pPr>
                        <a:lnSpc>
                          <a:spcPct val="107000"/>
                        </a:lnSpc>
                        <a:spcAft>
                          <a:spcPts val="800"/>
                        </a:spcAft>
                      </a:pPr>
                      <a:r>
                        <a:rPr lang="af-ZA" sz="1800" b="1" dirty="0" err="1">
                          <a:effectLst/>
                          <a:latin typeface="Arial" panose="020B0604020202020204" pitchFamily="34" charset="0"/>
                          <a:ea typeface="Calibri" panose="020F0502020204030204" pitchFamily="34" charset="0"/>
                          <a:cs typeface="Arial" panose="020B0604020202020204" pitchFamily="34" charset="0"/>
                        </a:rPr>
                        <a:t>Disclosure</a:t>
                      </a:r>
                      <a:r>
                        <a:rPr lang="af-ZA" sz="1800" b="1" dirty="0">
                          <a:effectLst/>
                          <a:latin typeface="Arial" panose="020B0604020202020204" pitchFamily="34" charset="0"/>
                          <a:ea typeface="Calibri" panose="020F0502020204030204" pitchFamily="34" charset="0"/>
                          <a:cs typeface="Arial" panose="020B0604020202020204" pitchFamily="34" charset="0"/>
                        </a:rPr>
                        <a:t>:</a:t>
                      </a:r>
                      <a:endParaRPr lang="en-ZA" sz="18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7000"/>
                        </a:lnSpc>
                        <a:spcAft>
                          <a:spcPts val="800"/>
                        </a:spcAft>
                      </a:pPr>
                      <a:r>
                        <a:rPr lang="af-ZA" sz="1800" dirty="0" err="1">
                          <a:effectLst/>
                          <a:latin typeface="Arial" panose="020B0604020202020204" pitchFamily="34" charset="0"/>
                          <a:ea typeface="Calibri" panose="020F0502020204030204" pitchFamily="34" charset="0"/>
                          <a:cs typeface="Arial" panose="020B0604020202020204" pitchFamily="34" charset="0"/>
                        </a:rPr>
                        <a:t>Include</a:t>
                      </a:r>
                      <a:r>
                        <a:rPr lang="af-ZA" sz="1800" dirty="0">
                          <a:effectLst/>
                          <a:latin typeface="Arial" panose="020B0604020202020204" pitchFamily="34" charset="0"/>
                          <a:ea typeface="Calibri" panose="020F0502020204030204" pitchFamily="34" charset="0"/>
                          <a:cs typeface="Arial" panose="020B0604020202020204" pitchFamily="34" charset="0"/>
                        </a:rPr>
                        <a:t> in </a:t>
                      </a:r>
                      <a:r>
                        <a:rPr lang="af-ZA" sz="1800" dirty="0" err="1">
                          <a:effectLst/>
                          <a:latin typeface="Arial" panose="020B0604020202020204" pitchFamily="34" charset="0"/>
                          <a:ea typeface="Calibri" panose="020F0502020204030204" pitchFamily="34" charset="0"/>
                          <a:cs typeface="Arial" panose="020B0604020202020204" pitchFamily="34" charset="0"/>
                        </a:rPr>
                        <a:t>noted</a:t>
                      </a:r>
                      <a:r>
                        <a:rPr lang="af-ZA" sz="1800" dirty="0">
                          <a:effectLst/>
                          <a:latin typeface="Arial" panose="020B0604020202020204" pitchFamily="34" charset="0"/>
                          <a:ea typeface="Calibri" panose="020F0502020204030204" pitchFamily="34" charset="0"/>
                          <a:cs typeface="Arial" panose="020B0604020202020204" pitchFamily="34" charset="0"/>
                        </a:rPr>
                        <a:t> </a:t>
                      </a:r>
                      <a:r>
                        <a:rPr lang="af-ZA" sz="1800" dirty="0" err="1">
                          <a:effectLst/>
                          <a:latin typeface="Arial" panose="020B0604020202020204" pitchFamily="34" charset="0"/>
                          <a:ea typeface="Calibri" panose="020F0502020204030204" pitchFamily="34" charset="0"/>
                          <a:cs typeface="Arial" panose="020B0604020202020204" pitchFamily="34" charset="0"/>
                        </a:rPr>
                        <a:t>to</a:t>
                      </a:r>
                      <a:r>
                        <a:rPr lang="af-ZA" sz="1800" dirty="0">
                          <a:effectLst/>
                          <a:latin typeface="Arial" panose="020B0604020202020204" pitchFamily="34" charset="0"/>
                          <a:ea typeface="Calibri" panose="020F0502020204030204" pitchFamily="34" charset="0"/>
                          <a:cs typeface="Arial" panose="020B0604020202020204" pitchFamily="34" charset="0"/>
                        </a:rPr>
                        <a:t> F/S (</a:t>
                      </a:r>
                      <a:r>
                        <a:rPr lang="af-ZA" sz="1800" dirty="0" err="1">
                          <a:effectLst/>
                          <a:latin typeface="Arial" panose="020B0604020202020204" pitchFamily="34" charset="0"/>
                          <a:ea typeface="Calibri" panose="020F0502020204030204" pitchFamily="34" charset="0"/>
                          <a:cs typeface="Arial" panose="020B0604020202020204" pitchFamily="34" charset="0"/>
                        </a:rPr>
                        <a:t>or</a:t>
                      </a:r>
                      <a:r>
                        <a:rPr lang="af-ZA" sz="1800" dirty="0">
                          <a:effectLst/>
                          <a:latin typeface="Arial" panose="020B0604020202020204" pitchFamily="34" charset="0"/>
                          <a:ea typeface="Calibri" panose="020F0502020204030204" pitchFamily="34" charset="0"/>
                          <a:cs typeface="Arial" panose="020B0604020202020204" pitchFamily="34" charset="0"/>
                        </a:rPr>
                        <a:t> </a:t>
                      </a:r>
                      <a:r>
                        <a:rPr lang="af-ZA" sz="1800" dirty="0" err="1">
                          <a:effectLst/>
                          <a:latin typeface="Arial" panose="020B0604020202020204" pitchFamily="34" charset="0"/>
                          <a:ea typeface="Calibri" panose="020F0502020204030204" pitchFamily="34" charset="0"/>
                          <a:cs typeface="Arial" panose="020B0604020202020204" pitchFamily="34" charset="0"/>
                        </a:rPr>
                        <a:t>on</a:t>
                      </a:r>
                      <a:r>
                        <a:rPr lang="af-ZA" sz="1800" dirty="0">
                          <a:effectLst/>
                          <a:latin typeface="Arial" panose="020B0604020202020204" pitchFamily="34" charset="0"/>
                          <a:ea typeface="Calibri" panose="020F0502020204030204" pitchFamily="34" charset="0"/>
                          <a:cs typeface="Arial" panose="020B0604020202020204" pitchFamily="34" charset="0"/>
                        </a:rPr>
                        <a:t> </a:t>
                      </a:r>
                      <a:r>
                        <a:rPr lang="af-ZA" sz="1800" dirty="0" err="1">
                          <a:effectLst/>
                          <a:latin typeface="Arial" panose="020B0604020202020204" pitchFamily="34" charset="0"/>
                          <a:ea typeface="Calibri" panose="020F0502020204030204" pitchFamily="34" charset="0"/>
                          <a:cs typeface="Arial" panose="020B0604020202020204" pitchFamily="34" charset="0"/>
                        </a:rPr>
                        <a:t>face</a:t>
                      </a:r>
                      <a:r>
                        <a:rPr lang="af-ZA" sz="1800" dirty="0">
                          <a:effectLst/>
                          <a:latin typeface="Arial" panose="020B0604020202020204" pitchFamily="34" charset="0"/>
                          <a:ea typeface="Calibri" panose="020F0502020204030204" pitchFamily="34" charset="0"/>
                          <a:cs typeface="Arial" panose="020B0604020202020204" pitchFamily="34" charset="0"/>
                        </a:rPr>
                        <a:t> of </a:t>
                      </a:r>
                      <a:r>
                        <a:rPr lang="af-ZA" sz="1800" dirty="0" err="1">
                          <a:effectLst/>
                          <a:latin typeface="Arial" panose="020B0604020202020204" pitchFamily="34" charset="0"/>
                          <a:ea typeface="Calibri" panose="020F0502020204030204" pitchFamily="34" charset="0"/>
                          <a:cs typeface="Arial" panose="020B0604020202020204" pitchFamily="34" charset="0"/>
                        </a:rPr>
                        <a:t>statements</a:t>
                      </a:r>
                      <a:r>
                        <a:rPr lang="af-ZA" sz="1800" dirty="0">
                          <a:effectLst/>
                          <a:latin typeface="Arial" panose="020B0604020202020204" pitchFamily="34" charset="0"/>
                          <a:ea typeface="Calibri" panose="020F0502020204030204" pitchFamily="34" charset="0"/>
                          <a:cs typeface="Arial" panose="020B0604020202020204" pitchFamily="34" charset="0"/>
                        </a:rPr>
                        <a:t>)</a:t>
                      </a:r>
                      <a:endParaRPr lang="en-ZA" sz="18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33264186"/>
                  </a:ext>
                </a:extLst>
              </a:tr>
            </a:tbl>
          </a:graphicData>
        </a:graphic>
      </p:graphicFrame>
      <p:grpSp>
        <p:nvGrpSpPr>
          <p:cNvPr id="209" name="Group 208">
            <a:extLst>
              <a:ext uri="{FF2B5EF4-FFF2-40B4-BE49-F238E27FC236}">
                <a16:creationId xmlns:a16="http://schemas.microsoft.com/office/drawing/2014/main" id="{89E3BACA-9D91-4540-8975-4EFF93E19ADA}"/>
              </a:ext>
            </a:extLst>
          </p:cNvPr>
          <p:cNvGrpSpPr/>
          <p:nvPr/>
        </p:nvGrpSpPr>
        <p:grpSpPr>
          <a:xfrm>
            <a:off x="4181970" y="2358927"/>
            <a:ext cx="539640" cy="738000"/>
            <a:chOff x="4181968" y="2358924"/>
            <a:chExt cx="539640" cy="738000"/>
          </a:xfrm>
        </p:grpSpPr>
        <mc:AlternateContent xmlns:mc="http://schemas.openxmlformats.org/markup-compatibility/2006" xmlns:p14="http://schemas.microsoft.com/office/powerpoint/2010/main">
          <mc:Choice Requires="p14">
            <p:contentPart p14:bwMode="auto" r:id="rId3">
              <p14:nvContentPartPr>
                <p14:cNvPr id="207" name="Ink 206">
                  <a:extLst>
                    <a:ext uri="{FF2B5EF4-FFF2-40B4-BE49-F238E27FC236}">
                      <a16:creationId xmlns:a16="http://schemas.microsoft.com/office/drawing/2014/main" id="{8FCE0895-AE08-4842-B905-28643C4FA62D}"/>
                    </a:ext>
                  </a:extLst>
                </p14:cNvPr>
                <p14:cNvContentPartPr/>
                <p14:nvPr/>
              </p14:nvContentPartPr>
              <p14:xfrm>
                <a:off x="4181968" y="2358924"/>
                <a:ext cx="539640" cy="384480"/>
              </p14:xfrm>
            </p:contentPart>
          </mc:Choice>
          <mc:Fallback xmlns="">
            <p:pic>
              <p:nvPicPr>
                <p:cNvPr id="207" name="Ink 206">
                  <a:extLst>
                    <a:ext uri="{FF2B5EF4-FFF2-40B4-BE49-F238E27FC236}">
                      <a16:creationId xmlns:a16="http://schemas.microsoft.com/office/drawing/2014/main" id="{8FCE0895-AE08-4842-B905-28643C4FA62D}"/>
                    </a:ext>
                  </a:extLst>
                </p:cNvPr>
                <p:cNvPicPr/>
                <p:nvPr/>
              </p:nvPicPr>
              <p:blipFill>
                <a:blip r:embed="rId4"/>
                <a:stretch>
                  <a:fillRect/>
                </a:stretch>
              </p:blipFill>
              <p:spPr>
                <a:xfrm>
                  <a:off x="4164328" y="2340924"/>
                  <a:ext cx="575280" cy="420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08" name="Ink 207">
                  <a:extLst>
                    <a:ext uri="{FF2B5EF4-FFF2-40B4-BE49-F238E27FC236}">
                      <a16:creationId xmlns:a16="http://schemas.microsoft.com/office/drawing/2014/main" id="{65CEBB8A-CAE9-46A7-9AB5-313C7EBD1598}"/>
                    </a:ext>
                  </a:extLst>
                </p14:cNvPr>
                <p14:cNvContentPartPr/>
                <p14:nvPr/>
              </p14:nvContentPartPr>
              <p14:xfrm>
                <a:off x="4212928" y="2797764"/>
                <a:ext cx="446400" cy="299160"/>
              </p14:xfrm>
            </p:contentPart>
          </mc:Choice>
          <mc:Fallback xmlns="">
            <p:pic>
              <p:nvPicPr>
                <p:cNvPr id="208" name="Ink 207">
                  <a:extLst>
                    <a:ext uri="{FF2B5EF4-FFF2-40B4-BE49-F238E27FC236}">
                      <a16:creationId xmlns:a16="http://schemas.microsoft.com/office/drawing/2014/main" id="{65CEBB8A-CAE9-46A7-9AB5-313C7EBD1598}"/>
                    </a:ext>
                  </a:extLst>
                </p:cNvPr>
                <p:cNvPicPr/>
                <p:nvPr/>
              </p:nvPicPr>
              <p:blipFill>
                <a:blip r:embed="rId6"/>
                <a:stretch>
                  <a:fillRect/>
                </a:stretch>
              </p:blipFill>
              <p:spPr>
                <a:xfrm>
                  <a:off x="4194928" y="2780124"/>
                  <a:ext cx="482040" cy="334800"/>
                </a:xfrm>
                <a:prstGeom prst="rect">
                  <a:avLst/>
                </a:prstGeom>
              </p:spPr>
            </p:pic>
          </mc:Fallback>
        </mc:AlternateContent>
      </p:grpSp>
      <p:sp>
        <p:nvSpPr>
          <p:cNvPr id="3" name="Rectangle: Rounded Corners 2">
            <a:extLst>
              <a:ext uri="{FF2B5EF4-FFF2-40B4-BE49-F238E27FC236}">
                <a16:creationId xmlns:a16="http://schemas.microsoft.com/office/drawing/2014/main" id="{1CAB46DB-7122-D03D-79A7-B0D790B34322}"/>
              </a:ext>
            </a:extLst>
          </p:cNvPr>
          <p:cNvSpPr/>
          <p:nvPr/>
        </p:nvSpPr>
        <p:spPr>
          <a:xfrm>
            <a:off x="198886" y="260650"/>
            <a:ext cx="2448272" cy="6120678"/>
          </a:xfrm>
          <a:prstGeom prst="round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rPr>
              <a:t>Accounting treatment:</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ZA" sz="1800" b="0" i="0" u="none" strike="noStrike" kern="1200" cap="none" spc="0" normalizeH="0" baseline="0" noProof="0" dirty="0">
              <a:ln>
                <a:noFill/>
              </a:ln>
              <a:solidFill>
                <a:srgbClr val="4D5356"/>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179418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61229D-D6FA-559B-DEFA-9802363901A3}"/>
              </a:ext>
            </a:extLst>
          </p:cNvPr>
          <p:cNvSpPr>
            <a:spLocks noGrp="1"/>
          </p:cNvSpPr>
          <p:nvPr>
            <p:ph type="title"/>
          </p:nvPr>
        </p:nvSpPr>
        <p:spPr/>
        <p:txBody>
          <a:bodyPr/>
          <a:lstStyle/>
          <a:p>
            <a:r>
              <a:rPr lang="en-US" dirty="0"/>
              <a:t>Exam technique </a:t>
            </a:r>
            <a:endParaRPr lang="en-ZA" dirty="0"/>
          </a:p>
        </p:txBody>
      </p:sp>
      <p:sp>
        <p:nvSpPr>
          <p:cNvPr id="3" name="TextBox 2">
            <a:extLst>
              <a:ext uri="{FF2B5EF4-FFF2-40B4-BE49-F238E27FC236}">
                <a16:creationId xmlns:a16="http://schemas.microsoft.com/office/drawing/2014/main" id="{F94FCD98-2751-39E0-D1C4-DE82B46635DA}"/>
              </a:ext>
            </a:extLst>
          </p:cNvPr>
          <p:cNvSpPr txBox="1"/>
          <p:nvPr/>
        </p:nvSpPr>
        <p:spPr>
          <a:xfrm>
            <a:off x="270892" y="1971463"/>
            <a:ext cx="8994625" cy="707886"/>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Think journals</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ZA" sz="2000" b="0" i="0" u="none" strike="noStrike" kern="1200" cap="none" spc="0" normalizeH="0" baseline="0" noProof="0" dirty="0">
                <a:ln>
                  <a:noFill/>
                </a:ln>
                <a:solidFill>
                  <a:srgbClr val="4D5356"/>
                </a:solidFill>
                <a:effectLst/>
                <a:uLnTx/>
                <a:uFillTx/>
                <a:latin typeface="Calibri" panose="020F0502020204030204"/>
                <a:ea typeface="+mn-ea"/>
                <a:cs typeface="Arial" panose="020B0604020202020204" pitchFamily="34" charset="0"/>
              </a:rPr>
              <a:t>But journals is not the answer, you must DISCUSS the journals</a:t>
            </a:r>
          </a:p>
        </p:txBody>
      </p:sp>
      <p:sp>
        <p:nvSpPr>
          <p:cNvPr id="5" name="TextBox 4">
            <a:extLst>
              <a:ext uri="{FF2B5EF4-FFF2-40B4-BE49-F238E27FC236}">
                <a16:creationId xmlns:a16="http://schemas.microsoft.com/office/drawing/2014/main" id="{51B44E92-B128-E0B4-CCF8-338958C09A3D}"/>
              </a:ext>
            </a:extLst>
          </p:cNvPr>
          <p:cNvSpPr txBox="1"/>
          <p:nvPr/>
        </p:nvSpPr>
        <p:spPr>
          <a:xfrm>
            <a:off x="417497" y="1484784"/>
            <a:ext cx="4955874" cy="46166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ZA" sz="2400" b="0" i="0" u="none" strike="noStrike" kern="1200" cap="none" spc="0" normalizeH="0" baseline="0" noProof="0" dirty="0">
                <a:ln>
                  <a:noFill/>
                </a:ln>
                <a:solidFill>
                  <a:srgbClr val="4D5356"/>
                </a:solidFill>
                <a:effectLst/>
                <a:uLnTx/>
                <a:uFillTx/>
                <a:latin typeface="Calibri" panose="020F0502020204030204"/>
                <a:ea typeface="+mn-ea"/>
                <a:cs typeface="+mn-cs"/>
              </a:rPr>
              <a:t>Accounting treatment</a:t>
            </a:r>
          </a:p>
        </p:txBody>
      </p:sp>
    </p:spTree>
    <p:extLst>
      <p:ext uri="{BB962C8B-B14F-4D97-AF65-F5344CB8AC3E}">
        <p14:creationId xmlns:p14="http://schemas.microsoft.com/office/powerpoint/2010/main" val="1951938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8895" y="505322"/>
            <a:ext cx="7859216" cy="710952"/>
          </a:xfrm>
        </p:spPr>
        <p:txBody>
          <a:bodyPr>
            <a:normAutofit/>
          </a:bodyPr>
          <a:lstStyle/>
          <a:p>
            <a:pPr algn="ctr"/>
            <a:r>
              <a:rPr lang="af-ZA" b="1" u="sng" dirty="0"/>
              <a:t>GENERAL TIPS:</a:t>
            </a:r>
            <a:endParaRPr lang="en-ZA" dirty="0"/>
          </a:p>
        </p:txBody>
      </p:sp>
      <p:sp>
        <p:nvSpPr>
          <p:cNvPr id="3" name="Content Placeholder 2"/>
          <p:cNvSpPr>
            <a:spLocks noGrp="1"/>
          </p:cNvSpPr>
          <p:nvPr>
            <p:ph idx="1"/>
          </p:nvPr>
        </p:nvSpPr>
        <p:spPr>
          <a:xfrm>
            <a:off x="126876" y="1124744"/>
            <a:ext cx="8928992" cy="5112099"/>
          </a:xfrm>
        </p:spPr>
        <p:txBody>
          <a:bodyPr>
            <a:normAutofit/>
          </a:bodyPr>
          <a:lstStyle/>
          <a:p>
            <a:pPr lvl="0"/>
            <a:r>
              <a:rPr lang="af-ZA" sz="2000" dirty="0">
                <a:latin typeface="+mn-lt"/>
                <a:cs typeface="Arial" panose="020B0604020202020204" pitchFamily="34" charset="0"/>
              </a:rPr>
              <a:t>NO </a:t>
            </a:r>
            <a:r>
              <a:rPr lang="af-ZA" sz="2000" dirty="0" err="1">
                <a:latin typeface="+mn-lt"/>
                <a:cs typeface="Arial" panose="020B0604020202020204" pitchFamily="34" charset="0"/>
              </a:rPr>
              <a:t>pencil</a:t>
            </a:r>
            <a:r>
              <a:rPr lang="af-ZA" sz="2000" dirty="0">
                <a:latin typeface="+mn-lt"/>
                <a:cs typeface="Arial" panose="020B0604020202020204" pitchFamily="34" charset="0"/>
              </a:rPr>
              <a:t>, </a:t>
            </a:r>
            <a:r>
              <a:rPr lang="af-ZA" sz="2000" dirty="0" err="1">
                <a:latin typeface="+mn-lt"/>
                <a:cs typeface="Arial" panose="020B0604020202020204" pitchFamily="34" charset="0"/>
              </a:rPr>
              <a:t>NO</a:t>
            </a:r>
            <a:r>
              <a:rPr lang="af-ZA" sz="2000" dirty="0">
                <a:latin typeface="+mn-lt"/>
                <a:cs typeface="Arial" panose="020B0604020202020204" pitchFamily="34" charset="0"/>
              </a:rPr>
              <a:t> tip-ex , NO </a:t>
            </a:r>
            <a:r>
              <a:rPr lang="af-ZA" sz="2000" dirty="0" err="1">
                <a:latin typeface="+mn-lt"/>
                <a:cs typeface="Arial" panose="020B0604020202020204" pitchFamily="34" charset="0"/>
              </a:rPr>
              <a:t>erasable</a:t>
            </a:r>
            <a:r>
              <a:rPr lang="af-ZA" sz="2000" dirty="0">
                <a:latin typeface="+mn-lt"/>
                <a:cs typeface="Arial" panose="020B0604020202020204" pitchFamily="34" charset="0"/>
              </a:rPr>
              <a:t> ink</a:t>
            </a:r>
          </a:p>
          <a:p>
            <a:pPr lvl="0"/>
            <a:endParaRPr lang="af-ZA" sz="2000" dirty="0">
              <a:latin typeface="+mn-lt"/>
              <a:cs typeface="Arial" panose="020B0604020202020204" pitchFamily="34" charset="0"/>
            </a:endParaRPr>
          </a:p>
          <a:p>
            <a:pPr lvl="0"/>
            <a:r>
              <a:rPr lang="en-ZA" sz="2000" dirty="0">
                <a:latin typeface="+mn-lt"/>
                <a:cs typeface="Arial" panose="020B0604020202020204" pitchFamily="34" charset="0"/>
              </a:rPr>
              <a:t>NO abbreviations for theory or financial statements may be used. It WILL NOT be marked.  (Abbreviations may be used for journals and ledger questions, ONLY if a key is used to explain the abbreviations.)</a:t>
            </a:r>
          </a:p>
          <a:p>
            <a:pPr lvl="0"/>
            <a:endParaRPr lang="en-ZA" sz="2000" dirty="0">
              <a:latin typeface="+mn-lt"/>
              <a:cs typeface="Arial" panose="020B0604020202020204" pitchFamily="34" charset="0"/>
            </a:endParaRPr>
          </a:p>
          <a:p>
            <a:pPr lvl="0"/>
            <a:r>
              <a:rPr lang="af-ZA" sz="2000" dirty="0" err="1">
                <a:latin typeface="+mn-lt"/>
                <a:cs typeface="Arial" panose="020B0604020202020204" pitchFamily="34" charset="0"/>
              </a:rPr>
              <a:t>Only</a:t>
            </a:r>
            <a:r>
              <a:rPr lang="af-ZA" sz="2000" dirty="0">
                <a:latin typeface="+mn-lt"/>
                <a:cs typeface="Arial" panose="020B0604020202020204" pitchFamily="34" charset="0"/>
              </a:rPr>
              <a:t> </a:t>
            </a:r>
            <a:r>
              <a:rPr lang="af-ZA" sz="2000" dirty="0" err="1">
                <a:latin typeface="+mn-lt"/>
                <a:cs typeface="Arial" panose="020B0604020202020204" pitchFamily="34" charset="0"/>
              </a:rPr>
              <a:t>blue</a:t>
            </a:r>
            <a:r>
              <a:rPr lang="af-ZA" sz="2000" dirty="0">
                <a:latin typeface="+mn-lt"/>
                <a:cs typeface="Arial" panose="020B0604020202020204" pitchFamily="34" charset="0"/>
              </a:rPr>
              <a:t> </a:t>
            </a:r>
            <a:r>
              <a:rPr lang="af-ZA" sz="2000" dirty="0" err="1">
                <a:latin typeface="+mn-lt"/>
                <a:cs typeface="Arial" panose="020B0604020202020204" pitchFamily="34" charset="0"/>
              </a:rPr>
              <a:t>or</a:t>
            </a:r>
            <a:r>
              <a:rPr lang="af-ZA" sz="2000" dirty="0">
                <a:latin typeface="+mn-lt"/>
                <a:cs typeface="Arial" panose="020B0604020202020204" pitchFamily="34" charset="0"/>
              </a:rPr>
              <a:t> </a:t>
            </a:r>
            <a:r>
              <a:rPr lang="af-ZA" sz="2000" dirty="0" err="1">
                <a:latin typeface="+mn-lt"/>
                <a:cs typeface="Arial" panose="020B0604020202020204" pitchFamily="34" charset="0"/>
              </a:rPr>
              <a:t>black</a:t>
            </a:r>
            <a:r>
              <a:rPr lang="af-ZA" sz="2000" dirty="0">
                <a:latin typeface="+mn-lt"/>
                <a:cs typeface="Arial" panose="020B0604020202020204" pitchFamily="34" charset="0"/>
              </a:rPr>
              <a:t> pen.</a:t>
            </a:r>
          </a:p>
          <a:p>
            <a:pPr lvl="0"/>
            <a:endParaRPr lang="en-ZA" sz="2000" dirty="0">
              <a:latin typeface="+mn-lt"/>
              <a:cs typeface="Arial" panose="020B0604020202020204" pitchFamily="34" charset="0"/>
            </a:endParaRPr>
          </a:p>
          <a:p>
            <a:pPr lvl="0"/>
            <a:r>
              <a:rPr lang="af-ZA" sz="2000" b="1" dirty="0">
                <a:latin typeface="+mn-lt"/>
                <a:cs typeface="Arial" panose="020B0604020202020204" pitchFamily="34" charset="0"/>
              </a:rPr>
              <a:t>NEVER</a:t>
            </a:r>
            <a:r>
              <a:rPr lang="af-ZA" sz="2000" dirty="0">
                <a:latin typeface="+mn-lt"/>
                <a:cs typeface="Arial" panose="020B0604020202020204" pitchFamily="34" charset="0"/>
              </a:rPr>
              <a:t> </a:t>
            </a:r>
            <a:r>
              <a:rPr lang="af-ZA" sz="2000" dirty="0" err="1">
                <a:latin typeface="+mn-lt"/>
                <a:cs typeface="Arial" panose="020B0604020202020204" pitchFamily="34" charset="0"/>
              </a:rPr>
              <a:t>use</a:t>
            </a:r>
            <a:r>
              <a:rPr lang="af-ZA" sz="2000" dirty="0">
                <a:latin typeface="+mn-lt"/>
                <a:cs typeface="Arial" panose="020B0604020202020204" pitchFamily="34" charset="0"/>
              </a:rPr>
              <a:t> </a:t>
            </a:r>
            <a:r>
              <a:rPr lang="af-ZA" sz="2000" dirty="0" err="1">
                <a:latin typeface="+mn-lt"/>
                <a:cs typeface="Arial" panose="020B0604020202020204" pitchFamily="34" charset="0"/>
              </a:rPr>
              <a:t>your</a:t>
            </a:r>
            <a:r>
              <a:rPr lang="af-ZA" sz="2000" dirty="0">
                <a:latin typeface="+mn-lt"/>
                <a:cs typeface="Arial" panose="020B0604020202020204" pitchFamily="34" charset="0"/>
              </a:rPr>
              <a:t> </a:t>
            </a:r>
            <a:r>
              <a:rPr lang="af-ZA" sz="2000" dirty="0" err="1">
                <a:latin typeface="+mn-lt"/>
                <a:cs typeface="Arial" panose="020B0604020202020204" pitchFamily="34" charset="0"/>
              </a:rPr>
              <a:t>own</a:t>
            </a:r>
            <a:r>
              <a:rPr lang="af-ZA" sz="2000" dirty="0">
                <a:latin typeface="+mn-lt"/>
                <a:cs typeface="Arial" panose="020B0604020202020204" pitchFamily="34" charset="0"/>
              </a:rPr>
              <a:t> name </a:t>
            </a:r>
            <a:r>
              <a:rPr lang="af-ZA" sz="2000" dirty="0" err="1">
                <a:latin typeface="+mn-lt"/>
                <a:cs typeface="Arial" panose="020B0604020202020204" pitchFamily="34" charset="0"/>
              </a:rPr>
              <a:t>anywhere</a:t>
            </a:r>
            <a:r>
              <a:rPr lang="af-ZA" sz="2000" dirty="0">
                <a:latin typeface="+mn-lt"/>
                <a:cs typeface="Arial" panose="020B0604020202020204" pitchFamily="34" charset="0"/>
              </a:rPr>
              <a:t> in </a:t>
            </a:r>
            <a:r>
              <a:rPr lang="af-ZA" sz="2000" dirty="0" err="1">
                <a:latin typeface="+mn-lt"/>
                <a:cs typeface="Arial" panose="020B0604020202020204" pitchFamily="34" charset="0"/>
              </a:rPr>
              <a:t>a</a:t>
            </a:r>
            <a:r>
              <a:rPr lang="af-ZA" sz="2000" dirty="0">
                <a:latin typeface="+mn-lt"/>
                <a:cs typeface="Arial" panose="020B0604020202020204" pitchFamily="34" charset="0"/>
              </a:rPr>
              <a:t> paper.</a:t>
            </a:r>
          </a:p>
          <a:p>
            <a:pPr lvl="0"/>
            <a:endParaRPr lang="af-ZA" sz="2000" dirty="0">
              <a:latin typeface="+mn-lt"/>
              <a:cs typeface="Arial" panose="020B0604020202020204" pitchFamily="34" charset="0"/>
            </a:endParaRPr>
          </a:p>
          <a:p>
            <a:pPr lvl="0"/>
            <a:r>
              <a:rPr lang="en-ZA" sz="2000" dirty="0">
                <a:latin typeface="+mn-lt"/>
                <a:cs typeface="Arial" panose="020B0604020202020204" pitchFamily="34" charset="0"/>
              </a:rPr>
              <a:t>You do not need to do the questions in order.</a:t>
            </a:r>
          </a:p>
          <a:p>
            <a:pPr lvl="0"/>
            <a:endParaRPr lang="en-ZA" sz="2000" dirty="0">
              <a:latin typeface="+mn-lt"/>
              <a:cs typeface="Arial" panose="020B0604020202020204" pitchFamily="34" charset="0"/>
            </a:endParaRPr>
          </a:p>
          <a:p>
            <a:pPr lvl="0"/>
            <a:r>
              <a:rPr lang="en-ZA" sz="2000" dirty="0">
                <a:latin typeface="+mn-lt"/>
                <a:cs typeface="Arial" panose="020B0604020202020204" pitchFamily="34" charset="0"/>
              </a:rPr>
              <a:t>Start each question on a new page and clearly indicate the question number.</a:t>
            </a:r>
          </a:p>
          <a:p>
            <a:pPr lvl="0"/>
            <a:endParaRPr lang="af-ZA" sz="2000" dirty="0">
              <a:latin typeface="+mn-lt"/>
              <a:cs typeface="Arial" panose="020B0604020202020204" pitchFamily="34" charset="0"/>
            </a:endParaRPr>
          </a:p>
          <a:p>
            <a:pPr lvl="0"/>
            <a:endParaRPr lang="en-ZA" sz="2000" dirty="0">
              <a:latin typeface="+mn-lt"/>
              <a:cs typeface="Arial" panose="020B0604020202020204" pitchFamily="34" charset="0"/>
            </a:endParaRPr>
          </a:p>
          <a:p>
            <a:endParaRPr lang="en-ZA" sz="2000" dirty="0">
              <a:latin typeface="+mn-lt"/>
              <a:cs typeface="Arial" panose="020B0604020202020204" pitchFamily="34" charset="0"/>
            </a:endParaRPr>
          </a:p>
        </p:txBody>
      </p:sp>
      <p:sp>
        <p:nvSpPr>
          <p:cNvPr id="4" name="Rectangle: Rounded Corners 3">
            <a:extLst>
              <a:ext uri="{FF2B5EF4-FFF2-40B4-BE49-F238E27FC236}">
                <a16:creationId xmlns:a16="http://schemas.microsoft.com/office/drawing/2014/main" id="{9396F219-9530-5778-3EDE-94C4ADA75166}"/>
              </a:ext>
            </a:extLst>
          </p:cNvPr>
          <p:cNvSpPr/>
          <p:nvPr/>
        </p:nvSpPr>
        <p:spPr>
          <a:xfrm>
            <a:off x="6607596" y="4581128"/>
            <a:ext cx="3295229" cy="1296144"/>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b="1" u="sng" dirty="0"/>
              <a:t>A1S1 (2024):</a:t>
            </a:r>
          </a:p>
          <a:p>
            <a:r>
              <a:rPr lang="en-US" sz="1800" dirty="0"/>
              <a:t>Question 1 = blue book</a:t>
            </a:r>
          </a:p>
          <a:p>
            <a:r>
              <a:rPr lang="en-US" sz="1800" dirty="0"/>
              <a:t>Question 2 = blue book</a:t>
            </a:r>
          </a:p>
          <a:p>
            <a:r>
              <a:rPr lang="en-US" sz="1800" dirty="0"/>
              <a:t>Question 3 and 4 = yellow book</a:t>
            </a:r>
          </a:p>
        </p:txBody>
      </p:sp>
      <p:sp>
        <p:nvSpPr>
          <p:cNvPr id="6" name="Arrow: Right 5">
            <a:extLst>
              <a:ext uri="{FF2B5EF4-FFF2-40B4-BE49-F238E27FC236}">
                <a16:creationId xmlns:a16="http://schemas.microsoft.com/office/drawing/2014/main" id="{A1DF21D0-3430-49C3-8177-8A30B4C4454C}"/>
              </a:ext>
            </a:extLst>
          </p:cNvPr>
          <p:cNvSpPr/>
          <p:nvPr/>
        </p:nvSpPr>
        <p:spPr>
          <a:xfrm rot="20512028">
            <a:off x="5389422" y="5361189"/>
            <a:ext cx="1270839" cy="432048"/>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ZA"/>
          </a:p>
        </p:txBody>
      </p:sp>
      <p:sp>
        <p:nvSpPr>
          <p:cNvPr id="7" name="Rectangle: Rounded Corners 6">
            <a:extLst>
              <a:ext uri="{FF2B5EF4-FFF2-40B4-BE49-F238E27FC236}">
                <a16:creationId xmlns:a16="http://schemas.microsoft.com/office/drawing/2014/main" id="{075D9EBE-CBCA-A88D-066B-27E5BA610322}"/>
              </a:ext>
            </a:extLst>
          </p:cNvPr>
          <p:cNvSpPr/>
          <p:nvPr/>
        </p:nvSpPr>
        <p:spPr>
          <a:xfrm>
            <a:off x="4370486" y="1142069"/>
            <a:ext cx="3024336" cy="507981"/>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dirty="0"/>
              <a:t>Also not in calculations</a:t>
            </a:r>
          </a:p>
        </p:txBody>
      </p:sp>
      <p:sp>
        <p:nvSpPr>
          <p:cNvPr id="8" name="Rectangle: Rounded Corners 7">
            <a:extLst>
              <a:ext uri="{FF2B5EF4-FFF2-40B4-BE49-F238E27FC236}">
                <a16:creationId xmlns:a16="http://schemas.microsoft.com/office/drawing/2014/main" id="{ED6A8957-0EA3-ECAF-AFC8-607FDDE31121}"/>
              </a:ext>
            </a:extLst>
          </p:cNvPr>
          <p:cNvSpPr/>
          <p:nvPr/>
        </p:nvSpPr>
        <p:spPr>
          <a:xfrm>
            <a:off x="2943759" y="3284984"/>
            <a:ext cx="6535588" cy="507981"/>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dirty="0"/>
              <a:t>NO other </a:t>
            </a:r>
            <a:r>
              <a:rPr lang="en-US" sz="1800" dirty="0" err="1"/>
              <a:t>colour</a:t>
            </a:r>
            <a:r>
              <a:rPr lang="en-US" sz="1800" dirty="0"/>
              <a:t> (you may use a high-lighter if you really want to)</a:t>
            </a:r>
          </a:p>
        </p:txBody>
      </p:sp>
    </p:spTree>
    <p:extLst>
      <p:ext uri="{BB962C8B-B14F-4D97-AF65-F5344CB8AC3E}">
        <p14:creationId xmlns:p14="http://schemas.microsoft.com/office/powerpoint/2010/main" val="1914511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2618" y="173770"/>
            <a:ext cx="8111244" cy="590939"/>
          </a:xfrm>
        </p:spPr>
        <p:txBody>
          <a:bodyPr>
            <a:normAutofit/>
          </a:bodyPr>
          <a:lstStyle/>
          <a:p>
            <a:pPr algn="ctr"/>
            <a:r>
              <a:rPr lang="af-ZA" b="1" u="sng" dirty="0"/>
              <a:t>GENERAL TIPS:</a:t>
            </a:r>
            <a:endParaRPr lang="en-ZA" dirty="0"/>
          </a:p>
        </p:txBody>
      </p:sp>
      <p:sp>
        <p:nvSpPr>
          <p:cNvPr id="3" name="Content Placeholder 2"/>
          <p:cNvSpPr>
            <a:spLocks noGrp="1"/>
          </p:cNvSpPr>
          <p:nvPr>
            <p:ph idx="1"/>
          </p:nvPr>
        </p:nvSpPr>
        <p:spPr>
          <a:xfrm>
            <a:off x="198884" y="1052736"/>
            <a:ext cx="9217024" cy="5601754"/>
          </a:xfrm>
        </p:spPr>
        <p:txBody>
          <a:bodyPr>
            <a:noAutofit/>
          </a:bodyPr>
          <a:lstStyle/>
          <a:p>
            <a:pPr lvl="0"/>
            <a:r>
              <a:rPr lang="en-ZA" sz="2000" dirty="0">
                <a:latin typeface="+mn-lt"/>
                <a:ea typeface="Times New Roman" panose="02020603050405020304" pitchFamily="18" charset="0"/>
                <a:cs typeface="Arial" panose="020B0604020202020204" pitchFamily="34" charset="0"/>
              </a:rPr>
              <a:t>Students MUST write </a:t>
            </a:r>
            <a:r>
              <a:rPr lang="en-ZA" sz="2000" b="1" dirty="0">
                <a:latin typeface="+mn-lt"/>
                <a:ea typeface="Times New Roman" panose="02020603050405020304" pitchFamily="18" charset="0"/>
                <a:cs typeface="Arial" panose="020B0604020202020204" pitchFamily="34" charset="0"/>
              </a:rPr>
              <a:t>full amounts in the solution</a:t>
            </a:r>
            <a:r>
              <a:rPr lang="en-ZA" sz="2000" dirty="0">
                <a:latin typeface="+mn-lt"/>
                <a:ea typeface="Times New Roman" panose="02020603050405020304" pitchFamily="18" charset="0"/>
                <a:cs typeface="Arial" panose="020B0604020202020204" pitchFamily="34" charset="0"/>
              </a:rPr>
              <a:t>. Amounts not written fully will be penalised (example R300’ or R300k instead of R300 000). </a:t>
            </a:r>
          </a:p>
          <a:p>
            <a:pPr lvl="0"/>
            <a:endParaRPr lang="en-ZA" sz="1050" dirty="0">
              <a:latin typeface="+mn-lt"/>
              <a:cs typeface="Arial" panose="020B0604020202020204" pitchFamily="34" charset="0"/>
            </a:endParaRPr>
          </a:p>
          <a:p>
            <a:r>
              <a:rPr lang="en-ZA" sz="2000" dirty="0">
                <a:highlight>
                  <a:srgbClr val="FFFF00"/>
                </a:highlight>
                <a:latin typeface="+mn-lt"/>
                <a:cs typeface="Arial" panose="020B0604020202020204" pitchFamily="34" charset="0"/>
              </a:rPr>
              <a:t>Showing of calculations is important</a:t>
            </a:r>
            <a:r>
              <a:rPr lang="en-ZA" sz="2000" dirty="0">
                <a:latin typeface="+mn-lt"/>
                <a:cs typeface="Arial" panose="020B0604020202020204" pitchFamily="34" charset="0"/>
              </a:rPr>
              <a:t>. Students lose many marks if the marker cannot see how an amount was calculated. You must reference your calculations to the answer. However, your final answer will be marked; we do not mark calculations if it was not used in the answer</a:t>
            </a:r>
            <a:r>
              <a:rPr lang="af-ZA" sz="2000" dirty="0">
                <a:latin typeface="+mn-lt"/>
                <a:cs typeface="Arial" panose="020B0604020202020204" pitchFamily="34" charset="0"/>
              </a:rPr>
              <a:t>.</a:t>
            </a:r>
          </a:p>
          <a:p>
            <a:endParaRPr lang="af-ZA" sz="2000" dirty="0">
              <a:latin typeface="+mn-lt"/>
              <a:cs typeface="Arial" panose="020B0604020202020204" pitchFamily="34" charset="0"/>
            </a:endParaRPr>
          </a:p>
          <a:p>
            <a:endParaRPr lang="af-ZA" sz="800" dirty="0">
              <a:latin typeface="+mn-lt"/>
              <a:cs typeface="Arial" panose="020B0604020202020204" pitchFamily="34" charset="0"/>
            </a:endParaRPr>
          </a:p>
          <a:p>
            <a:r>
              <a:rPr lang="en-ZA" sz="2000" dirty="0">
                <a:latin typeface="+mn-lt"/>
                <a:cs typeface="Arial" panose="020B0604020202020204" pitchFamily="34" charset="0"/>
              </a:rPr>
              <a:t>If two answers are given and one is not cancelled, ONLY the </a:t>
            </a:r>
            <a:r>
              <a:rPr lang="en-ZA" sz="2000" b="1" dirty="0">
                <a:latin typeface="+mn-lt"/>
                <a:cs typeface="Arial" panose="020B0604020202020204" pitchFamily="34" charset="0"/>
              </a:rPr>
              <a:t>first answer </a:t>
            </a:r>
            <a:r>
              <a:rPr lang="en-ZA" sz="2000" dirty="0">
                <a:latin typeface="+mn-lt"/>
                <a:cs typeface="Arial" panose="020B0604020202020204" pitchFamily="34" charset="0"/>
              </a:rPr>
              <a:t>will be marked.</a:t>
            </a:r>
            <a:endParaRPr lang="af-ZA" sz="2000" dirty="0">
              <a:latin typeface="+mn-lt"/>
              <a:cs typeface="Arial" panose="020B0604020202020204" pitchFamily="34" charset="0"/>
            </a:endParaRPr>
          </a:p>
          <a:p>
            <a:endParaRPr lang="af-ZA" sz="2000" dirty="0">
              <a:latin typeface="+mn-lt"/>
              <a:cs typeface="Arial" panose="020B0604020202020204" pitchFamily="34" charset="0"/>
            </a:endParaRPr>
          </a:p>
          <a:p>
            <a:r>
              <a:rPr lang="en-ZA" sz="2000" dirty="0">
                <a:latin typeface="+mn-lt"/>
                <a:cs typeface="Arial" panose="020B0604020202020204" pitchFamily="34" charset="0"/>
              </a:rPr>
              <a:t>Read the REQUIRED part carefully, and ensure that you only address which is asked. It is important not to waste time to answer something that was not asked. The REQUIRED part can also limit you to a certain standard, company or year end</a:t>
            </a:r>
            <a:r>
              <a:rPr lang="af-ZA" sz="2000" dirty="0">
                <a:latin typeface="+mn-lt"/>
                <a:cs typeface="Arial" panose="020B0604020202020204" pitchFamily="34" charset="0"/>
              </a:rPr>
              <a:t>. </a:t>
            </a:r>
            <a:endParaRPr lang="en-ZA" sz="2000" dirty="0">
              <a:latin typeface="+mn-lt"/>
              <a:cs typeface="Arial" panose="020B0604020202020204" pitchFamily="34" charset="0"/>
            </a:endParaRPr>
          </a:p>
          <a:p>
            <a:endParaRPr lang="en-ZA" sz="2000" dirty="0">
              <a:latin typeface="+mn-lt"/>
              <a:cs typeface="Arial" panose="020B0604020202020204" pitchFamily="34" charset="0"/>
            </a:endParaRPr>
          </a:p>
          <a:p>
            <a:endParaRPr lang="en-ZA" sz="2000" dirty="0">
              <a:latin typeface="+mn-lt"/>
              <a:cs typeface="Arial" panose="020B0604020202020204" pitchFamily="34" charset="0"/>
            </a:endParaRPr>
          </a:p>
        </p:txBody>
      </p:sp>
      <p:sp>
        <p:nvSpPr>
          <p:cNvPr id="4" name="Rectangle: Rounded Corners 3">
            <a:extLst>
              <a:ext uri="{FF2B5EF4-FFF2-40B4-BE49-F238E27FC236}">
                <a16:creationId xmlns:a16="http://schemas.microsoft.com/office/drawing/2014/main" id="{86D2377E-755A-ADD8-AEB9-C8A7B82570C7}"/>
              </a:ext>
            </a:extLst>
          </p:cNvPr>
          <p:cNvSpPr/>
          <p:nvPr/>
        </p:nvSpPr>
        <p:spPr>
          <a:xfrm>
            <a:off x="414910" y="3345632"/>
            <a:ext cx="9289031" cy="507981"/>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800" dirty="0"/>
              <a:t>NO mark for calculations if you do not use it in your answer (journal, ledger, statements, notes) </a:t>
            </a:r>
          </a:p>
        </p:txBody>
      </p:sp>
    </p:spTree>
    <p:extLst>
      <p:ext uri="{BB962C8B-B14F-4D97-AF65-F5344CB8AC3E}">
        <p14:creationId xmlns:p14="http://schemas.microsoft.com/office/powerpoint/2010/main" val="1010176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6959" y="188640"/>
            <a:ext cx="7859216" cy="710952"/>
          </a:xfrm>
        </p:spPr>
        <p:txBody>
          <a:bodyPr>
            <a:normAutofit/>
          </a:bodyPr>
          <a:lstStyle/>
          <a:p>
            <a:pPr algn="ctr"/>
            <a:r>
              <a:rPr lang="af-ZA" b="1" u="sng" dirty="0"/>
              <a:t>GENERAL TIPS:</a:t>
            </a:r>
            <a:endParaRPr lang="en-ZA" dirty="0"/>
          </a:p>
        </p:txBody>
      </p:sp>
      <p:sp>
        <p:nvSpPr>
          <p:cNvPr id="3" name="Content Placeholder 2"/>
          <p:cNvSpPr>
            <a:spLocks noGrp="1"/>
          </p:cNvSpPr>
          <p:nvPr>
            <p:ph idx="1"/>
          </p:nvPr>
        </p:nvSpPr>
        <p:spPr>
          <a:xfrm>
            <a:off x="54868" y="899592"/>
            <a:ext cx="9721080" cy="5832648"/>
          </a:xfrm>
        </p:spPr>
        <p:txBody>
          <a:bodyPr>
            <a:normAutofit/>
          </a:bodyPr>
          <a:lstStyle/>
          <a:p>
            <a:pPr lvl="0">
              <a:lnSpc>
                <a:spcPct val="110000"/>
              </a:lnSpc>
              <a:spcBef>
                <a:spcPts val="0"/>
              </a:spcBef>
            </a:pPr>
            <a:r>
              <a:rPr lang="en-ZA" sz="1800" dirty="0">
                <a:latin typeface="+mn-lt"/>
                <a:cs typeface="Arial" panose="020B0604020202020204" pitchFamily="34" charset="0"/>
              </a:rPr>
              <a:t>Ensure that you always use (SFP), (P/L) or (OCI) references after the account name in a general journal question. If NO references are given, you will receive zero marks for the question and if the wrong references are used, the relevant journal will not be marked. (It is not necessary to use a key to explain these abbreviations).</a:t>
            </a:r>
          </a:p>
          <a:p>
            <a:pPr lvl="0">
              <a:lnSpc>
                <a:spcPct val="110000"/>
              </a:lnSpc>
              <a:spcBef>
                <a:spcPts val="0"/>
              </a:spcBef>
            </a:pPr>
            <a:endParaRPr lang="af-ZA" sz="1800" dirty="0">
              <a:latin typeface="+mn-lt"/>
              <a:cs typeface="Arial" panose="020B0604020202020204" pitchFamily="34" charset="0"/>
            </a:endParaRPr>
          </a:p>
          <a:p>
            <a:pPr lvl="0">
              <a:lnSpc>
                <a:spcPct val="110000"/>
              </a:lnSpc>
              <a:spcBef>
                <a:spcPts val="0"/>
              </a:spcBef>
            </a:pPr>
            <a:endParaRPr lang="af-ZA" sz="1800" dirty="0">
              <a:latin typeface="+mn-lt"/>
              <a:cs typeface="Arial" panose="020B0604020202020204" pitchFamily="34" charset="0"/>
            </a:endParaRPr>
          </a:p>
          <a:p>
            <a:pPr lvl="0">
              <a:lnSpc>
                <a:spcPct val="110000"/>
              </a:lnSpc>
              <a:spcBef>
                <a:spcPts val="0"/>
              </a:spcBef>
            </a:pPr>
            <a:endParaRPr lang="af-ZA" sz="1800" dirty="0">
              <a:latin typeface="+mn-lt"/>
              <a:cs typeface="Arial" panose="020B0604020202020204" pitchFamily="34" charset="0"/>
            </a:endParaRPr>
          </a:p>
          <a:p>
            <a:pPr lvl="0">
              <a:lnSpc>
                <a:spcPct val="110000"/>
              </a:lnSpc>
              <a:spcBef>
                <a:spcPts val="0"/>
              </a:spcBef>
            </a:pPr>
            <a:endParaRPr lang="af-ZA" sz="1800" dirty="0">
              <a:latin typeface="+mn-lt"/>
              <a:cs typeface="Arial" panose="020B0604020202020204" pitchFamily="34" charset="0"/>
            </a:endParaRPr>
          </a:p>
          <a:p>
            <a:pPr lvl="0">
              <a:lnSpc>
                <a:spcPct val="110000"/>
              </a:lnSpc>
              <a:spcBef>
                <a:spcPts val="0"/>
              </a:spcBef>
            </a:pPr>
            <a:endParaRPr lang="af-ZA" sz="800" dirty="0">
              <a:latin typeface="+mn-lt"/>
              <a:cs typeface="Arial" panose="020B0604020202020204" pitchFamily="34" charset="0"/>
            </a:endParaRPr>
          </a:p>
          <a:p>
            <a:pPr>
              <a:lnSpc>
                <a:spcPct val="110000"/>
              </a:lnSpc>
              <a:spcBef>
                <a:spcPts val="0"/>
              </a:spcBef>
            </a:pPr>
            <a:r>
              <a:rPr lang="en-ZA" sz="1800" dirty="0">
                <a:latin typeface="+mn-lt"/>
                <a:cs typeface="Arial" panose="020B0604020202020204" pitchFamily="34" charset="0"/>
              </a:rPr>
              <a:t>You need to indicate clearly whether you want to debit or credit the account (write it before, or use columns). You do not need to do journals in date order unless the question specifically asks for it. </a:t>
            </a:r>
          </a:p>
          <a:p>
            <a:pPr>
              <a:lnSpc>
                <a:spcPct val="110000"/>
              </a:lnSpc>
              <a:spcBef>
                <a:spcPts val="0"/>
              </a:spcBef>
            </a:pPr>
            <a:endParaRPr lang="en-ZA" sz="1000" dirty="0">
              <a:latin typeface="+mn-lt"/>
              <a:cs typeface="Arial" panose="020B0604020202020204" pitchFamily="34" charset="0"/>
            </a:endParaRPr>
          </a:p>
          <a:p>
            <a:pPr>
              <a:lnSpc>
                <a:spcPct val="110000"/>
              </a:lnSpc>
              <a:spcBef>
                <a:spcPts val="0"/>
              </a:spcBef>
            </a:pPr>
            <a:r>
              <a:rPr lang="en-ZA" sz="1800" dirty="0">
                <a:latin typeface="+mn-lt"/>
                <a:cs typeface="Arial" panose="020B0604020202020204" pitchFamily="34" charset="0"/>
              </a:rPr>
              <a:t>You always need to provide headings unless the question excludes it.</a:t>
            </a:r>
          </a:p>
          <a:p>
            <a:pPr>
              <a:lnSpc>
                <a:spcPct val="110000"/>
              </a:lnSpc>
              <a:spcBef>
                <a:spcPts val="0"/>
              </a:spcBef>
            </a:pPr>
            <a:endParaRPr lang="en-ZA" sz="1100" dirty="0">
              <a:latin typeface="+mn-lt"/>
              <a:cs typeface="Arial" panose="020B0604020202020204" pitchFamily="34" charset="0"/>
            </a:endParaRPr>
          </a:p>
          <a:p>
            <a:pPr>
              <a:lnSpc>
                <a:spcPct val="110000"/>
              </a:lnSpc>
              <a:spcBef>
                <a:spcPts val="0"/>
              </a:spcBef>
            </a:pPr>
            <a:r>
              <a:rPr lang="en-ZA" sz="1800" dirty="0">
                <a:latin typeface="+mn-lt"/>
                <a:cs typeface="Arial" panose="020B0604020202020204" pitchFamily="34" charset="0"/>
              </a:rPr>
              <a:t>Note whether the question asks for journal narrations and know how to do it. Use short sentences. </a:t>
            </a:r>
            <a:r>
              <a:rPr lang="en-ZA" sz="1800" dirty="0" err="1">
                <a:latin typeface="+mn-lt"/>
                <a:cs typeface="Arial" panose="020B0604020202020204" pitchFamily="34" charset="0"/>
              </a:rPr>
              <a:t>Eg.</a:t>
            </a:r>
            <a:r>
              <a:rPr lang="en-ZA" sz="1800" dirty="0">
                <a:latin typeface="+mn-lt"/>
                <a:cs typeface="Arial" panose="020B0604020202020204" pitchFamily="34" charset="0"/>
              </a:rPr>
              <a:t> Depreciation on vehicles for 2023.</a:t>
            </a:r>
          </a:p>
          <a:p>
            <a:pPr>
              <a:lnSpc>
                <a:spcPct val="110000"/>
              </a:lnSpc>
              <a:spcBef>
                <a:spcPts val="0"/>
              </a:spcBef>
            </a:pPr>
            <a:endParaRPr lang="en-ZA" sz="1100" dirty="0">
              <a:latin typeface="+mn-lt"/>
              <a:cs typeface="Arial" panose="020B0604020202020204" pitchFamily="34" charset="0"/>
            </a:endParaRPr>
          </a:p>
          <a:p>
            <a:pPr>
              <a:lnSpc>
                <a:spcPct val="110000"/>
              </a:lnSpc>
              <a:spcBef>
                <a:spcPts val="0"/>
              </a:spcBef>
            </a:pPr>
            <a:r>
              <a:rPr lang="en-ZA" sz="1800" dirty="0">
                <a:latin typeface="+mn-lt"/>
                <a:cs typeface="Arial" panose="020B0604020202020204" pitchFamily="34" charset="0"/>
              </a:rPr>
              <a:t>Know what is closing journal entries and when it needs to be included in your solution. (COS – Trading account – Profit and Loss – Retained Earnings)</a:t>
            </a:r>
          </a:p>
        </p:txBody>
      </p:sp>
      <p:sp>
        <p:nvSpPr>
          <p:cNvPr id="5" name="Rectangle: Rounded Corners 4">
            <a:extLst>
              <a:ext uri="{FF2B5EF4-FFF2-40B4-BE49-F238E27FC236}">
                <a16:creationId xmlns:a16="http://schemas.microsoft.com/office/drawing/2014/main" id="{4D236317-1DF1-D9B7-2E91-B9FE2FF12260}"/>
              </a:ext>
            </a:extLst>
          </p:cNvPr>
          <p:cNvSpPr/>
          <p:nvPr/>
        </p:nvSpPr>
        <p:spPr>
          <a:xfrm>
            <a:off x="3367236" y="1916832"/>
            <a:ext cx="5400600" cy="136815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en-ZA" sz="1800" b="1" u="sng" dirty="0"/>
              <a:t>For A1S1: </a:t>
            </a:r>
            <a:br>
              <a:rPr lang="en-ZA" sz="1800" dirty="0"/>
            </a:br>
            <a:r>
              <a:rPr lang="en-ZA" sz="1800" b="1" dirty="0"/>
              <a:t>P/L </a:t>
            </a:r>
            <a:r>
              <a:rPr lang="en-ZA" sz="1800" dirty="0"/>
              <a:t>for Incomes and Expenses</a:t>
            </a:r>
            <a:br>
              <a:rPr lang="en-ZA" sz="1800" dirty="0"/>
            </a:br>
            <a:r>
              <a:rPr lang="en-ZA" sz="1800" b="1" dirty="0"/>
              <a:t>SFP</a:t>
            </a:r>
            <a:r>
              <a:rPr lang="en-ZA" sz="1800" dirty="0"/>
              <a:t> for Assets and Liabilities</a:t>
            </a:r>
            <a:br>
              <a:rPr lang="en-ZA" sz="1800" dirty="0"/>
            </a:br>
            <a:r>
              <a:rPr lang="en-ZA" sz="1800" b="1" dirty="0"/>
              <a:t>SCE</a:t>
            </a:r>
            <a:r>
              <a:rPr lang="en-ZA" sz="1800" dirty="0"/>
              <a:t> for equity (retained earnings, drawings, etc)</a:t>
            </a:r>
            <a:br>
              <a:rPr lang="en-ZA" sz="1800" dirty="0"/>
            </a:br>
            <a:r>
              <a:rPr lang="en-ZA" sz="1800" i="1" dirty="0"/>
              <a:t>ACI: do in class on the Wednesday after A1S1 - NB!!</a:t>
            </a:r>
          </a:p>
        </p:txBody>
      </p:sp>
    </p:spTree>
    <p:extLst>
      <p:ext uri="{BB962C8B-B14F-4D97-AF65-F5344CB8AC3E}">
        <p14:creationId xmlns:p14="http://schemas.microsoft.com/office/powerpoint/2010/main" val="298692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Office Theme">
  <a:themeElements>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TM04033925[[fn=Droplet]]</Template>
  <TotalTime>21077</TotalTime>
  <Words>1105</Words>
  <Application>Microsoft Office PowerPoint</Application>
  <PresentationFormat>Custom</PresentationFormat>
  <Paragraphs>157</Paragraphs>
  <Slides>13</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13</vt:i4>
      </vt:variant>
    </vt:vector>
  </HeadingPairs>
  <TitlesOfParts>
    <vt:vector size="24" baseType="lpstr">
      <vt:lpstr>Arial</vt:lpstr>
      <vt:lpstr>Calibri</vt:lpstr>
      <vt:lpstr>Calibri Light</vt:lpstr>
      <vt:lpstr>Constantia</vt:lpstr>
      <vt:lpstr>Courier New</vt:lpstr>
      <vt:lpstr>Symbol</vt:lpstr>
      <vt:lpstr>Times New Roman</vt:lpstr>
      <vt:lpstr>Trebuchet MS</vt:lpstr>
      <vt:lpstr>Wingdings</vt:lpstr>
      <vt:lpstr>Office Theme</vt:lpstr>
      <vt:lpstr>2_Office Theme</vt:lpstr>
      <vt:lpstr>Exam technique </vt:lpstr>
      <vt:lpstr>Exam technique </vt:lpstr>
      <vt:lpstr>Question 3 </vt:lpstr>
      <vt:lpstr>Question 3 </vt:lpstr>
      <vt:lpstr>Exam technique </vt:lpstr>
      <vt:lpstr>Exam technique </vt:lpstr>
      <vt:lpstr>Exam technique </vt:lpstr>
      <vt:lpstr>Exam technique </vt:lpstr>
      <vt:lpstr>PowerPoint Presentation</vt:lpstr>
      <vt:lpstr>Exam technique </vt:lpstr>
      <vt:lpstr>GENERAL TIPS:</vt:lpstr>
      <vt:lpstr>GENERAL TIPS:</vt:lpstr>
      <vt:lpstr>GENERAL TIPS: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Agtergrond tot rekeningkundige standpunte (Background to accounting standards)</dc:title>
  <dc:creator>Charl van den Berg</dc:creator>
  <cp:lastModifiedBy>Ngobese, LM, Mr [lmngobese@sun.ac.za]</cp:lastModifiedBy>
  <cp:revision>805</cp:revision>
  <cp:lastPrinted>2018-02-27T06:21:28Z</cp:lastPrinted>
  <dcterms:created xsi:type="dcterms:W3CDTF">2001-02-13T18:10:48Z</dcterms:created>
  <dcterms:modified xsi:type="dcterms:W3CDTF">2025-03-11T14:34:25Z</dcterms:modified>
</cp:coreProperties>
</file>