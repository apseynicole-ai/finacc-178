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sldIdLst>
    <p:sldId id="422" r:id="rId5"/>
    <p:sldId id="421" r:id="rId6"/>
    <p:sldId id="423" r:id="rId7"/>
    <p:sldId id="439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40" r:id="rId16"/>
    <p:sldId id="431" r:id="rId17"/>
    <p:sldId id="432" r:id="rId18"/>
    <p:sldId id="433" r:id="rId19"/>
    <p:sldId id="436" r:id="rId20"/>
    <p:sldId id="434" r:id="rId21"/>
    <p:sldId id="435" r:id="rId22"/>
    <p:sldId id="43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4D5356"/>
    <a:srgbClr val="461B2B"/>
    <a:srgbClr val="FFFFFF"/>
    <a:srgbClr val="E2D6C0"/>
    <a:srgbClr val="8B2346"/>
    <a:srgbClr val="B79962"/>
    <a:srgbClr val="461A2B"/>
    <a:srgbClr val="F1EBDF"/>
    <a:srgbClr val="ECE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32"/>
    <p:restoredTop sz="88511"/>
  </p:normalViewPr>
  <p:slideViewPr>
    <p:cSldViewPr snapToGrid="0" snapToObjects="1" showGuides="1">
      <p:cViewPr varScale="1">
        <p:scale>
          <a:sx n="56" d="100"/>
          <a:sy n="56" d="100"/>
        </p:scale>
        <p:origin x="664" y="44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BD68B2-57CF-4DFA-8716-D4C248C205DE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7AA30DA2-089D-44CE-8D78-905FF29A22A7}">
      <dgm:prSet phldrT="[Text]"/>
      <dgm:spPr>
        <a:solidFill>
          <a:schemeClr val="tx1"/>
        </a:solidFill>
      </dgm:spPr>
      <dgm:t>
        <a:bodyPr/>
        <a:lstStyle/>
        <a:p>
          <a:r>
            <a:rPr lang="en-US" dirty="0"/>
            <a:t>Transactions (source documents)</a:t>
          </a:r>
          <a:endParaRPr lang="en-ZA" dirty="0"/>
        </a:p>
      </dgm:t>
    </dgm:pt>
    <dgm:pt modelId="{53E1DA91-32B4-4484-9850-E7212963AFE6}" type="parTrans" cxnId="{1F91F32A-17C7-4518-ABC8-E9DE5B3E4D1B}">
      <dgm:prSet/>
      <dgm:spPr/>
      <dgm:t>
        <a:bodyPr/>
        <a:lstStyle/>
        <a:p>
          <a:endParaRPr lang="en-ZA"/>
        </a:p>
      </dgm:t>
    </dgm:pt>
    <dgm:pt modelId="{44F7ED10-A50F-45EB-955C-2058F0E4AB4E}" type="sibTrans" cxnId="{1F91F32A-17C7-4518-ABC8-E9DE5B3E4D1B}">
      <dgm:prSet/>
      <dgm:spPr>
        <a:solidFill>
          <a:schemeClr val="tx1"/>
        </a:solidFill>
      </dgm:spPr>
      <dgm:t>
        <a:bodyPr/>
        <a:lstStyle/>
        <a:p>
          <a:endParaRPr lang="en-ZA"/>
        </a:p>
      </dgm:t>
    </dgm:pt>
    <dgm:pt modelId="{12ABAF2A-A983-4BD6-B8B8-7B450F100403}">
      <dgm:prSet phldrT="[Text]"/>
      <dgm:spPr/>
      <dgm:t>
        <a:bodyPr/>
        <a:lstStyle/>
        <a:p>
          <a:r>
            <a:rPr lang="en-US" dirty="0"/>
            <a:t>Books of first entry</a:t>
          </a:r>
          <a:endParaRPr lang="en-ZA" dirty="0"/>
        </a:p>
      </dgm:t>
    </dgm:pt>
    <dgm:pt modelId="{82ED3163-54B9-42D4-BCE5-9818AD465879}" type="parTrans" cxnId="{9D025D92-A3A1-4F63-9766-2D95E0FB2C88}">
      <dgm:prSet/>
      <dgm:spPr/>
      <dgm:t>
        <a:bodyPr/>
        <a:lstStyle/>
        <a:p>
          <a:endParaRPr lang="en-ZA"/>
        </a:p>
      </dgm:t>
    </dgm:pt>
    <dgm:pt modelId="{DFFD0A0A-A2B9-4B74-BEC5-05B3DE9583F8}" type="sibTrans" cxnId="{9D025D92-A3A1-4F63-9766-2D95E0FB2C88}">
      <dgm:prSet/>
      <dgm:spPr/>
      <dgm:t>
        <a:bodyPr/>
        <a:lstStyle/>
        <a:p>
          <a:endParaRPr lang="en-ZA"/>
        </a:p>
      </dgm:t>
    </dgm:pt>
    <dgm:pt modelId="{159898A5-3DC2-4ABF-87B5-8571312415F0}">
      <dgm:prSet phldrT="[Text]"/>
      <dgm:spPr/>
      <dgm:t>
        <a:bodyPr/>
        <a:lstStyle/>
        <a:p>
          <a:r>
            <a:rPr lang="en-US" dirty="0"/>
            <a:t>General ledger</a:t>
          </a:r>
          <a:endParaRPr lang="en-ZA" dirty="0"/>
        </a:p>
      </dgm:t>
    </dgm:pt>
    <dgm:pt modelId="{10908B48-6FB4-4434-9D73-15114CA3AAAE}" type="parTrans" cxnId="{7462397D-0735-4EC3-9B8F-8D9FA11F08E0}">
      <dgm:prSet/>
      <dgm:spPr/>
      <dgm:t>
        <a:bodyPr/>
        <a:lstStyle/>
        <a:p>
          <a:endParaRPr lang="en-ZA"/>
        </a:p>
      </dgm:t>
    </dgm:pt>
    <dgm:pt modelId="{39B7859F-11B5-45D7-BD29-88AEEBAB4402}" type="sibTrans" cxnId="{7462397D-0735-4EC3-9B8F-8D9FA11F08E0}">
      <dgm:prSet/>
      <dgm:spPr/>
      <dgm:t>
        <a:bodyPr/>
        <a:lstStyle/>
        <a:p>
          <a:endParaRPr lang="en-ZA"/>
        </a:p>
      </dgm:t>
    </dgm:pt>
    <dgm:pt modelId="{08410928-162E-4AAA-A05F-7AF68F1E5C05}">
      <dgm:prSet phldrT="[Text]"/>
      <dgm:spPr/>
      <dgm:t>
        <a:bodyPr/>
        <a:lstStyle/>
        <a:p>
          <a:r>
            <a:rPr lang="en-US" dirty="0"/>
            <a:t>Trial balance</a:t>
          </a:r>
          <a:endParaRPr lang="en-ZA" dirty="0"/>
        </a:p>
      </dgm:t>
    </dgm:pt>
    <dgm:pt modelId="{02C41D28-0D07-4BAA-A338-F5410994AF50}" type="parTrans" cxnId="{AAE2792D-D73D-496A-AE67-37D80683EA6E}">
      <dgm:prSet/>
      <dgm:spPr/>
      <dgm:t>
        <a:bodyPr/>
        <a:lstStyle/>
        <a:p>
          <a:endParaRPr lang="en-ZA"/>
        </a:p>
      </dgm:t>
    </dgm:pt>
    <dgm:pt modelId="{DEA6706A-74C5-41A9-A4EC-B3B4F0927825}" type="sibTrans" cxnId="{AAE2792D-D73D-496A-AE67-37D80683EA6E}">
      <dgm:prSet/>
      <dgm:spPr/>
      <dgm:t>
        <a:bodyPr/>
        <a:lstStyle/>
        <a:p>
          <a:endParaRPr lang="en-ZA"/>
        </a:p>
      </dgm:t>
    </dgm:pt>
    <dgm:pt modelId="{88A76269-48F2-48EC-9CBF-507AFA7286BA}">
      <dgm:prSet phldrT="[Text]"/>
      <dgm:spPr/>
      <dgm:t>
        <a:bodyPr/>
        <a:lstStyle/>
        <a:p>
          <a:r>
            <a:rPr lang="en-US" dirty="0"/>
            <a:t>Adjustments </a:t>
          </a:r>
          <a:endParaRPr lang="en-ZA" dirty="0"/>
        </a:p>
      </dgm:t>
    </dgm:pt>
    <dgm:pt modelId="{ED636EA0-81B0-4088-895A-C1590CCC1E23}" type="parTrans" cxnId="{2508D79C-444F-405C-99B6-F5C5E4E99FFA}">
      <dgm:prSet/>
      <dgm:spPr/>
      <dgm:t>
        <a:bodyPr/>
        <a:lstStyle/>
        <a:p>
          <a:endParaRPr lang="en-ZA"/>
        </a:p>
      </dgm:t>
    </dgm:pt>
    <dgm:pt modelId="{B425AF31-158E-4B55-A964-ADEE8CE62343}" type="sibTrans" cxnId="{2508D79C-444F-405C-99B6-F5C5E4E99FFA}">
      <dgm:prSet/>
      <dgm:spPr/>
      <dgm:t>
        <a:bodyPr/>
        <a:lstStyle/>
        <a:p>
          <a:endParaRPr lang="en-ZA"/>
        </a:p>
      </dgm:t>
    </dgm:pt>
    <dgm:pt modelId="{28FCAF3F-08CD-4A52-9EF9-0B5CFA537A58}">
      <dgm:prSet/>
      <dgm:spPr/>
      <dgm:t>
        <a:bodyPr/>
        <a:lstStyle/>
        <a:p>
          <a:r>
            <a:rPr lang="en-US" dirty="0"/>
            <a:t>Financial statements</a:t>
          </a:r>
          <a:endParaRPr lang="en-ZA" dirty="0"/>
        </a:p>
      </dgm:t>
    </dgm:pt>
    <dgm:pt modelId="{632A1955-1FCA-4099-8B7F-4F234E361FE1}" type="parTrans" cxnId="{F2A4320E-74E0-4397-8578-2B880BF671F0}">
      <dgm:prSet/>
      <dgm:spPr/>
      <dgm:t>
        <a:bodyPr/>
        <a:lstStyle/>
        <a:p>
          <a:endParaRPr lang="en-ZA"/>
        </a:p>
      </dgm:t>
    </dgm:pt>
    <dgm:pt modelId="{913CCAB2-EA4A-4815-9844-CECC71421BFC}" type="sibTrans" cxnId="{F2A4320E-74E0-4397-8578-2B880BF671F0}">
      <dgm:prSet/>
      <dgm:spPr/>
      <dgm:t>
        <a:bodyPr/>
        <a:lstStyle/>
        <a:p>
          <a:endParaRPr lang="en-ZA"/>
        </a:p>
      </dgm:t>
    </dgm:pt>
    <dgm:pt modelId="{6B774632-21B0-4408-8B96-4C174C0D8321}" type="pres">
      <dgm:prSet presAssocID="{46BD68B2-57CF-4DFA-8716-D4C248C205DE}" presName="cycle" presStyleCnt="0">
        <dgm:presLayoutVars>
          <dgm:dir/>
          <dgm:resizeHandles val="exact"/>
        </dgm:presLayoutVars>
      </dgm:prSet>
      <dgm:spPr/>
    </dgm:pt>
    <dgm:pt modelId="{87C3BAE7-FF11-4F97-9D87-EFEF841B1019}" type="pres">
      <dgm:prSet presAssocID="{7AA30DA2-089D-44CE-8D78-905FF29A22A7}" presName="node" presStyleLbl="node1" presStyleIdx="0" presStyleCnt="6">
        <dgm:presLayoutVars>
          <dgm:bulletEnabled val="1"/>
        </dgm:presLayoutVars>
      </dgm:prSet>
      <dgm:spPr/>
    </dgm:pt>
    <dgm:pt modelId="{1D8DFC5E-1AB8-4C16-B871-E01A8DF280C3}" type="pres">
      <dgm:prSet presAssocID="{44F7ED10-A50F-45EB-955C-2058F0E4AB4E}" presName="sibTrans" presStyleLbl="sibTrans2D1" presStyleIdx="0" presStyleCnt="6"/>
      <dgm:spPr/>
    </dgm:pt>
    <dgm:pt modelId="{3EA154D4-AFBD-4C42-B02D-578539D5A3BD}" type="pres">
      <dgm:prSet presAssocID="{44F7ED10-A50F-45EB-955C-2058F0E4AB4E}" presName="connectorText" presStyleLbl="sibTrans2D1" presStyleIdx="0" presStyleCnt="6"/>
      <dgm:spPr/>
    </dgm:pt>
    <dgm:pt modelId="{A101F873-0EB3-4E4D-A7BD-4CC381D47107}" type="pres">
      <dgm:prSet presAssocID="{12ABAF2A-A983-4BD6-B8B8-7B450F100403}" presName="node" presStyleLbl="node1" presStyleIdx="1" presStyleCnt="6">
        <dgm:presLayoutVars>
          <dgm:bulletEnabled val="1"/>
        </dgm:presLayoutVars>
      </dgm:prSet>
      <dgm:spPr/>
    </dgm:pt>
    <dgm:pt modelId="{AEEDF4AD-3918-46C7-9802-5D711722104A}" type="pres">
      <dgm:prSet presAssocID="{DFFD0A0A-A2B9-4B74-BEC5-05B3DE9583F8}" presName="sibTrans" presStyleLbl="sibTrans2D1" presStyleIdx="1" presStyleCnt="6"/>
      <dgm:spPr/>
    </dgm:pt>
    <dgm:pt modelId="{94094A3B-5B33-4F2A-B7FD-BB556AC676C5}" type="pres">
      <dgm:prSet presAssocID="{DFFD0A0A-A2B9-4B74-BEC5-05B3DE9583F8}" presName="connectorText" presStyleLbl="sibTrans2D1" presStyleIdx="1" presStyleCnt="6"/>
      <dgm:spPr/>
    </dgm:pt>
    <dgm:pt modelId="{9E5C2C4C-BE9D-40A2-B206-FDB8B5D52783}" type="pres">
      <dgm:prSet presAssocID="{159898A5-3DC2-4ABF-87B5-8571312415F0}" presName="node" presStyleLbl="node1" presStyleIdx="2" presStyleCnt="6">
        <dgm:presLayoutVars>
          <dgm:bulletEnabled val="1"/>
        </dgm:presLayoutVars>
      </dgm:prSet>
      <dgm:spPr/>
    </dgm:pt>
    <dgm:pt modelId="{C9F75AA9-E7BE-462C-8F91-61DA9DECA04B}" type="pres">
      <dgm:prSet presAssocID="{39B7859F-11B5-45D7-BD29-88AEEBAB4402}" presName="sibTrans" presStyleLbl="sibTrans2D1" presStyleIdx="2" presStyleCnt="6"/>
      <dgm:spPr/>
    </dgm:pt>
    <dgm:pt modelId="{5569430C-73E9-4BFE-8819-38476DAF5790}" type="pres">
      <dgm:prSet presAssocID="{39B7859F-11B5-45D7-BD29-88AEEBAB4402}" presName="connectorText" presStyleLbl="sibTrans2D1" presStyleIdx="2" presStyleCnt="6"/>
      <dgm:spPr/>
    </dgm:pt>
    <dgm:pt modelId="{E51D197C-2897-4FA7-ADA9-72858BEDF3D5}" type="pres">
      <dgm:prSet presAssocID="{08410928-162E-4AAA-A05F-7AF68F1E5C05}" presName="node" presStyleLbl="node1" presStyleIdx="3" presStyleCnt="6">
        <dgm:presLayoutVars>
          <dgm:bulletEnabled val="1"/>
        </dgm:presLayoutVars>
      </dgm:prSet>
      <dgm:spPr/>
    </dgm:pt>
    <dgm:pt modelId="{FD1C6AF0-6109-45BF-B550-166012C0FD5B}" type="pres">
      <dgm:prSet presAssocID="{DEA6706A-74C5-41A9-A4EC-B3B4F0927825}" presName="sibTrans" presStyleLbl="sibTrans2D1" presStyleIdx="3" presStyleCnt="6"/>
      <dgm:spPr/>
    </dgm:pt>
    <dgm:pt modelId="{F42F2263-3EA4-4E07-B4CD-DEC919B3D27F}" type="pres">
      <dgm:prSet presAssocID="{DEA6706A-74C5-41A9-A4EC-B3B4F0927825}" presName="connectorText" presStyleLbl="sibTrans2D1" presStyleIdx="3" presStyleCnt="6"/>
      <dgm:spPr/>
    </dgm:pt>
    <dgm:pt modelId="{20D7691F-A1D3-49B4-A73B-ED99DE6353C4}" type="pres">
      <dgm:prSet presAssocID="{88A76269-48F2-48EC-9CBF-507AFA7286BA}" presName="node" presStyleLbl="node1" presStyleIdx="4" presStyleCnt="6">
        <dgm:presLayoutVars>
          <dgm:bulletEnabled val="1"/>
        </dgm:presLayoutVars>
      </dgm:prSet>
      <dgm:spPr/>
    </dgm:pt>
    <dgm:pt modelId="{20A0913D-DA2D-4FD3-BC56-137B04F3EB42}" type="pres">
      <dgm:prSet presAssocID="{B425AF31-158E-4B55-A964-ADEE8CE62343}" presName="sibTrans" presStyleLbl="sibTrans2D1" presStyleIdx="4" presStyleCnt="6"/>
      <dgm:spPr/>
    </dgm:pt>
    <dgm:pt modelId="{3BC5E867-63F5-42AF-9F33-3A49461D09D4}" type="pres">
      <dgm:prSet presAssocID="{B425AF31-158E-4B55-A964-ADEE8CE62343}" presName="connectorText" presStyleLbl="sibTrans2D1" presStyleIdx="4" presStyleCnt="6"/>
      <dgm:spPr/>
    </dgm:pt>
    <dgm:pt modelId="{0A67B68D-1E28-44B4-A390-F54A9ADB331A}" type="pres">
      <dgm:prSet presAssocID="{28FCAF3F-08CD-4A52-9EF9-0B5CFA537A58}" presName="node" presStyleLbl="node1" presStyleIdx="5" presStyleCnt="6">
        <dgm:presLayoutVars>
          <dgm:bulletEnabled val="1"/>
        </dgm:presLayoutVars>
      </dgm:prSet>
      <dgm:spPr/>
    </dgm:pt>
    <dgm:pt modelId="{26EA146F-BE7F-474F-A007-B662D29AB9CF}" type="pres">
      <dgm:prSet presAssocID="{913CCAB2-EA4A-4815-9844-CECC71421BFC}" presName="sibTrans" presStyleLbl="sibTrans2D1" presStyleIdx="5" presStyleCnt="6"/>
      <dgm:spPr/>
    </dgm:pt>
    <dgm:pt modelId="{7FC1C733-A20A-4829-A7F4-117D16314F54}" type="pres">
      <dgm:prSet presAssocID="{913CCAB2-EA4A-4815-9844-CECC71421BFC}" presName="connectorText" presStyleLbl="sibTrans2D1" presStyleIdx="5" presStyleCnt="6"/>
      <dgm:spPr/>
    </dgm:pt>
  </dgm:ptLst>
  <dgm:cxnLst>
    <dgm:cxn modelId="{F2A4320E-74E0-4397-8578-2B880BF671F0}" srcId="{46BD68B2-57CF-4DFA-8716-D4C248C205DE}" destId="{28FCAF3F-08CD-4A52-9EF9-0B5CFA537A58}" srcOrd="5" destOrd="0" parTransId="{632A1955-1FCA-4099-8B7F-4F234E361FE1}" sibTransId="{913CCAB2-EA4A-4815-9844-CECC71421BFC}"/>
    <dgm:cxn modelId="{FD5C5710-FF7F-45CC-9161-F2261974AEBE}" type="presOf" srcId="{B425AF31-158E-4B55-A964-ADEE8CE62343}" destId="{20A0913D-DA2D-4FD3-BC56-137B04F3EB42}" srcOrd="0" destOrd="0" presId="urn:microsoft.com/office/officeart/2005/8/layout/cycle2"/>
    <dgm:cxn modelId="{3204FE12-0A2E-45D3-8DC2-77D1433E688B}" type="presOf" srcId="{44F7ED10-A50F-45EB-955C-2058F0E4AB4E}" destId="{3EA154D4-AFBD-4C42-B02D-578539D5A3BD}" srcOrd="1" destOrd="0" presId="urn:microsoft.com/office/officeart/2005/8/layout/cycle2"/>
    <dgm:cxn modelId="{852C341A-8C01-4717-858D-F6DE0D76793F}" type="presOf" srcId="{159898A5-3DC2-4ABF-87B5-8571312415F0}" destId="{9E5C2C4C-BE9D-40A2-B206-FDB8B5D52783}" srcOrd="0" destOrd="0" presId="urn:microsoft.com/office/officeart/2005/8/layout/cycle2"/>
    <dgm:cxn modelId="{1C7EB51B-9E7F-413A-8868-F3F8A57BB4C0}" type="presOf" srcId="{913CCAB2-EA4A-4815-9844-CECC71421BFC}" destId="{7FC1C733-A20A-4829-A7F4-117D16314F54}" srcOrd="1" destOrd="0" presId="urn:microsoft.com/office/officeart/2005/8/layout/cycle2"/>
    <dgm:cxn modelId="{8C4F6429-F5B0-4DA6-8FD3-CF20504B2D54}" type="presOf" srcId="{08410928-162E-4AAA-A05F-7AF68F1E5C05}" destId="{E51D197C-2897-4FA7-ADA9-72858BEDF3D5}" srcOrd="0" destOrd="0" presId="urn:microsoft.com/office/officeart/2005/8/layout/cycle2"/>
    <dgm:cxn modelId="{1F91F32A-17C7-4518-ABC8-E9DE5B3E4D1B}" srcId="{46BD68B2-57CF-4DFA-8716-D4C248C205DE}" destId="{7AA30DA2-089D-44CE-8D78-905FF29A22A7}" srcOrd="0" destOrd="0" parTransId="{53E1DA91-32B4-4484-9850-E7212963AFE6}" sibTransId="{44F7ED10-A50F-45EB-955C-2058F0E4AB4E}"/>
    <dgm:cxn modelId="{AAE2792D-D73D-496A-AE67-37D80683EA6E}" srcId="{46BD68B2-57CF-4DFA-8716-D4C248C205DE}" destId="{08410928-162E-4AAA-A05F-7AF68F1E5C05}" srcOrd="3" destOrd="0" parTransId="{02C41D28-0D07-4BAA-A338-F5410994AF50}" sibTransId="{DEA6706A-74C5-41A9-A4EC-B3B4F0927825}"/>
    <dgm:cxn modelId="{B7A78935-18AB-428C-BFA0-40B86E5CFAEF}" type="presOf" srcId="{B425AF31-158E-4B55-A964-ADEE8CE62343}" destId="{3BC5E867-63F5-42AF-9F33-3A49461D09D4}" srcOrd="1" destOrd="0" presId="urn:microsoft.com/office/officeart/2005/8/layout/cycle2"/>
    <dgm:cxn modelId="{91A99444-1DEB-46E0-B214-2E13306C5A77}" type="presOf" srcId="{39B7859F-11B5-45D7-BD29-88AEEBAB4402}" destId="{C9F75AA9-E7BE-462C-8F91-61DA9DECA04B}" srcOrd="0" destOrd="0" presId="urn:microsoft.com/office/officeart/2005/8/layout/cycle2"/>
    <dgm:cxn modelId="{0A3B8366-CB06-444C-A6FB-860A24AC440D}" type="presOf" srcId="{39B7859F-11B5-45D7-BD29-88AEEBAB4402}" destId="{5569430C-73E9-4BFE-8819-38476DAF5790}" srcOrd="1" destOrd="0" presId="urn:microsoft.com/office/officeart/2005/8/layout/cycle2"/>
    <dgm:cxn modelId="{14540B53-01FC-43F8-8C79-DA23628BF224}" type="presOf" srcId="{DEA6706A-74C5-41A9-A4EC-B3B4F0927825}" destId="{FD1C6AF0-6109-45BF-B550-166012C0FD5B}" srcOrd="0" destOrd="0" presId="urn:microsoft.com/office/officeart/2005/8/layout/cycle2"/>
    <dgm:cxn modelId="{24F83774-D544-4471-9E49-8A3565413E0F}" type="presOf" srcId="{44F7ED10-A50F-45EB-955C-2058F0E4AB4E}" destId="{1D8DFC5E-1AB8-4C16-B871-E01A8DF280C3}" srcOrd="0" destOrd="0" presId="urn:microsoft.com/office/officeart/2005/8/layout/cycle2"/>
    <dgm:cxn modelId="{7462397D-0735-4EC3-9B8F-8D9FA11F08E0}" srcId="{46BD68B2-57CF-4DFA-8716-D4C248C205DE}" destId="{159898A5-3DC2-4ABF-87B5-8571312415F0}" srcOrd="2" destOrd="0" parTransId="{10908B48-6FB4-4434-9D73-15114CA3AAAE}" sibTransId="{39B7859F-11B5-45D7-BD29-88AEEBAB4402}"/>
    <dgm:cxn modelId="{97BD388C-F3F3-4D87-9529-D2C3E8906811}" type="presOf" srcId="{46BD68B2-57CF-4DFA-8716-D4C248C205DE}" destId="{6B774632-21B0-4408-8B96-4C174C0D8321}" srcOrd="0" destOrd="0" presId="urn:microsoft.com/office/officeart/2005/8/layout/cycle2"/>
    <dgm:cxn modelId="{9D025D92-A3A1-4F63-9766-2D95E0FB2C88}" srcId="{46BD68B2-57CF-4DFA-8716-D4C248C205DE}" destId="{12ABAF2A-A983-4BD6-B8B8-7B450F100403}" srcOrd="1" destOrd="0" parTransId="{82ED3163-54B9-42D4-BCE5-9818AD465879}" sibTransId="{DFFD0A0A-A2B9-4B74-BEC5-05B3DE9583F8}"/>
    <dgm:cxn modelId="{11958599-2382-44EE-9DC7-E13C976598B5}" type="presOf" srcId="{DFFD0A0A-A2B9-4B74-BEC5-05B3DE9583F8}" destId="{94094A3B-5B33-4F2A-B7FD-BB556AC676C5}" srcOrd="1" destOrd="0" presId="urn:microsoft.com/office/officeart/2005/8/layout/cycle2"/>
    <dgm:cxn modelId="{2508D79C-444F-405C-99B6-F5C5E4E99FFA}" srcId="{46BD68B2-57CF-4DFA-8716-D4C248C205DE}" destId="{88A76269-48F2-48EC-9CBF-507AFA7286BA}" srcOrd="4" destOrd="0" parTransId="{ED636EA0-81B0-4088-895A-C1590CCC1E23}" sibTransId="{B425AF31-158E-4B55-A964-ADEE8CE62343}"/>
    <dgm:cxn modelId="{D4C671A1-497B-4774-8048-5DA0563F9D23}" type="presOf" srcId="{12ABAF2A-A983-4BD6-B8B8-7B450F100403}" destId="{A101F873-0EB3-4E4D-A7BD-4CC381D47107}" srcOrd="0" destOrd="0" presId="urn:microsoft.com/office/officeart/2005/8/layout/cycle2"/>
    <dgm:cxn modelId="{DBB65FA3-3EB4-432B-949E-56FFE6DF7151}" type="presOf" srcId="{7AA30DA2-089D-44CE-8D78-905FF29A22A7}" destId="{87C3BAE7-FF11-4F97-9D87-EFEF841B1019}" srcOrd="0" destOrd="0" presId="urn:microsoft.com/office/officeart/2005/8/layout/cycle2"/>
    <dgm:cxn modelId="{F2D8ABB6-5F3E-4E00-877F-597473BF3000}" type="presOf" srcId="{88A76269-48F2-48EC-9CBF-507AFA7286BA}" destId="{20D7691F-A1D3-49B4-A73B-ED99DE6353C4}" srcOrd="0" destOrd="0" presId="urn:microsoft.com/office/officeart/2005/8/layout/cycle2"/>
    <dgm:cxn modelId="{263BD1B8-C884-4ADF-91B5-AC63D831E7B1}" type="presOf" srcId="{913CCAB2-EA4A-4815-9844-CECC71421BFC}" destId="{26EA146F-BE7F-474F-A007-B662D29AB9CF}" srcOrd="0" destOrd="0" presId="urn:microsoft.com/office/officeart/2005/8/layout/cycle2"/>
    <dgm:cxn modelId="{21B972C6-5002-4F19-8767-21C9869C5463}" type="presOf" srcId="{DFFD0A0A-A2B9-4B74-BEC5-05B3DE9583F8}" destId="{AEEDF4AD-3918-46C7-9802-5D711722104A}" srcOrd="0" destOrd="0" presId="urn:microsoft.com/office/officeart/2005/8/layout/cycle2"/>
    <dgm:cxn modelId="{49D2C4DB-3ADC-4922-99D4-2B21B440B7D0}" type="presOf" srcId="{DEA6706A-74C5-41A9-A4EC-B3B4F0927825}" destId="{F42F2263-3EA4-4E07-B4CD-DEC919B3D27F}" srcOrd="1" destOrd="0" presId="urn:microsoft.com/office/officeart/2005/8/layout/cycle2"/>
    <dgm:cxn modelId="{594568EA-3A84-4A53-AF0C-36A40FE3F733}" type="presOf" srcId="{28FCAF3F-08CD-4A52-9EF9-0B5CFA537A58}" destId="{0A67B68D-1E28-44B4-A390-F54A9ADB331A}" srcOrd="0" destOrd="0" presId="urn:microsoft.com/office/officeart/2005/8/layout/cycle2"/>
    <dgm:cxn modelId="{37A64AD2-C90E-46D7-AF65-443F90A8157A}" type="presParOf" srcId="{6B774632-21B0-4408-8B96-4C174C0D8321}" destId="{87C3BAE7-FF11-4F97-9D87-EFEF841B1019}" srcOrd="0" destOrd="0" presId="urn:microsoft.com/office/officeart/2005/8/layout/cycle2"/>
    <dgm:cxn modelId="{3F1E0A83-6A9A-44CE-B672-6F27A4CE2586}" type="presParOf" srcId="{6B774632-21B0-4408-8B96-4C174C0D8321}" destId="{1D8DFC5E-1AB8-4C16-B871-E01A8DF280C3}" srcOrd="1" destOrd="0" presId="urn:microsoft.com/office/officeart/2005/8/layout/cycle2"/>
    <dgm:cxn modelId="{3419C6C7-36BB-45AB-A772-8F2F96A68414}" type="presParOf" srcId="{1D8DFC5E-1AB8-4C16-B871-E01A8DF280C3}" destId="{3EA154D4-AFBD-4C42-B02D-578539D5A3BD}" srcOrd="0" destOrd="0" presId="urn:microsoft.com/office/officeart/2005/8/layout/cycle2"/>
    <dgm:cxn modelId="{3423CC3F-0C27-42DA-82AA-38951D86303E}" type="presParOf" srcId="{6B774632-21B0-4408-8B96-4C174C0D8321}" destId="{A101F873-0EB3-4E4D-A7BD-4CC381D47107}" srcOrd="2" destOrd="0" presId="urn:microsoft.com/office/officeart/2005/8/layout/cycle2"/>
    <dgm:cxn modelId="{BE0B28C9-B298-425B-879A-F3C723355DB8}" type="presParOf" srcId="{6B774632-21B0-4408-8B96-4C174C0D8321}" destId="{AEEDF4AD-3918-46C7-9802-5D711722104A}" srcOrd="3" destOrd="0" presId="urn:microsoft.com/office/officeart/2005/8/layout/cycle2"/>
    <dgm:cxn modelId="{0AA17B0D-9072-43E6-9434-95D672180FD4}" type="presParOf" srcId="{AEEDF4AD-3918-46C7-9802-5D711722104A}" destId="{94094A3B-5B33-4F2A-B7FD-BB556AC676C5}" srcOrd="0" destOrd="0" presId="urn:microsoft.com/office/officeart/2005/8/layout/cycle2"/>
    <dgm:cxn modelId="{2AD3BA16-3CBE-4935-BF5E-625CA550D2E1}" type="presParOf" srcId="{6B774632-21B0-4408-8B96-4C174C0D8321}" destId="{9E5C2C4C-BE9D-40A2-B206-FDB8B5D52783}" srcOrd="4" destOrd="0" presId="urn:microsoft.com/office/officeart/2005/8/layout/cycle2"/>
    <dgm:cxn modelId="{225FA8BA-C903-45B5-A218-1282463D9854}" type="presParOf" srcId="{6B774632-21B0-4408-8B96-4C174C0D8321}" destId="{C9F75AA9-E7BE-462C-8F91-61DA9DECA04B}" srcOrd="5" destOrd="0" presId="urn:microsoft.com/office/officeart/2005/8/layout/cycle2"/>
    <dgm:cxn modelId="{E7EFAF9F-4371-4612-835A-F1B456424168}" type="presParOf" srcId="{C9F75AA9-E7BE-462C-8F91-61DA9DECA04B}" destId="{5569430C-73E9-4BFE-8819-38476DAF5790}" srcOrd="0" destOrd="0" presId="urn:microsoft.com/office/officeart/2005/8/layout/cycle2"/>
    <dgm:cxn modelId="{9336E616-58EE-4D03-AE70-90F4ED52CCA5}" type="presParOf" srcId="{6B774632-21B0-4408-8B96-4C174C0D8321}" destId="{E51D197C-2897-4FA7-ADA9-72858BEDF3D5}" srcOrd="6" destOrd="0" presId="urn:microsoft.com/office/officeart/2005/8/layout/cycle2"/>
    <dgm:cxn modelId="{6293CEC3-A6F7-4CAC-AFAF-B4EF45AF0F9A}" type="presParOf" srcId="{6B774632-21B0-4408-8B96-4C174C0D8321}" destId="{FD1C6AF0-6109-45BF-B550-166012C0FD5B}" srcOrd="7" destOrd="0" presId="urn:microsoft.com/office/officeart/2005/8/layout/cycle2"/>
    <dgm:cxn modelId="{B6F0D3C0-2FEC-4BB9-ACBC-528515ED4DC0}" type="presParOf" srcId="{FD1C6AF0-6109-45BF-B550-166012C0FD5B}" destId="{F42F2263-3EA4-4E07-B4CD-DEC919B3D27F}" srcOrd="0" destOrd="0" presId="urn:microsoft.com/office/officeart/2005/8/layout/cycle2"/>
    <dgm:cxn modelId="{23A108CC-B6B5-460F-B30A-E7A44662545D}" type="presParOf" srcId="{6B774632-21B0-4408-8B96-4C174C0D8321}" destId="{20D7691F-A1D3-49B4-A73B-ED99DE6353C4}" srcOrd="8" destOrd="0" presId="urn:microsoft.com/office/officeart/2005/8/layout/cycle2"/>
    <dgm:cxn modelId="{2DD447EB-B147-41D6-80D7-2C2879E12739}" type="presParOf" srcId="{6B774632-21B0-4408-8B96-4C174C0D8321}" destId="{20A0913D-DA2D-4FD3-BC56-137B04F3EB42}" srcOrd="9" destOrd="0" presId="urn:microsoft.com/office/officeart/2005/8/layout/cycle2"/>
    <dgm:cxn modelId="{29699390-37AA-46CE-AED2-944141C41D6A}" type="presParOf" srcId="{20A0913D-DA2D-4FD3-BC56-137B04F3EB42}" destId="{3BC5E867-63F5-42AF-9F33-3A49461D09D4}" srcOrd="0" destOrd="0" presId="urn:microsoft.com/office/officeart/2005/8/layout/cycle2"/>
    <dgm:cxn modelId="{43EC347B-DF9D-480E-8EFD-217640342C85}" type="presParOf" srcId="{6B774632-21B0-4408-8B96-4C174C0D8321}" destId="{0A67B68D-1E28-44B4-A390-F54A9ADB331A}" srcOrd="10" destOrd="0" presId="urn:microsoft.com/office/officeart/2005/8/layout/cycle2"/>
    <dgm:cxn modelId="{3F6F9778-F404-490E-A94D-C9FBA992C3EA}" type="presParOf" srcId="{6B774632-21B0-4408-8B96-4C174C0D8321}" destId="{26EA146F-BE7F-474F-A007-B662D29AB9CF}" srcOrd="11" destOrd="0" presId="urn:microsoft.com/office/officeart/2005/8/layout/cycle2"/>
    <dgm:cxn modelId="{BCD35983-E77E-4663-9F8E-E1260C26CCF1}" type="presParOf" srcId="{26EA146F-BE7F-474F-A007-B662D29AB9CF}" destId="{7FC1C733-A20A-4829-A7F4-117D16314F54}" srcOrd="0" destOrd="0" presId="urn:microsoft.com/office/officeart/2005/8/layout/cycle2"/>
  </dgm:cxnLst>
  <dgm:bg>
    <a:solidFill>
      <a:schemeClr val="accent4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BD68B2-57CF-4DFA-8716-D4C248C205DE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7AA30DA2-089D-44CE-8D78-905FF29A22A7}">
      <dgm:prSet phldrT="[Text]"/>
      <dgm:spPr>
        <a:solidFill>
          <a:schemeClr val="tx1"/>
        </a:solidFill>
      </dgm:spPr>
      <dgm:t>
        <a:bodyPr/>
        <a:lstStyle/>
        <a:p>
          <a:r>
            <a:rPr lang="en-US" b="1" dirty="0"/>
            <a:t>Transactions (source documents)</a:t>
          </a:r>
          <a:endParaRPr lang="en-ZA" b="1" dirty="0"/>
        </a:p>
      </dgm:t>
    </dgm:pt>
    <dgm:pt modelId="{53E1DA91-32B4-4484-9850-E7212963AFE6}" type="parTrans" cxnId="{1F91F32A-17C7-4518-ABC8-E9DE5B3E4D1B}">
      <dgm:prSet/>
      <dgm:spPr/>
      <dgm:t>
        <a:bodyPr/>
        <a:lstStyle/>
        <a:p>
          <a:endParaRPr lang="en-ZA" b="1"/>
        </a:p>
      </dgm:t>
    </dgm:pt>
    <dgm:pt modelId="{44F7ED10-A50F-45EB-955C-2058F0E4AB4E}" type="sibTrans" cxnId="{1F91F32A-17C7-4518-ABC8-E9DE5B3E4D1B}">
      <dgm:prSet/>
      <dgm:spPr>
        <a:solidFill>
          <a:schemeClr val="tx1"/>
        </a:solidFill>
      </dgm:spPr>
      <dgm:t>
        <a:bodyPr/>
        <a:lstStyle/>
        <a:p>
          <a:endParaRPr lang="en-ZA" b="1"/>
        </a:p>
      </dgm:t>
    </dgm:pt>
    <dgm:pt modelId="{12ABAF2A-A983-4BD6-B8B8-7B450F100403}">
      <dgm:prSet phldrT="[Text]"/>
      <dgm:spPr/>
      <dgm:t>
        <a:bodyPr/>
        <a:lstStyle/>
        <a:p>
          <a:r>
            <a:rPr lang="en-US" b="1" dirty="0"/>
            <a:t>Books of first entry</a:t>
          </a:r>
          <a:endParaRPr lang="en-ZA" b="1" dirty="0"/>
        </a:p>
      </dgm:t>
    </dgm:pt>
    <dgm:pt modelId="{82ED3163-54B9-42D4-BCE5-9818AD465879}" type="parTrans" cxnId="{9D025D92-A3A1-4F63-9766-2D95E0FB2C88}">
      <dgm:prSet/>
      <dgm:spPr/>
      <dgm:t>
        <a:bodyPr/>
        <a:lstStyle/>
        <a:p>
          <a:endParaRPr lang="en-ZA" b="1"/>
        </a:p>
      </dgm:t>
    </dgm:pt>
    <dgm:pt modelId="{DFFD0A0A-A2B9-4B74-BEC5-05B3DE9583F8}" type="sibTrans" cxnId="{9D025D92-A3A1-4F63-9766-2D95E0FB2C88}">
      <dgm:prSet/>
      <dgm:spPr/>
      <dgm:t>
        <a:bodyPr/>
        <a:lstStyle/>
        <a:p>
          <a:endParaRPr lang="en-ZA" b="1"/>
        </a:p>
      </dgm:t>
    </dgm:pt>
    <dgm:pt modelId="{159898A5-3DC2-4ABF-87B5-8571312415F0}">
      <dgm:prSet phldrT="[Text]"/>
      <dgm:spPr/>
      <dgm:t>
        <a:bodyPr/>
        <a:lstStyle/>
        <a:p>
          <a:r>
            <a:rPr lang="en-US" b="1" dirty="0"/>
            <a:t>General ledger</a:t>
          </a:r>
          <a:endParaRPr lang="en-ZA" b="1" dirty="0"/>
        </a:p>
      </dgm:t>
    </dgm:pt>
    <dgm:pt modelId="{10908B48-6FB4-4434-9D73-15114CA3AAAE}" type="parTrans" cxnId="{7462397D-0735-4EC3-9B8F-8D9FA11F08E0}">
      <dgm:prSet/>
      <dgm:spPr/>
      <dgm:t>
        <a:bodyPr/>
        <a:lstStyle/>
        <a:p>
          <a:endParaRPr lang="en-ZA" b="1"/>
        </a:p>
      </dgm:t>
    </dgm:pt>
    <dgm:pt modelId="{39B7859F-11B5-45D7-BD29-88AEEBAB4402}" type="sibTrans" cxnId="{7462397D-0735-4EC3-9B8F-8D9FA11F08E0}">
      <dgm:prSet/>
      <dgm:spPr/>
      <dgm:t>
        <a:bodyPr/>
        <a:lstStyle/>
        <a:p>
          <a:endParaRPr lang="en-ZA" b="1"/>
        </a:p>
      </dgm:t>
    </dgm:pt>
    <dgm:pt modelId="{08410928-162E-4AAA-A05F-7AF68F1E5C05}">
      <dgm:prSet phldrT="[Text]"/>
      <dgm:spPr/>
      <dgm:t>
        <a:bodyPr/>
        <a:lstStyle/>
        <a:p>
          <a:r>
            <a:rPr lang="en-US" b="1" dirty="0"/>
            <a:t>Trial balance</a:t>
          </a:r>
          <a:endParaRPr lang="en-ZA" b="1" dirty="0"/>
        </a:p>
      </dgm:t>
    </dgm:pt>
    <dgm:pt modelId="{02C41D28-0D07-4BAA-A338-F5410994AF50}" type="parTrans" cxnId="{AAE2792D-D73D-496A-AE67-37D80683EA6E}">
      <dgm:prSet/>
      <dgm:spPr/>
      <dgm:t>
        <a:bodyPr/>
        <a:lstStyle/>
        <a:p>
          <a:endParaRPr lang="en-ZA" b="1"/>
        </a:p>
      </dgm:t>
    </dgm:pt>
    <dgm:pt modelId="{DEA6706A-74C5-41A9-A4EC-B3B4F0927825}" type="sibTrans" cxnId="{AAE2792D-D73D-496A-AE67-37D80683EA6E}">
      <dgm:prSet/>
      <dgm:spPr/>
      <dgm:t>
        <a:bodyPr/>
        <a:lstStyle/>
        <a:p>
          <a:endParaRPr lang="en-ZA" b="1"/>
        </a:p>
      </dgm:t>
    </dgm:pt>
    <dgm:pt modelId="{88A76269-48F2-48EC-9CBF-507AFA7286BA}">
      <dgm:prSet phldrT="[Text]"/>
      <dgm:spPr/>
      <dgm:t>
        <a:bodyPr/>
        <a:lstStyle/>
        <a:p>
          <a:r>
            <a:rPr lang="en-US" b="1" dirty="0"/>
            <a:t>Adjustments </a:t>
          </a:r>
          <a:endParaRPr lang="en-ZA" b="1" dirty="0"/>
        </a:p>
      </dgm:t>
    </dgm:pt>
    <dgm:pt modelId="{ED636EA0-81B0-4088-895A-C1590CCC1E23}" type="parTrans" cxnId="{2508D79C-444F-405C-99B6-F5C5E4E99FFA}">
      <dgm:prSet/>
      <dgm:spPr/>
      <dgm:t>
        <a:bodyPr/>
        <a:lstStyle/>
        <a:p>
          <a:endParaRPr lang="en-ZA" b="1"/>
        </a:p>
      </dgm:t>
    </dgm:pt>
    <dgm:pt modelId="{B425AF31-158E-4B55-A964-ADEE8CE62343}" type="sibTrans" cxnId="{2508D79C-444F-405C-99B6-F5C5E4E99FFA}">
      <dgm:prSet/>
      <dgm:spPr/>
      <dgm:t>
        <a:bodyPr/>
        <a:lstStyle/>
        <a:p>
          <a:endParaRPr lang="en-ZA" b="1"/>
        </a:p>
      </dgm:t>
    </dgm:pt>
    <dgm:pt modelId="{28FCAF3F-08CD-4A52-9EF9-0B5CFA537A58}">
      <dgm:prSet/>
      <dgm:spPr/>
      <dgm:t>
        <a:bodyPr/>
        <a:lstStyle/>
        <a:p>
          <a:r>
            <a:rPr lang="en-US" b="1" dirty="0"/>
            <a:t>Financial statements</a:t>
          </a:r>
          <a:endParaRPr lang="en-ZA" b="1" dirty="0"/>
        </a:p>
      </dgm:t>
    </dgm:pt>
    <dgm:pt modelId="{632A1955-1FCA-4099-8B7F-4F234E361FE1}" type="parTrans" cxnId="{F2A4320E-74E0-4397-8578-2B880BF671F0}">
      <dgm:prSet/>
      <dgm:spPr/>
      <dgm:t>
        <a:bodyPr/>
        <a:lstStyle/>
        <a:p>
          <a:endParaRPr lang="en-ZA" b="1"/>
        </a:p>
      </dgm:t>
    </dgm:pt>
    <dgm:pt modelId="{913CCAB2-EA4A-4815-9844-CECC71421BFC}" type="sibTrans" cxnId="{F2A4320E-74E0-4397-8578-2B880BF671F0}">
      <dgm:prSet/>
      <dgm:spPr/>
      <dgm:t>
        <a:bodyPr/>
        <a:lstStyle/>
        <a:p>
          <a:endParaRPr lang="en-ZA" b="1"/>
        </a:p>
      </dgm:t>
    </dgm:pt>
    <dgm:pt modelId="{6B774632-21B0-4408-8B96-4C174C0D8321}" type="pres">
      <dgm:prSet presAssocID="{46BD68B2-57CF-4DFA-8716-D4C248C205DE}" presName="cycle" presStyleCnt="0">
        <dgm:presLayoutVars>
          <dgm:dir/>
          <dgm:resizeHandles val="exact"/>
        </dgm:presLayoutVars>
      </dgm:prSet>
      <dgm:spPr/>
    </dgm:pt>
    <dgm:pt modelId="{87C3BAE7-FF11-4F97-9D87-EFEF841B1019}" type="pres">
      <dgm:prSet presAssocID="{7AA30DA2-089D-44CE-8D78-905FF29A22A7}" presName="node" presStyleLbl="node1" presStyleIdx="0" presStyleCnt="6">
        <dgm:presLayoutVars>
          <dgm:bulletEnabled val="1"/>
        </dgm:presLayoutVars>
      </dgm:prSet>
      <dgm:spPr/>
    </dgm:pt>
    <dgm:pt modelId="{1D8DFC5E-1AB8-4C16-B871-E01A8DF280C3}" type="pres">
      <dgm:prSet presAssocID="{44F7ED10-A50F-45EB-955C-2058F0E4AB4E}" presName="sibTrans" presStyleLbl="sibTrans2D1" presStyleIdx="0" presStyleCnt="6"/>
      <dgm:spPr/>
    </dgm:pt>
    <dgm:pt modelId="{3EA154D4-AFBD-4C42-B02D-578539D5A3BD}" type="pres">
      <dgm:prSet presAssocID="{44F7ED10-A50F-45EB-955C-2058F0E4AB4E}" presName="connectorText" presStyleLbl="sibTrans2D1" presStyleIdx="0" presStyleCnt="6"/>
      <dgm:spPr/>
    </dgm:pt>
    <dgm:pt modelId="{A101F873-0EB3-4E4D-A7BD-4CC381D47107}" type="pres">
      <dgm:prSet presAssocID="{12ABAF2A-A983-4BD6-B8B8-7B450F100403}" presName="node" presStyleLbl="node1" presStyleIdx="1" presStyleCnt="6" custRadScaleRad="99787" custRadScaleInc="-236">
        <dgm:presLayoutVars>
          <dgm:bulletEnabled val="1"/>
        </dgm:presLayoutVars>
      </dgm:prSet>
      <dgm:spPr/>
    </dgm:pt>
    <dgm:pt modelId="{AEEDF4AD-3918-46C7-9802-5D711722104A}" type="pres">
      <dgm:prSet presAssocID="{DFFD0A0A-A2B9-4B74-BEC5-05B3DE9583F8}" presName="sibTrans" presStyleLbl="sibTrans2D1" presStyleIdx="1" presStyleCnt="6"/>
      <dgm:spPr/>
    </dgm:pt>
    <dgm:pt modelId="{94094A3B-5B33-4F2A-B7FD-BB556AC676C5}" type="pres">
      <dgm:prSet presAssocID="{DFFD0A0A-A2B9-4B74-BEC5-05B3DE9583F8}" presName="connectorText" presStyleLbl="sibTrans2D1" presStyleIdx="1" presStyleCnt="6"/>
      <dgm:spPr/>
    </dgm:pt>
    <dgm:pt modelId="{9E5C2C4C-BE9D-40A2-B206-FDB8B5D52783}" type="pres">
      <dgm:prSet presAssocID="{159898A5-3DC2-4ABF-87B5-8571312415F0}" presName="node" presStyleLbl="node1" presStyleIdx="2" presStyleCnt="6">
        <dgm:presLayoutVars>
          <dgm:bulletEnabled val="1"/>
        </dgm:presLayoutVars>
      </dgm:prSet>
      <dgm:spPr/>
    </dgm:pt>
    <dgm:pt modelId="{C9F75AA9-E7BE-462C-8F91-61DA9DECA04B}" type="pres">
      <dgm:prSet presAssocID="{39B7859F-11B5-45D7-BD29-88AEEBAB4402}" presName="sibTrans" presStyleLbl="sibTrans2D1" presStyleIdx="2" presStyleCnt="6"/>
      <dgm:spPr/>
    </dgm:pt>
    <dgm:pt modelId="{5569430C-73E9-4BFE-8819-38476DAF5790}" type="pres">
      <dgm:prSet presAssocID="{39B7859F-11B5-45D7-BD29-88AEEBAB4402}" presName="connectorText" presStyleLbl="sibTrans2D1" presStyleIdx="2" presStyleCnt="6"/>
      <dgm:spPr/>
    </dgm:pt>
    <dgm:pt modelId="{E51D197C-2897-4FA7-ADA9-72858BEDF3D5}" type="pres">
      <dgm:prSet presAssocID="{08410928-162E-4AAA-A05F-7AF68F1E5C05}" presName="node" presStyleLbl="node1" presStyleIdx="3" presStyleCnt="6">
        <dgm:presLayoutVars>
          <dgm:bulletEnabled val="1"/>
        </dgm:presLayoutVars>
      </dgm:prSet>
      <dgm:spPr/>
    </dgm:pt>
    <dgm:pt modelId="{FD1C6AF0-6109-45BF-B550-166012C0FD5B}" type="pres">
      <dgm:prSet presAssocID="{DEA6706A-74C5-41A9-A4EC-B3B4F0927825}" presName="sibTrans" presStyleLbl="sibTrans2D1" presStyleIdx="3" presStyleCnt="6"/>
      <dgm:spPr/>
    </dgm:pt>
    <dgm:pt modelId="{F42F2263-3EA4-4E07-B4CD-DEC919B3D27F}" type="pres">
      <dgm:prSet presAssocID="{DEA6706A-74C5-41A9-A4EC-B3B4F0927825}" presName="connectorText" presStyleLbl="sibTrans2D1" presStyleIdx="3" presStyleCnt="6"/>
      <dgm:spPr/>
    </dgm:pt>
    <dgm:pt modelId="{20D7691F-A1D3-49B4-A73B-ED99DE6353C4}" type="pres">
      <dgm:prSet presAssocID="{88A76269-48F2-48EC-9CBF-507AFA7286BA}" presName="node" presStyleLbl="node1" presStyleIdx="4" presStyleCnt="6">
        <dgm:presLayoutVars>
          <dgm:bulletEnabled val="1"/>
        </dgm:presLayoutVars>
      </dgm:prSet>
      <dgm:spPr/>
    </dgm:pt>
    <dgm:pt modelId="{20A0913D-DA2D-4FD3-BC56-137B04F3EB42}" type="pres">
      <dgm:prSet presAssocID="{B425AF31-158E-4B55-A964-ADEE8CE62343}" presName="sibTrans" presStyleLbl="sibTrans2D1" presStyleIdx="4" presStyleCnt="6"/>
      <dgm:spPr/>
    </dgm:pt>
    <dgm:pt modelId="{3BC5E867-63F5-42AF-9F33-3A49461D09D4}" type="pres">
      <dgm:prSet presAssocID="{B425AF31-158E-4B55-A964-ADEE8CE62343}" presName="connectorText" presStyleLbl="sibTrans2D1" presStyleIdx="4" presStyleCnt="6"/>
      <dgm:spPr/>
    </dgm:pt>
    <dgm:pt modelId="{0A67B68D-1E28-44B4-A390-F54A9ADB331A}" type="pres">
      <dgm:prSet presAssocID="{28FCAF3F-08CD-4A52-9EF9-0B5CFA537A58}" presName="node" presStyleLbl="node1" presStyleIdx="5" presStyleCnt="6">
        <dgm:presLayoutVars>
          <dgm:bulletEnabled val="1"/>
        </dgm:presLayoutVars>
      </dgm:prSet>
      <dgm:spPr/>
    </dgm:pt>
    <dgm:pt modelId="{26EA146F-BE7F-474F-A007-B662D29AB9CF}" type="pres">
      <dgm:prSet presAssocID="{913CCAB2-EA4A-4815-9844-CECC71421BFC}" presName="sibTrans" presStyleLbl="sibTrans2D1" presStyleIdx="5" presStyleCnt="6"/>
      <dgm:spPr/>
    </dgm:pt>
    <dgm:pt modelId="{7FC1C733-A20A-4829-A7F4-117D16314F54}" type="pres">
      <dgm:prSet presAssocID="{913CCAB2-EA4A-4815-9844-CECC71421BFC}" presName="connectorText" presStyleLbl="sibTrans2D1" presStyleIdx="5" presStyleCnt="6"/>
      <dgm:spPr/>
    </dgm:pt>
  </dgm:ptLst>
  <dgm:cxnLst>
    <dgm:cxn modelId="{F2A4320E-74E0-4397-8578-2B880BF671F0}" srcId="{46BD68B2-57CF-4DFA-8716-D4C248C205DE}" destId="{28FCAF3F-08CD-4A52-9EF9-0B5CFA537A58}" srcOrd="5" destOrd="0" parTransId="{632A1955-1FCA-4099-8B7F-4F234E361FE1}" sibTransId="{913CCAB2-EA4A-4815-9844-CECC71421BFC}"/>
    <dgm:cxn modelId="{FD5C5710-FF7F-45CC-9161-F2261974AEBE}" type="presOf" srcId="{B425AF31-158E-4B55-A964-ADEE8CE62343}" destId="{20A0913D-DA2D-4FD3-BC56-137B04F3EB42}" srcOrd="0" destOrd="0" presId="urn:microsoft.com/office/officeart/2005/8/layout/cycle2"/>
    <dgm:cxn modelId="{3204FE12-0A2E-45D3-8DC2-77D1433E688B}" type="presOf" srcId="{44F7ED10-A50F-45EB-955C-2058F0E4AB4E}" destId="{3EA154D4-AFBD-4C42-B02D-578539D5A3BD}" srcOrd="1" destOrd="0" presId="urn:microsoft.com/office/officeart/2005/8/layout/cycle2"/>
    <dgm:cxn modelId="{852C341A-8C01-4717-858D-F6DE0D76793F}" type="presOf" srcId="{159898A5-3DC2-4ABF-87B5-8571312415F0}" destId="{9E5C2C4C-BE9D-40A2-B206-FDB8B5D52783}" srcOrd="0" destOrd="0" presId="urn:microsoft.com/office/officeart/2005/8/layout/cycle2"/>
    <dgm:cxn modelId="{1C7EB51B-9E7F-413A-8868-F3F8A57BB4C0}" type="presOf" srcId="{913CCAB2-EA4A-4815-9844-CECC71421BFC}" destId="{7FC1C733-A20A-4829-A7F4-117D16314F54}" srcOrd="1" destOrd="0" presId="urn:microsoft.com/office/officeart/2005/8/layout/cycle2"/>
    <dgm:cxn modelId="{8C4F6429-F5B0-4DA6-8FD3-CF20504B2D54}" type="presOf" srcId="{08410928-162E-4AAA-A05F-7AF68F1E5C05}" destId="{E51D197C-2897-4FA7-ADA9-72858BEDF3D5}" srcOrd="0" destOrd="0" presId="urn:microsoft.com/office/officeart/2005/8/layout/cycle2"/>
    <dgm:cxn modelId="{1F91F32A-17C7-4518-ABC8-E9DE5B3E4D1B}" srcId="{46BD68B2-57CF-4DFA-8716-D4C248C205DE}" destId="{7AA30DA2-089D-44CE-8D78-905FF29A22A7}" srcOrd="0" destOrd="0" parTransId="{53E1DA91-32B4-4484-9850-E7212963AFE6}" sibTransId="{44F7ED10-A50F-45EB-955C-2058F0E4AB4E}"/>
    <dgm:cxn modelId="{AAE2792D-D73D-496A-AE67-37D80683EA6E}" srcId="{46BD68B2-57CF-4DFA-8716-D4C248C205DE}" destId="{08410928-162E-4AAA-A05F-7AF68F1E5C05}" srcOrd="3" destOrd="0" parTransId="{02C41D28-0D07-4BAA-A338-F5410994AF50}" sibTransId="{DEA6706A-74C5-41A9-A4EC-B3B4F0927825}"/>
    <dgm:cxn modelId="{B7A78935-18AB-428C-BFA0-40B86E5CFAEF}" type="presOf" srcId="{B425AF31-158E-4B55-A964-ADEE8CE62343}" destId="{3BC5E867-63F5-42AF-9F33-3A49461D09D4}" srcOrd="1" destOrd="0" presId="urn:microsoft.com/office/officeart/2005/8/layout/cycle2"/>
    <dgm:cxn modelId="{91A99444-1DEB-46E0-B214-2E13306C5A77}" type="presOf" srcId="{39B7859F-11B5-45D7-BD29-88AEEBAB4402}" destId="{C9F75AA9-E7BE-462C-8F91-61DA9DECA04B}" srcOrd="0" destOrd="0" presId="urn:microsoft.com/office/officeart/2005/8/layout/cycle2"/>
    <dgm:cxn modelId="{0A3B8366-CB06-444C-A6FB-860A24AC440D}" type="presOf" srcId="{39B7859F-11B5-45D7-BD29-88AEEBAB4402}" destId="{5569430C-73E9-4BFE-8819-38476DAF5790}" srcOrd="1" destOrd="0" presId="urn:microsoft.com/office/officeart/2005/8/layout/cycle2"/>
    <dgm:cxn modelId="{14540B53-01FC-43F8-8C79-DA23628BF224}" type="presOf" srcId="{DEA6706A-74C5-41A9-A4EC-B3B4F0927825}" destId="{FD1C6AF0-6109-45BF-B550-166012C0FD5B}" srcOrd="0" destOrd="0" presId="urn:microsoft.com/office/officeart/2005/8/layout/cycle2"/>
    <dgm:cxn modelId="{24F83774-D544-4471-9E49-8A3565413E0F}" type="presOf" srcId="{44F7ED10-A50F-45EB-955C-2058F0E4AB4E}" destId="{1D8DFC5E-1AB8-4C16-B871-E01A8DF280C3}" srcOrd="0" destOrd="0" presId="urn:microsoft.com/office/officeart/2005/8/layout/cycle2"/>
    <dgm:cxn modelId="{7462397D-0735-4EC3-9B8F-8D9FA11F08E0}" srcId="{46BD68B2-57CF-4DFA-8716-D4C248C205DE}" destId="{159898A5-3DC2-4ABF-87B5-8571312415F0}" srcOrd="2" destOrd="0" parTransId="{10908B48-6FB4-4434-9D73-15114CA3AAAE}" sibTransId="{39B7859F-11B5-45D7-BD29-88AEEBAB4402}"/>
    <dgm:cxn modelId="{97BD388C-F3F3-4D87-9529-D2C3E8906811}" type="presOf" srcId="{46BD68B2-57CF-4DFA-8716-D4C248C205DE}" destId="{6B774632-21B0-4408-8B96-4C174C0D8321}" srcOrd="0" destOrd="0" presId="urn:microsoft.com/office/officeart/2005/8/layout/cycle2"/>
    <dgm:cxn modelId="{9D025D92-A3A1-4F63-9766-2D95E0FB2C88}" srcId="{46BD68B2-57CF-4DFA-8716-D4C248C205DE}" destId="{12ABAF2A-A983-4BD6-B8B8-7B450F100403}" srcOrd="1" destOrd="0" parTransId="{82ED3163-54B9-42D4-BCE5-9818AD465879}" sibTransId="{DFFD0A0A-A2B9-4B74-BEC5-05B3DE9583F8}"/>
    <dgm:cxn modelId="{11958599-2382-44EE-9DC7-E13C976598B5}" type="presOf" srcId="{DFFD0A0A-A2B9-4B74-BEC5-05B3DE9583F8}" destId="{94094A3B-5B33-4F2A-B7FD-BB556AC676C5}" srcOrd="1" destOrd="0" presId="urn:microsoft.com/office/officeart/2005/8/layout/cycle2"/>
    <dgm:cxn modelId="{2508D79C-444F-405C-99B6-F5C5E4E99FFA}" srcId="{46BD68B2-57CF-4DFA-8716-D4C248C205DE}" destId="{88A76269-48F2-48EC-9CBF-507AFA7286BA}" srcOrd="4" destOrd="0" parTransId="{ED636EA0-81B0-4088-895A-C1590CCC1E23}" sibTransId="{B425AF31-158E-4B55-A964-ADEE8CE62343}"/>
    <dgm:cxn modelId="{D4C671A1-497B-4774-8048-5DA0563F9D23}" type="presOf" srcId="{12ABAF2A-A983-4BD6-B8B8-7B450F100403}" destId="{A101F873-0EB3-4E4D-A7BD-4CC381D47107}" srcOrd="0" destOrd="0" presId="urn:microsoft.com/office/officeart/2005/8/layout/cycle2"/>
    <dgm:cxn modelId="{DBB65FA3-3EB4-432B-949E-56FFE6DF7151}" type="presOf" srcId="{7AA30DA2-089D-44CE-8D78-905FF29A22A7}" destId="{87C3BAE7-FF11-4F97-9D87-EFEF841B1019}" srcOrd="0" destOrd="0" presId="urn:microsoft.com/office/officeart/2005/8/layout/cycle2"/>
    <dgm:cxn modelId="{F2D8ABB6-5F3E-4E00-877F-597473BF3000}" type="presOf" srcId="{88A76269-48F2-48EC-9CBF-507AFA7286BA}" destId="{20D7691F-A1D3-49B4-A73B-ED99DE6353C4}" srcOrd="0" destOrd="0" presId="urn:microsoft.com/office/officeart/2005/8/layout/cycle2"/>
    <dgm:cxn modelId="{263BD1B8-C884-4ADF-91B5-AC63D831E7B1}" type="presOf" srcId="{913CCAB2-EA4A-4815-9844-CECC71421BFC}" destId="{26EA146F-BE7F-474F-A007-B662D29AB9CF}" srcOrd="0" destOrd="0" presId="urn:microsoft.com/office/officeart/2005/8/layout/cycle2"/>
    <dgm:cxn modelId="{21B972C6-5002-4F19-8767-21C9869C5463}" type="presOf" srcId="{DFFD0A0A-A2B9-4B74-BEC5-05B3DE9583F8}" destId="{AEEDF4AD-3918-46C7-9802-5D711722104A}" srcOrd="0" destOrd="0" presId="urn:microsoft.com/office/officeart/2005/8/layout/cycle2"/>
    <dgm:cxn modelId="{49D2C4DB-3ADC-4922-99D4-2B21B440B7D0}" type="presOf" srcId="{DEA6706A-74C5-41A9-A4EC-B3B4F0927825}" destId="{F42F2263-3EA4-4E07-B4CD-DEC919B3D27F}" srcOrd="1" destOrd="0" presId="urn:microsoft.com/office/officeart/2005/8/layout/cycle2"/>
    <dgm:cxn modelId="{594568EA-3A84-4A53-AF0C-36A40FE3F733}" type="presOf" srcId="{28FCAF3F-08CD-4A52-9EF9-0B5CFA537A58}" destId="{0A67B68D-1E28-44B4-A390-F54A9ADB331A}" srcOrd="0" destOrd="0" presId="urn:microsoft.com/office/officeart/2005/8/layout/cycle2"/>
    <dgm:cxn modelId="{37A64AD2-C90E-46D7-AF65-443F90A8157A}" type="presParOf" srcId="{6B774632-21B0-4408-8B96-4C174C0D8321}" destId="{87C3BAE7-FF11-4F97-9D87-EFEF841B1019}" srcOrd="0" destOrd="0" presId="urn:microsoft.com/office/officeart/2005/8/layout/cycle2"/>
    <dgm:cxn modelId="{3F1E0A83-6A9A-44CE-B672-6F27A4CE2586}" type="presParOf" srcId="{6B774632-21B0-4408-8B96-4C174C0D8321}" destId="{1D8DFC5E-1AB8-4C16-B871-E01A8DF280C3}" srcOrd="1" destOrd="0" presId="urn:microsoft.com/office/officeart/2005/8/layout/cycle2"/>
    <dgm:cxn modelId="{3419C6C7-36BB-45AB-A772-8F2F96A68414}" type="presParOf" srcId="{1D8DFC5E-1AB8-4C16-B871-E01A8DF280C3}" destId="{3EA154D4-AFBD-4C42-B02D-578539D5A3BD}" srcOrd="0" destOrd="0" presId="urn:microsoft.com/office/officeart/2005/8/layout/cycle2"/>
    <dgm:cxn modelId="{3423CC3F-0C27-42DA-82AA-38951D86303E}" type="presParOf" srcId="{6B774632-21B0-4408-8B96-4C174C0D8321}" destId="{A101F873-0EB3-4E4D-A7BD-4CC381D47107}" srcOrd="2" destOrd="0" presId="urn:microsoft.com/office/officeart/2005/8/layout/cycle2"/>
    <dgm:cxn modelId="{BE0B28C9-B298-425B-879A-F3C723355DB8}" type="presParOf" srcId="{6B774632-21B0-4408-8B96-4C174C0D8321}" destId="{AEEDF4AD-3918-46C7-9802-5D711722104A}" srcOrd="3" destOrd="0" presId="urn:microsoft.com/office/officeart/2005/8/layout/cycle2"/>
    <dgm:cxn modelId="{0AA17B0D-9072-43E6-9434-95D672180FD4}" type="presParOf" srcId="{AEEDF4AD-3918-46C7-9802-5D711722104A}" destId="{94094A3B-5B33-4F2A-B7FD-BB556AC676C5}" srcOrd="0" destOrd="0" presId="urn:microsoft.com/office/officeart/2005/8/layout/cycle2"/>
    <dgm:cxn modelId="{2AD3BA16-3CBE-4935-BF5E-625CA550D2E1}" type="presParOf" srcId="{6B774632-21B0-4408-8B96-4C174C0D8321}" destId="{9E5C2C4C-BE9D-40A2-B206-FDB8B5D52783}" srcOrd="4" destOrd="0" presId="urn:microsoft.com/office/officeart/2005/8/layout/cycle2"/>
    <dgm:cxn modelId="{225FA8BA-C903-45B5-A218-1282463D9854}" type="presParOf" srcId="{6B774632-21B0-4408-8B96-4C174C0D8321}" destId="{C9F75AA9-E7BE-462C-8F91-61DA9DECA04B}" srcOrd="5" destOrd="0" presId="urn:microsoft.com/office/officeart/2005/8/layout/cycle2"/>
    <dgm:cxn modelId="{E7EFAF9F-4371-4612-835A-F1B456424168}" type="presParOf" srcId="{C9F75AA9-E7BE-462C-8F91-61DA9DECA04B}" destId="{5569430C-73E9-4BFE-8819-38476DAF5790}" srcOrd="0" destOrd="0" presId="urn:microsoft.com/office/officeart/2005/8/layout/cycle2"/>
    <dgm:cxn modelId="{9336E616-58EE-4D03-AE70-90F4ED52CCA5}" type="presParOf" srcId="{6B774632-21B0-4408-8B96-4C174C0D8321}" destId="{E51D197C-2897-4FA7-ADA9-72858BEDF3D5}" srcOrd="6" destOrd="0" presId="urn:microsoft.com/office/officeart/2005/8/layout/cycle2"/>
    <dgm:cxn modelId="{6293CEC3-A6F7-4CAC-AFAF-B4EF45AF0F9A}" type="presParOf" srcId="{6B774632-21B0-4408-8B96-4C174C0D8321}" destId="{FD1C6AF0-6109-45BF-B550-166012C0FD5B}" srcOrd="7" destOrd="0" presId="urn:microsoft.com/office/officeart/2005/8/layout/cycle2"/>
    <dgm:cxn modelId="{B6F0D3C0-2FEC-4BB9-ACBC-528515ED4DC0}" type="presParOf" srcId="{FD1C6AF0-6109-45BF-B550-166012C0FD5B}" destId="{F42F2263-3EA4-4E07-B4CD-DEC919B3D27F}" srcOrd="0" destOrd="0" presId="urn:microsoft.com/office/officeart/2005/8/layout/cycle2"/>
    <dgm:cxn modelId="{23A108CC-B6B5-460F-B30A-E7A44662545D}" type="presParOf" srcId="{6B774632-21B0-4408-8B96-4C174C0D8321}" destId="{20D7691F-A1D3-49B4-A73B-ED99DE6353C4}" srcOrd="8" destOrd="0" presId="urn:microsoft.com/office/officeart/2005/8/layout/cycle2"/>
    <dgm:cxn modelId="{2DD447EB-B147-41D6-80D7-2C2879E12739}" type="presParOf" srcId="{6B774632-21B0-4408-8B96-4C174C0D8321}" destId="{20A0913D-DA2D-4FD3-BC56-137B04F3EB42}" srcOrd="9" destOrd="0" presId="urn:microsoft.com/office/officeart/2005/8/layout/cycle2"/>
    <dgm:cxn modelId="{29699390-37AA-46CE-AED2-944141C41D6A}" type="presParOf" srcId="{20A0913D-DA2D-4FD3-BC56-137B04F3EB42}" destId="{3BC5E867-63F5-42AF-9F33-3A49461D09D4}" srcOrd="0" destOrd="0" presId="urn:microsoft.com/office/officeart/2005/8/layout/cycle2"/>
    <dgm:cxn modelId="{43EC347B-DF9D-480E-8EFD-217640342C85}" type="presParOf" srcId="{6B774632-21B0-4408-8B96-4C174C0D8321}" destId="{0A67B68D-1E28-44B4-A390-F54A9ADB331A}" srcOrd="10" destOrd="0" presId="urn:microsoft.com/office/officeart/2005/8/layout/cycle2"/>
    <dgm:cxn modelId="{3F6F9778-F404-490E-A94D-C9FBA992C3EA}" type="presParOf" srcId="{6B774632-21B0-4408-8B96-4C174C0D8321}" destId="{26EA146F-BE7F-474F-A007-B662D29AB9CF}" srcOrd="11" destOrd="0" presId="urn:microsoft.com/office/officeart/2005/8/layout/cycle2"/>
    <dgm:cxn modelId="{BCD35983-E77E-4663-9F8E-E1260C26CCF1}" type="presParOf" srcId="{26EA146F-BE7F-474F-A007-B662D29AB9CF}" destId="{7FC1C733-A20A-4829-A7F4-117D16314F54}" srcOrd="0" destOrd="0" presId="urn:microsoft.com/office/officeart/2005/8/layout/cycle2"/>
  </dgm:cxnLst>
  <dgm:bg>
    <a:solidFill>
      <a:schemeClr val="accent4">
        <a:lumMod val="20000"/>
        <a:lumOff val="80000"/>
      </a:schemeClr>
    </a:solidFill>
  </dgm:bg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BD68B2-57CF-4DFA-8716-D4C248C205DE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7AA30DA2-089D-44CE-8D78-905FF29A22A7}">
      <dgm:prSet phldrT="[Text]"/>
      <dgm:spPr>
        <a:solidFill>
          <a:schemeClr val="tx1"/>
        </a:solidFill>
      </dgm:spPr>
      <dgm:t>
        <a:bodyPr/>
        <a:lstStyle/>
        <a:p>
          <a:r>
            <a:rPr lang="en-US" b="1" dirty="0"/>
            <a:t>Transactions (source documents)</a:t>
          </a:r>
          <a:endParaRPr lang="en-ZA" b="1" dirty="0"/>
        </a:p>
      </dgm:t>
    </dgm:pt>
    <dgm:pt modelId="{53E1DA91-32B4-4484-9850-E7212963AFE6}" type="parTrans" cxnId="{1F91F32A-17C7-4518-ABC8-E9DE5B3E4D1B}">
      <dgm:prSet/>
      <dgm:spPr/>
      <dgm:t>
        <a:bodyPr/>
        <a:lstStyle/>
        <a:p>
          <a:endParaRPr lang="en-ZA" b="1"/>
        </a:p>
      </dgm:t>
    </dgm:pt>
    <dgm:pt modelId="{44F7ED10-A50F-45EB-955C-2058F0E4AB4E}" type="sibTrans" cxnId="{1F91F32A-17C7-4518-ABC8-E9DE5B3E4D1B}">
      <dgm:prSet/>
      <dgm:spPr>
        <a:solidFill>
          <a:schemeClr val="tx1"/>
        </a:solidFill>
      </dgm:spPr>
      <dgm:t>
        <a:bodyPr/>
        <a:lstStyle/>
        <a:p>
          <a:endParaRPr lang="en-ZA" b="1"/>
        </a:p>
      </dgm:t>
    </dgm:pt>
    <dgm:pt modelId="{12ABAF2A-A983-4BD6-B8B8-7B450F100403}">
      <dgm:prSet phldrT="[Text]"/>
      <dgm:spPr/>
      <dgm:t>
        <a:bodyPr/>
        <a:lstStyle/>
        <a:p>
          <a:r>
            <a:rPr lang="en-US" b="1" dirty="0"/>
            <a:t>Books of first entry</a:t>
          </a:r>
          <a:endParaRPr lang="en-ZA" b="1" dirty="0"/>
        </a:p>
      </dgm:t>
    </dgm:pt>
    <dgm:pt modelId="{82ED3163-54B9-42D4-BCE5-9818AD465879}" type="parTrans" cxnId="{9D025D92-A3A1-4F63-9766-2D95E0FB2C88}">
      <dgm:prSet/>
      <dgm:spPr/>
      <dgm:t>
        <a:bodyPr/>
        <a:lstStyle/>
        <a:p>
          <a:endParaRPr lang="en-ZA" b="1"/>
        </a:p>
      </dgm:t>
    </dgm:pt>
    <dgm:pt modelId="{DFFD0A0A-A2B9-4B74-BEC5-05B3DE9583F8}" type="sibTrans" cxnId="{9D025D92-A3A1-4F63-9766-2D95E0FB2C88}">
      <dgm:prSet/>
      <dgm:spPr/>
      <dgm:t>
        <a:bodyPr/>
        <a:lstStyle/>
        <a:p>
          <a:endParaRPr lang="en-ZA" b="1"/>
        </a:p>
      </dgm:t>
    </dgm:pt>
    <dgm:pt modelId="{159898A5-3DC2-4ABF-87B5-8571312415F0}">
      <dgm:prSet phldrT="[Text]"/>
      <dgm:spPr/>
      <dgm:t>
        <a:bodyPr/>
        <a:lstStyle/>
        <a:p>
          <a:r>
            <a:rPr lang="en-US" b="1" dirty="0"/>
            <a:t>General ledger</a:t>
          </a:r>
          <a:endParaRPr lang="en-ZA" b="1" dirty="0"/>
        </a:p>
      </dgm:t>
    </dgm:pt>
    <dgm:pt modelId="{10908B48-6FB4-4434-9D73-15114CA3AAAE}" type="parTrans" cxnId="{7462397D-0735-4EC3-9B8F-8D9FA11F08E0}">
      <dgm:prSet/>
      <dgm:spPr/>
      <dgm:t>
        <a:bodyPr/>
        <a:lstStyle/>
        <a:p>
          <a:endParaRPr lang="en-ZA" b="1"/>
        </a:p>
      </dgm:t>
    </dgm:pt>
    <dgm:pt modelId="{39B7859F-11B5-45D7-BD29-88AEEBAB4402}" type="sibTrans" cxnId="{7462397D-0735-4EC3-9B8F-8D9FA11F08E0}">
      <dgm:prSet/>
      <dgm:spPr/>
      <dgm:t>
        <a:bodyPr/>
        <a:lstStyle/>
        <a:p>
          <a:endParaRPr lang="en-ZA" b="1"/>
        </a:p>
      </dgm:t>
    </dgm:pt>
    <dgm:pt modelId="{08410928-162E-4AAA-A05F-7AF68F1E5C05}">
      <dgm:prSet phldrT="[Text]"/>
      <dgm:spPr/>
      <dgm:t>
        <a:bodyPr/>
        <a:lstStyle/>
        <a:p>
          <a:r>
            <a:rPr lang="en-US" b="1" dirty="0"/>
            <a:t>Trial balance</a:t>
          </a:r>
          <a:endParaRPr lang="en-ZA" b="1" dirty="0"/>
        </a:p>
      </dgm:t>
    </dgm:pt>
    <dgm:pt modelId="{02C41D28-0D07-4BAA-A338-F5410994AF50}" type="parTrans" cxnId="{AAE2792D-D73D-496A-AE67-37D80683EA6E}">
      <dgm:prSet/>
      <dgm:spPr/>
      <dgm:t>
        <a:bodyPr/>
        <a:lstStyle/>
        <a:p>
          <a:endParaRPr lang="en-ZA" b="1"/>
        </a:p>
      </dgm:t>
    </dgm:pt>
    <dgm:pt modelId="{DEA6706A-74C5-41A9-A4EC-B3B4F0927825}" type="sibTrans" cxnId="{AAE2792D-D73D-496A-AE67-37D80683EA6E}">
      <dgm:prSet/>
      <dgm:spPr/>
      <dgm:t>
        <a:bodyPr/>
        <a:lstStyle/>
        <a:p>
          <a:endParaRPr lang="en-ZA" b="1"/>
        </a:p>
      </dgm:t>
    </dgm:pt>
    <dgm:pt modelId="{88A76269-48F2-48EC-9CBF-507AFA7286BA}">
      <dgm:prSet phldrT="[Text]"/>
      <dgm:spPr/>
      <dgm:t>
        <a:bodyPr/>
        <a:lstStyle/>
        <a:p>
          <a:r>
            <a:rPr lang="en-US" b="1" dirty="0"/>
            <a:t>Adjustments </a:t>
          </a:r>
          <a:endParaRPr lang="en-ZA" b="1" dirty="0"/>
        </a:p>
      </dgm:t>
    </dgm:pt>
    <dgm:pt modelId="{ED636EA0-81B0-4088-895A-C1590CCC1E23}" type="parTrans" cxnId="{2508D79C-444F-405C-99B6-F5C5E4E99FFA}">
      <dgm:prSet/>
      <dgm:spPr/>
      <dgm:t>
        <a:bodyPr/>
        <a:lstStyle/>
        <a:p>
          <a:endParaRPr lang="en-ZA" b="1"/>
        </a:p>
      </dgm:t>
    </dgm:pt>
    <dgm:pt modelId="{B425AF31-158E-4B55-A964-ADEE8CE62343}" type="sibTrans" cxnId="{2508D79C-444F-405C-99B6-F5C5E4E99FFA}">
      <dgm:prSet/>
      <dgm:spPr/>
      <dgm:t>
        <a:bodyPr/>
        <a:lstStyle/>
        <a:p>
          <a:endParaRPr lang="en-ZA" b="1"/>
        </a:p>
      </dgm:t>
    </dgm:pt>
    <dgm:pt modelId="{28FCAF3F-08CD-4A52-9EF9-0B5CFA537A58}">
      <dgm:prSet/>
      <dgm:spPr/>
      <dgm:t>
        <a:bodyPr/>
        <a:lstStyle/>
        <a:p>
          <a:r>
            <a:rPr lang="en-US" b="1" dirty="0"/>
            <a:t>Financial statements</a:t>
          </a:r>
          <a:endParaRPr lang="en-ZA" b="1" dirty="0"/>
        </a:p>
      </dgm:t>
    </dgm:pt>
    <dgm:pt modelId="{632A1955-1FCA-4099-8B7F-4F234E361FE1}" type="parTrans" cxnId="{F2A4320E-74E0-4397-8578-2B880BF671F0}">
      <dgm:prSet/>
      <dgm:spPr/>
      <dgm:t>
        <a:bodyPr/>
        <a:lstStyle/>
        <a:p>
          <a:endParaRPr lang="en-ZA" b="1"/>
        </a:p>
      </dgm:t>
    </dgm:pt>
    <dgm:pt modelId="{913CCAB2-EA4A-4815-9844-CECC71421BFC}" type="sibTrans" cxnId="{F2A4320E-74E0-4397-8578-2B880BF671F0}">
      <dgm:prSet/>
      <dgm:spPr/>
      <dgm:t>
        <a:bodyPr/>
        <a:lstStyle/>
        <a:p>
          <a:endParaRPr lang="en-ZA" b="1"/>
        </a:p>
      </dgm:t>
    </dgm:pt>
    <dgm:pt modelId="{6B774632-21B0-4408-8B96-4C174C0D8321}" type="pres">
      <dgm:prSet presAssocID="{46BD68B2-57CF-4DFA-8716-D4C248C205DE}" presName="cycle" presStyleCnt="0">
        <dgm:presLayoutVars>
          <dgm:dir/>
          <dgm:resizeHandles val="exact"/>
        </dgm:presLayoutVars>
      </dgm:prSet>
      <dgm:spPr/>
    </dgm:pt>
    <dgm:pt modelId="{87C3BAE7-FF11-4F97-9D87-EFEF841B1019}" type="pres">
      <dgm:prSet presAssocID="{7AA30DA2-089D-44CE-8D78-905FF29A22A7}" presName="node" presStyleLbl="node1" presStyleIdx="0" presStyleCnt="6">
        <dgm:presLayoutVars>
          <dgm:bulletEnabled val="1"/>
        </dgm:presLayoutVars>
      </dgm:prSet>
      <dgm:spPr/>
    </dgm:pt>
    <dgm:pt modelId="{1D8DFC5E-1AB8-4C16-B871-E01A8DF280C3}" type="pres">
      <dgm:prSet presAssocID="{44F7ED10-A50F-45EB-955C-2058F0E4AB4E}" presName="sibTrans" presStyleLbl="sibTrans2D1" presStyleIdx="0" presStyleCnt="6"/>
      <dgm:spPr/>
    </dgm:pt>
    <dgm:pt modelId="{3EA154D4-AFBD-4C42-B02D-578539D5A3BD}" type="pres">
      <dgm:prSet presAssocID="{44F7ED10-A50F-45EB-955C-2058F0E4AB4E}" presName="connectorText" presStyleLbl="sibTrans2D1" presStyleIdx="0" presStyleCnt="6"/>
      <dgm:spPr/>
    </dgm:pt>
    <dgm:pt modelId="{A101F873-0EB3-4E4D-A7BD-4CC381D47107}" type="pres">
      <dgm:prSet presAssocID="{12ABAF2A-A983-4BD6-B8B8-7B450F100403}" presName="node" presStyleLbl="node1" presStyleIdx="1" presStyleCnt="6" custRadScaleRad="99787" custRadScaleInc="-236">
        <dgm:presLayoutVars>
          <dgm:bulletEnabled val="1"/>
        </dgm:presLayoutVars>
      </dgm:prSet>
      <dgm:spPr/>
    </dgm:pt>
    <dgm:pt modelId="{AEEDF4AD-3918-46C7-9802-5D711722104A}" type="pres">
      <dgm:prSet presAssocID="{DFFD0A0A-A2B9-4B74-BEC5-05B3DE9583F8}" presName="sibTrans" presStyleLbl="sibTrans2D1" presStyleIdx="1" presStyleCnt="6"/>
      <dgm:spPr/>
    </dgm:pt>
    <dgm:pt modelId="{94094A3B-5B33-4F2A-B7FD-BB556AC676C5}" type="pres">
      <dgm:prSet presAssocID="{DFFD0A0A-A2B9-4B74-BEC5-05B3DE9583F8}" presName="connectorText" presStyleLbl="sibTrans2D1" presStyleIdx="1" presStyleCnt="6"/>
      <dgm:spPr/>
    </dgm:pt>
    <dgm:pt modelId="{9E5C2C4C-BE9D-40A2-B206-FDB8B5D52783}" type="pres">
      <dgm:prSet presAssocID="{159898A5-3DC2-4ABF-87B5-8571312415F0}" presName="node" presStyleLbl="node1" presStyleIdx="2" presStyleCnt="6">
        <dgm:presLayoutVars>
          <dgm:bulletEnabled val="1"/>
        </dgm:presLayoutVars>
      </dgm:prSet>
      <dgm:spPr/>
    </dgm:pt>
    <dgm:pt modelId="{C9F75AA9-E7BE-462C-8F91-61DA9DECA04B}" type="pres">
      <dgm:prSet presAssocID="{39B7859F-11B5-45D7-BD29-88AEEBAB4402}" presName="sibTrans" presStyleLbl="sibTrans2D1" presStyleIdx="2" presStyleCnt="6"/>
      <dgm:spPr/>
    </dgm:pt>
    <dgm:pt modelId="{5569430C-73E9-4BFE-8819-38476DAF5790}" type="pres">
      <dgm:prSet presAssocID="{39B7859F-11B5-45D7-BD29-88AEEBAB4402}" presName="connectorText" presStyleLbl="sibTrans2D1" presStyleIdx="2" presStyleCnt="6"/>
      <dgm:spPr/>
    </dgm:pt>
    <dgm:pt modelId="{E51D197C-2897-4FA7-ADA9-72858BEDF3D5}" type="pres">
      <dgm:prSet presAssocID="{08410928-162E-4AAA-A05F-7AF68F1E5C05}" presName="node" presStyleLbl="node1" presStyleIdx="3" presStyleCnt="6">
        <dgm:presLayoutVars>
          <dgm:bulletEnabled val="1"/>
        </dgm:presLayoutVars>
      </dgm:prSet>
      <dgm:spPr/>
    </dgm:pt>
    <dgm:pt modelId="{FD1C6AF0-6109-45BF-B550-166012C0FD5B}" type="pres">
      <dgm:prSet presAssocID="{DEA6706A-74C5-41A9-A4EC-B3B4F0927825}" presName="sibTrans" presStyleLbl="sibTrans2D1" presStyleIdx="3" presStyleCnt="6"/>
      <dgm:spPr/>
    </dgm:pt>
    <dgm:pt modelId="{F42F2263-3EA4-4E07-B4CD-DEC919B3D27F}" type="pres">
      <dgm:prSet presAssocID="{DEA6706A-74C5-41A9-A4EC-B3B4F0927825}" presName="connectorText" presStyleLbl="sibTrans2D1" presStyleIdx="3" presStyleCnt="6"/>
      <dgm:spPr/>
    </dgm:pt>
    <dgm:pt modelId="{20D7691F-A1D3-49B4-A73B-ED99DE6353C4}" type="pres">
      <dgm:prSet presAssocID="{88A76269-48F2-48EC-9CBF-507AFA7286BA}" presName="node" presStyleLbl="node1" presStyleIdx="4" presStyleCnt="6">
        <dgm:presLayoutVars>
          <dgm:bulletEnabled val="1"/>
        </dgm:presLayoutVars>
      </dgm:prSet>
      <dgm:spPr/>
    </dgm:pt>
    <dgm:pt modelId="{20A0913D-DA2D-4FD3-BC56-137B04F3EB42}" type="pres">
      <dgm:prSet presAssocID="{B425AF31-158E-4B55-A964-ADEE8CE62343}" presName="sibTrans" presStyleLbl="sibTrans2D1" presStyleIdx="4" presStyleCnt="6"/>
      <dgm:spPr/>
    </dgm:pt>
    <dgm:pt modelId="{3BC5E867-63F5-42AF-9F33-3A49461D09D4}" type="pres">
      <dgm:prSet presAssocID="{B425AF31-158E-4B55-A964-ADEE8CE62343}" presName="connectorText" presStyleLbl="sibTrans2D1" presStyleIdx="4" presStyleCnt="6"/>
      <dgm:spPr/>
    </dgm:pt>
    <dgm:pt modelId="{0A67B68D-1E28-44B4-A390-F54A9ADB331A}" type="pres">
      <dgm:prSet presAssocID="{28FCAF3F-08CD-4A52-9EF9-0B5CFA537A58}" presName="node" presStyleLbl="node1" presStyleIdx="5" presStyleCnt="6">
        <dgm:presLayoutVars>
          <dgm:bulletEnabled val="1"/>
        </dgm:presLayoutVars>
      </dgm:prSet>
      <dgm:spPr/>
    </dgm:pt>
    <dgm:pt modelId="{26EA146F-BE7F-474F-A007-B662D29AB9CF}" type="pres">
      <dgm:prSet presAssocID="{913CCAB2-EA4A-4815-9844-CECC71421BFC}" presName="sibTrans" presStyleLbl="sibTrans2D1" presStyleIdx="5" presStyleCnt="6"/>
      <dgm:spPr/>
    </dgm:pt>
    <dgm:pt modelId="{7FC1C733-A20A-4829-A7F4-117D16314F54}" type="pres">
      <dgm:prSet presAssocID="{913CCAB2-EA4A-4815-9844-CECC71421BFC}" presName="connectorText" presStyleLbl="sibTrans2D1" presStyleIdx="5" presStyleCnt="6"/>
      <dgm:spPr/>
    </dgm:pt>
  </dgm:ptLst>
  <dgm:cxnLst>
    <dgm:cxn modelId="{F2A4320E-74E0-4397-8578-2B880BF671F0}" srcId="{46BD68B2-57CF-4DFA-8716-D4C248C205DE}" destId="{28FCAF3F-08CD-4A52-9EF9-0B5CFA537A58}" srcOrd="5" destOrd="0" parTransId="{632A1955-1FCA-4099-8B7F-4F234E361FE1}" sibTransId="{913CCAB2-EA4A-4815-9844-CECC71421BFC}"/>
    <dgm:cxn modelId="{FD5C5710-FF7F-45CC-9161-F2261974AEBE}" type="presOf" srcId="{B425AF31-158E-4B55-A964-ADEE8CE62343}" destId="{20A0913D-DA2D-4FD3-BC56-137B04F3EB42}" srcOrd="0" destOrd="0" presId="urn:microsoft.com/office/officeart/2005/8/layout/cycle2"/>
    <dgm:cxn modelId="{3204FE12-0A2E-45D3-8DC2-77D1433E688B}" type="presOf" srcId="{44F7ED10-A50F-45EB-955C-2058F0E4AB4E}" destId="{3EA154D4-AFBD-4C42-B02D-578539D5A3BD}" srcOrd="1" destOrd="0" presId="urn:microsoft.com/office/officeart/2005/8/layout/cycle2"/>
    <dgm:cxn modelId="{852C341A-8C01-4717-858D-F6DE0D76793F}" type="presOf" srcId="{159898A5-3DC2-4ABF-87B5-8571312415F0}" destId="{9E5C2C4C-BE9D-40A2-B206-FDB8B5D52783}" srcOrd="0" destOrd="0" presId="urn:microsoft.com/office/officeart/2005/8/layout/cycle2"/>
    <dgm:cxn modelId="{1C7EB51B-9E7F-413A-8868-F3F8A57BB4C0}" type="presOf" srcId="{913CCAB2-EA4A-4815-9844-CECC71421BFC}" destId="{7FC1C733-A20A-4829-A7F4-117D16314F54}" srcOrd="1" destOrd="0" presId="urn:microsoft.com/office/officeart/2005/8/layout/cycle2"/>
    <dgm:cxn modelId="{8C4F6429-F5B0-4DA6-8FD3-CF20504B2D54}" type="presOf" srcId="{08410928-162E-4AAA-A05F-7AF68F1E5C05}" destId="{E51D197C-2897-4FA7-ADA9-72858BEDF3D5}" srcOrd="0" destOrd="0" presId="urn:microsoft.com/office/officeart/2005/8/layout/cycle2"/>
    <dgm:cxn modelId="{1F91F32A-17C7-4518-ABC8-E9DE5B3E4D1B}" srcId="{46BD68B2-57CF-4DFA-8716-D4C248C205DE}" destId="{7AA30DA2-089D-44CE-8D78-905FF29A22A7}" srcOrd="0" destOrd="0" parTransId="{53E1DA91-32B4-4484-9850-E7212963AFE6}" sibTransId="{44F7ED10-A50F-45EB-955C-2058F0E4AB4E}"/>
    <dgm:cxn modelId="{AAE2792D-D73D-496A-AE67-37D80683EA6E}" srcId="{46BD68B2-57CF-4DFA-8716-D4C248C205DE}" destId="{08410928-162E-4AAA-A05F-7AF68F1E5C05}" srcOrd="3" destOrd="0" parTransId="{02C41D28-0D07-4BAA-A338-F5410994AF50}" sibTransId="{DEA6706A-74C5-41A9-A4EC-B3B4F0927825}"/>
    <dgm:cxn modelId="{B7A78935-18AB-428C-BFA0-40B86E5CFAEF}" type="presOf" srcId="{B425AF31-158E-4B55-A964-ADEE8CE62343}" destId="{3BC5E867-63F5-42AF-9F33-3A49461D09D4}" srcOrd="1" destOrd="0" presId="urn:microsoft.com/office/officeart/2005/8/layout/cycle2"/>
    <dgm:cxn modelId="{91A99444-1DEB-46E0-B214-2E13306C5A77}" type="presOf" srcId="{39B7859F-11B5-45D7-BD29-88AEEBAB4402}" destId="{C9F75AA9-E7BE-462C-8F91-61DA9DECA04B}" srcOrd="0" destOrd="0" presId="urn:microsoft.com/office/officeart/2005/8/layout/cycle2"/>
    <dgm:cxn modelId="{0A3B8366-CB06-444C-A6FB-860A24AC440D}" type="presOf" srcId="{39B7859F-11B5-45D7-BD29-88AEEBAB4402}" destId="{5569430C-73E9-4BFE-8819-38476DAF5790}" srcOrd="1" destOrd="0" presId="urn:microsoft.com/office/officeart/2005/8/layout/cycle2"/>
    <dgm:cxn modelId="{14540B53-01FC-43F8-8C79-DA23628BF224}" type="presOf" srcId="{DEA6706A-74C5-41A9-A4EC-B3B4F0927825}" destId="{FD1C6AF0-6109-45BF-B550-166012C0FD5B}" srcOrd="0" destOrd="0" presId="urn:microsoft.com/office/officeart/2005/8/layout/cycle2"/>
    <dgm:cxn modelId="{24F83774-D544-4471-9E49-8A3565413E0F}" type="presOf" srcId="{44F7ED10-A50F-45EB-955C-2058F0E4AB4E}" destId="{1D8DFC5E-1AB8-4C16-B871-E01A8DF280C3}" srcOrd="0" destOrd="0" presId="urn:microsoft.com/office/officeart/2005/8/layout/cycle2"/>
    <dgm:cxn modelId="{7462397D-0735-4EC3-9B8F-8D9FA11F08E0}" srcId="{46BD68B2-57CF-4DFA-8716-D4C248C205DE}" destId="{159898A5-3DC2-4ABF-87B5-8571312415F0}" srcOrd="2" destOrd="0" parTransId="{10908B48-6FB4-4434-9D73-15114CA3AAAE}" sibTransId="{39B7859F-11B5-45D7-BD29-88AEEBAB4402}"/>
    <dgm:cxn modelId="{97BD388C-F3F3-4D87-9529-D2C3E8906811}" type="presOf" srcId="{46BD68B2-57CF-4DFA-8716-D4C248C205DE}" destId="{6B774632-21B0-4408-8B96-4C174C0D8321}" srcOrd="0" destOrd="0" presId="urn:microsoft.com/office/officeart/2005/8/layout/cycle2"/>
    <dgm:cxn modelId="{9D025D92-A3A1-4F63-9766-2D95E0FB2C88}" srcId="{46BD68B2-57CF-4DFA-8716-D4C248C205DE}" destId="{12ABAF2A-A983-4BD6-B8B8-7B450F100403}" srcOrd="1" destOrd="0" parTransId="{82ED3163-54B9-42D4-BCE5-9818AD465879}" sibTransId="{DFFD0A0A-A2B9-4B74-BEC5-05B3DE9583F8}"/>
    <dgm:cxn modelId="{11958599-2382-44EE-9DC7-E13C976598B5}" type="presOf" srcId="{DFFD0A0A-A2B9-4B74-BEC5-05B3DE9583F8}" destId="{94094A3B-5B33-4F2A-B7FD-BB556AC676C5}" srcOrd="1" destOrd="0" presId="urn:microsoft.com/office/officeart/2005/8/layout/cycle2"/>
    <dgm:cxn modelId="{2508D79C-444F-405C-99B6-F5C5E4E99FFA}" srcId="{46BD68B2-57CF-4DFA-8716-D4C248C205DE}" destId="{88A76269-48F2-48EC-9CBF-507AFA7286BA}" srcOrd="4" destOrd="0" parTransId="{ED636EA0-81B0-4088-895A-C1590CCC1E23}" sibTransId="{B425AF31-158E-4B55-A964-ADEE8CE62343}"/>
    <dgm:cxn modelId="{D4C671A1-497B-4774-8048-5DA0563F9D23}" type="presOf" srcId="{12ABAF2A-A983-4BD6-B8B8-7B450F100403}" destId="{A101F873-0EB3-4E4D-A7BD-4CC381D47107}" srcOrd="0" destOrd="0" presId="urn:microsoft.com/office/officeart/2005/8/layout/cycle2"/>
    <dgm:cxn modelId="{DBB65FA3-3EB4-432B-949E-56FFE6DF7151}" type="presOf" srcId="{7AA30DA2-089D-44CE-8D78-905FF29A22A7}" destId="{87C3BAE7-FF11-4F97-9D87-EFEF841B1019}" srcOrd="0" destOrd="0" presId="urn:microsoft.com/office/officeart/2005/8/layout/cycle2"/>
    <dgm:cxn modelId="{F2D8ABB6-5F3E-4E00-877F-597473BF3000}" type="presOf" srcId="{88A76269-48F2-48EC-9CBF-507AFA7286BA}" destId="{20D7691F-A1D3-49B4-A73B-ED99DE6353C4}" srcOrd="0" destOrd="0" presId="urn:microsoft.com/office/officeart/2005/8/layout/cycle2"/>
    <dgm:cxn modelId="{263BD1B8-C884-4ADF-91B5-AC63D831E7B1}" type="presOf" srcId="{913CCAB2-EA4A-4815-9844-CECC71421BFC}" destId="{26EA146F-BE7F-474F-A007-B662D29AB9CF}" srcOrd="0" destOrd="0" presId="urn:microsoft.com/office/officeart/2005/8/layout/cycle2"/>
    <dgm:cxn modelId="{21B972C6-5002-4F19-8767-21C9869C5463}" type="presOf" srcId="{DFFD0A0A-A2B9-4B74-BEC5-05B3DE9583F8}" destId="{AEEDF4AD-3918-46C7-9802-5D711722104A}" srcOrd="0" destOrd="0" presId="urn:microsoft.com/office/officeart/2005/8/layout/cycle2"/>
    <dgm:cxn modelId="{49D2C4DB-3ADC-4922-99D4-2B21B440B7D0}" type="presOf" srcId="{DEA6706A-74C5-41A9-A4EC-B3B4F0927825}" destId="{F42F2263-3EA4-4E07-B4CD-DEC919B3D27F}" srcOrd="1" destOrd="0" presId="urn:microsoft.com/office/officeart/2005/8/layout/cycle2"/>
    <dgm:cxn modelId="{594568EA-3A84-4A53-AF0C-36A40FE3F733}" type="presOf" srcId="{28FCAF3F-08CD-4A52-9EF9-0B5CFA537A58}" destId="{0A67B68D-1E28-44B4-A390-F54A9ADB331A}" srcOrd="0" destOrd="0" presId="urn:microsoft.com/office/officeart/2005/8/layout/cycle2"/>
    <dgm:cxn modelId="{37A64AD2-C90E-46D7-AF65-443F90A8157A}" type="presParOf" srcId="{6B774632-21B0-4408-8B96-4C174C0D8321}" destId="{87C3BAE7-FF11-4F97-9D87-EFEF841B1019}" srcOrd="0" destOrd="0" presId="urn:microsoft.com/office/officeart/2005/8/layout/cycle2"/>
    <dgm:cxn modelId="{3F1E0A83-6A9A-44CE-B672-6F27A4CE2586}" type="presParOf" srcId="{6B774632-21B0-4408-8B96-4C174C0D8321}" destId="{1D8DFC5E-1AB8-4C16-B871-E01A8DF280C3}" srcOrd="1" destOrd="0" presId="urn:microsoft.com/office/officeart/2005/8/layout/cycle2"/>
    <dgm:cxn modelId="{3419C6C7-36BB-45AB-A772-8F2F96A68414}" type="presParOf" srcId="{1D8DFC5E-1AB8-4C16-B871-E01A8DF280C3}" destId="{3EA154D4-AFBD-4C42-B02D-578539D5A3BD}" srcOrd="0" destOrd="0" presId="urn:microsoft.com/office/officeart/2005/8/layout/cycle2"/>
    <dgm:cxn modelId="{3423CC3F-0C27-42DA-82AA-38951D86303E}" type="presParOf" srcId="{6B774632-21B0-4408-8B96-4C174C0D8321}" destId="{A101F873-0EB3-4E4D-A7BD-4CC381D47107}" srcOrd="2" destOrd="0" presId="urn:microsoft.com/office/officeart/2005/8/layout/cycle2"/>
    <dgm:cxn modelId="{BE0B28C9-B298-425B-879A-F3C723355DB8}" type="presParOf" srcId="{6B774632-21B0-4408-8B96-4C174C0D8321}" destId="{AEEDF4AD-3918-46C7-9802-5D711722104A}" srcOrd="3" destOrd="0" presId="urn:microsoft.com/office/officeart/2005/8/layout/cycle2"/>
    <dgm:cxn modelId="{0AA17B0D-9072-43E6-9434-95D672180FD4}" type="presParOf" srcId="{AEEDF4AD-3918-46C7-9802-5D711722104A}" destId="{94094A3B-5B33-4F2A-B7FD-BB556AC676C5}" srcOrd="0" destOrd="0" presId="urn:microsoft.com/office/officeart/2005/8/layout/cycle2"/>
    <dgm:cxn modelId="{2AD3BA16-3CBE-4935-BF5E-625CA550D2E1}" type="presParOf" srcId="{6B774632-21B0-4408-8B96-4C174C0D8321}" destId="{9E5C2C4C-BE9D-40A2-B206-FDB8B5D52783}" srcOrd="4" destOrd="0" presId="urn:microsoft.com/office/officeart/2005/8/layout/cycle2"/>
    <dgm:cxn modelId="{225FA8BA-C903-45B5-A218-1282463D9854}" type="presParOf" srcId="{6B774632-21B0-4408-8B96-4C174C0D8321}" destId="{C9F75AA9-E7BE-462C-8F91-61DA9DECA04B}" srcOrd="5" destOrd="0" presId="urn:microsoft.com/office/officeart/2005/8/layout/cycle2"/>
    <dgm:cxn modelId="{E7EFAF9F-4371-4612-835A-F1B456424168}" type="presParOf" srcId="{C9F75AA9-E7BE-462C-8F91-61DA9DECA04B}" destId="{5569430C-73E9-4BFE-8819-38476DAF5790}" srcOrd="0" destOrd="0" presId="urn:microsoft.com/office/officeart/2005/8/layout/cycle2"/>
    <dgm:cxn modelId="{9336E616-58EE-4D03-AE70-90F4ED52CCA5}" type="presParOf" srcId="{6B774632-21B0-4408-8B96-4C174C0D8321}" destId="{E51D197C-2897-4FA7-ADA9-72858BEDF3D5}" srcOrd="6" destOrd="0" presId="urn:microsoft.com/office/officeart/2005/8/layout/cycle2"/>
    <dgm:cxn modelId="{6293CEC3-A6F7-4CAC-AFAF-B4EF45AF0F9A}" type="presParOf" srcId="{6B774632-21B0-4408-8B96-4C174C0D8321}" destId="{FD1C6AF0-6109-45BF-B550-166012C0FD5B}" srcOrd="7" destOrd="0" presId="urn:microsoft.com/office/officeart/2005/8/layout/cycle2"/>
    <dgm:cxn modelId="{B6F0D3C0-2FEC-4BB9-ACBC-528515ED4DC0}" type="presParOf" srcId="{FD1C6AF0-6109-45BF-B550-166012C0FD5B}" destId="{F42F2263-3EA4-4E07-B4CD-DEC919B3D27F}" srcOrd="0" destOrd="0" presId="urn:microsoft.com/office/officeart/2005/8/layout/cycle2"/>
    <dgm:cxn modelId="{23A108CC-B6B5-460F-B30A-E7A44662545D}" type="presParOf" srcId="{6B774632-21B0-4408-8B96-4C174C0D8321}" destId="{20D7691F-A1D3-49B4-A73B-ED99DE6353C4}" srcOrd="8" destOrd="0" presId="urn:microsoft.com/office/officeart/2005/8/layout/cycle2"/>
    <dgm:cxn modelId="{2DD447EB-B147-41D6-80D7-2C2879E12739}" type="presParOf" srcId="{6B774632-21B0-4408-8B96-4C174C0D8321}" destId="{20A0913D-DA2D-4FD3-BC56-137B04F3EB42}" srcOrd="9" destOrd="0" presId="urn:microsoft.com/office/officeart/2005/8/layout/cycle2"/>
    <dgm:cxn modelId="{29699390-37AA-46CE-AED2-944141C41D6A}" type="presParOf" srcId="{20A0913D-DA2D-4FD3-BC56-137B04F3EB42}" destId="{3BC5E867-63F5-42AF-9F33-3A49461D09D4}" srcOrd="0" destOrd="0" presId="urn:microsoft.com/office/officeart/2005/8/layout/cycle2"/>
    <dgm:cxn modelId="{43EC347B-DF9D-480E-8EFD-217640342C85}" type="presParOf" srcId="{6B774632-21B0-4408-8B96-4C174C0D8321}" destId="{0A67B68D-1E28-44B4-A390-F54A9ADB331A}" srcOrd="10" destOrd="0" presId="urn:microsoft.com/office/officeart/2005/8/layout/cycle2"/>
    <dgm:cxn modelId="{3F6F9778-F404-490E-A94D-C9FBA992C3EA}" type="presParOf" srcId="{6B774632-21B0-4408-8B96-4C174C0D8321}" destId="{26EA146F-BE7F-474F-A007-B662D29AB9CF}" srcOrd="11" destOrd="0" presId="urn:microsoft.com/office/officeart/2005/8/layout/cycle2"/>
    <dgm:cxn modelId="{BCD35983-E77E-4663-9F8E-E1260C26CCF1}" type="presParOf" srcId="{26EA146F-BE7F-474F-A007-B662D29AB9CF}" destId="{7FC1C733-A20A-4829-A7F4-117D16314F54}" srcOrd="0" destOrd="0" presId="urn:microsoft.com/office/officeart/2005/8/layout/cycle2"/>
  </dgm:cxnLst>
  <dgm:bg>
    <a:solidFill>
      <a:schemeClr val="accent4">
        <a:lumMod val="20000"/>
        <a:lumOff val="80000"/>
      </a:schemeClr>
    </a:solidFill>
  </dgm:bg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BD68B2-57CF-4DFA-8716-D4C248C205DE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7AA30DA2-089D-44CE-8D78-905FF29A22A7}">
      <dgm:prSet phldrT="[Text]"/>
      <dgm:spPr>
        <a:solidFill>
          <a:schemeClr val="tx1"/>
        </a:solidFill>
      </dgm:spPr>
      <dgm:t>
        <a:bodyPr/>
        <a:lstStyle/>
        <a:p>
          <a:r>
            <a:rPr lang="en-US" b="1" dirty="0"/>
            <a:t>Transactions (source documents)</a:t>
          </a:r>
          <a:endParaRPr lang="en-ZA" b="1" dirty="0"/>
        </a:p>
      </dgm:t>
    </dgm:pt>
    <dgm:pt modelId="{53E1DA91-32B4-4484-9850-E7212963AFE6}" type="parTrans" cxnId="{1F91F32A-17C7-4518-ABC8-E9DE5B3E4D1B}">
      <dgm:prSet/>
      <dgm:spPr/>
      <dgm:t>
        <a:bodyPr/>
        <a:lstStyle/>
        <a:p>
          <a:endParaRPr lang="en-ZA" b="1"/>
        </a:p>
      </dgm:t>
    </dgm:pt>
    <dgm:pt modelId="{44F7ED10-A50F-45EB-955C-2058F0E4AB4E}" type="sibTrans" cxnId="{1F91F32A-17C7-4518-ABC8-E9DE5B3E4D1B}">
      <dgm:prSet/>
      <dgm:spPr>
        <a:solidFill>
          <a:schemeClr val="tx1"/>
        </a:solidFill>
      </dgm:spPr>
      <dgm:t>
        <a:bodyPr/>
        <a:lstStyle/>
        <a:p>
          <a:endParaRPr lang="en-ZA" b="1"/>
        </a:p>
      </dgm:t>
    </dgm:pt>
    <dgm:pt modelId="{12ABAF2A-A983-4BD6-B8B8-7B450F100403}">
      <dgm:prSet phldrT="[Text]"/>
      <dgm:spPr/>
      <dgm:t>
        <a:bodyPr/>
        <a:lstStyle/>
        <a:p>
          <a:r>
            <a:rPr lang="en-US" b="1" dirty="0"/>
            <a:t>Books of first entry</a:t>
          </a:r>
          <a:endParaRPr lang="en-ZA" b="1" dirty="0"/>
        </a:p>
      </dgm:t>
    </dgm:pt>
    <dgm:pt modelId="{82ED3163-54B9-42D4-BCE5-9818AD465879}" type="parTrans" cxnId="{9D025D92-A3A1-4F63-9766-2D95E0FB2C88}">
      <dgm:prSet/>
      <dgm:spPr/>
      <dgm:t>
        <a:bodyPr/>
        <a:lstStyle/>
        <a:p>
          <a:endParaRPr lang="en-ZA" b="1"/>
        </a:p>
      </dgm:t>
    </dgm:pt>
    <dgm:pt modelId="{DFFD0A0A-A2B9-4B74-BEC5-05B3DE9583F8}" type="sibTrans" cxnId="{9D025D92-A3A1-4F63-9766-2D95E0FB2C88}">
      <dgm:prSet/>
      <dgm:spPr/>
      <dgm:t>
        <a:bodyPr/>
        <a:lstStyle/>
        <a:p>
          <a:endParaRPr lang="en-ZA" b="1"/>
        </a:p>
      </dgm:t>
    </dgm:pt>
    <dgm:pt modelId="{159898A5-3DC2-4ABF-87B5-8571312415F0}">
      <dgm:prSet phldrT="[Text]"/>
      <dgm:spPr/>
      <dgm:t>
        <a:bodyPr/>
        <a:lstStyle/>
        <a:p>
          <a:r>
            <a:rPr lang="en-US" b="1" dirty="0"/>
            <a:t>General ledger</a:t>
          </a:r>
          <a:endParaRPr lang="en-ZA" b="1" dirty="0"/>
        </a:p>
      </dgm:t>
    </dgm:pt>
    <dgm:pt modelId="{10908B48-6FB4-4434-9D73-15114CA3AAAE}" type="parTrans" cxnId="{7462397D-0735-4EC3-9B8F-8D9FA11F08E0}">
      <dgm:prSet/>
      <dgm:spPr/>
      <dgm:t>
        <a:bodyPr/>
        <a:lstStyle/>
        <a:p>
          <a:endParaRPr lang="en-ZA" b="1"/>
        </a:p>
      </dgm:t>
    </dgm:pt>
    <dgm:pt modelId="{39B7859F-11B5-45D7-BD29-88AEEBAB4402}" type="sibTrans" cxnId="{7462397D-0735-4EC3-9B8F-8D9FA11F08E0}">
      <dgm:prSet/>
      <dgm:spPr/>
      <dgm:t>
        <a:bodyPr/>
        <a:lstStyle/>
        <a:p>
          <a:endParaRPr lang="en-ZA" b="1"/>
        </a:p>
      </dgm:t>
    </dgm:pt>
    <dgm:pt modelId="{08410928-162E-4AAA-A05F-7AF68F1E5C05}">
      <dgm:prSet phldrT="[Text]"/>
      <dgm:spPr/>
      <dgm:t>
        <a:bodyPr/>
        <a:lstStyle/>
        <a:p>
          <a:r>
            <a:rPr lang="en-US" b="1" dirty="0"/>
            <a:t>Trial balance</a:t>
          </a:r>
          <a:endParaRPr lang="en-ZA" b="1" dirty="0"/>
        </a:p>
      </dgm:t>
    </dgm:pt>
    <dgm:pt modelId="{02C41D28-0D07-4BAA-A338-F5410994AF50}" type="parTrans" cxnId="{AAE2792D-D73D-496A-AE67-37D80683EA6E}">
      <dgm:prSet/>
      <dgm:spPr/>
      <dgm:t>
        <a:bodyPr/>
        <a:lstStyle/>
        <a:p>
          <a:endParaRPr lang="en-ZA" b="1"/>
        </a:p>
      </dgm:t>
    </dgm:pt>
    <dgm:pt modelId="{DEA6706A-74C5-41A9-A4EC-B3B4F0927825}" type="sibTrans" cxnId="{AAE2792D-D73D-496A-AE67-37D80683EA6E}">
      <dgm:prSet/>
      <dgm:spPr/>
      <dgm:t>
        <a:bodyPr/>
        <a:lstStyle/>
        <a:p>
          <a:endParaRPr lang="en-ZA" b="1"/>
        </a:p>
      </dgm:t>
    </dgm:pt>
    <dgm:pt modelId="{88A76269-48F2-48EC-9CBF-507AFA7286BA}">
      <dgm:prSet phldrT="[Text]"/>
      <dgm:spPr/>
      <dgm:t>
        <a:bodyPr/>
        <a:lstStyle/>
        <a:p>
          <a:r>
            <a:rPr lang="en-US" b="1" dirty="0"/>
            <a:t>Adjustments </a:t>
          </a:r>
          <a:endParaRPr lang="en-ZA" b="1" dirty="0"/>
        </a:p>
      </dgm:t>
    </dgm:pt>
    <dgm:pt modelId="{ED636EA0-81B0-4088-895A-C1590CCC1E23}" type="parTrans" cxnId="{2508D79C-444F-405C-99B6-F5C5E4E99FFA}">
      <dgm:prSet/>
      <dgm:spPr/>
      <dgm:t>
        <a:bodyPr/>
        <a:lstStyle/>
        <a:p>
          <a:endParaRPr lang="en-ZA" b="1"/>
        </a:p>
      </dgm:t>
    </dgm:pt>
    <dgm:pt modelId="{B425AF31-158E-4B55-A964-ADEE8CE62343}" type="sibTrans" cxnId="{2508D79C-444F-405C-99B6-F5C5E4E99FFA}">
      <dgm:prSet/>
      <dgm:spPr/>
      <dgm:t>
        <a:bodyPr/>
        <a:lstStyle/>
        <a:p>
          <a:endParaRPr lang="en-ZA" b="1"/>
        </a:p>
      </dgm:t>
    </dgm:pt>
    <dgm:pt modelId="{28FCAF3F-08CD-4A52-9EF9-0B5CFA537A58}">
      <dgm:prSet/>
      <dgm:spPr/>
      <dgm:t>
        <a:bodyPr/>
        <a:lstStyle/>
        <a:p>
          <a:r>
            <a:rPr lang="en-US" b="1" dirty="0"/>
            <a:t>Financial statements</a:t>
          </a:r>
          <a:endParaRPr lang="en-ZA" b="1" dirty="0"/>
        </a:p>
      </dgm:t>
    </dgm:pt>
    <dgm:pt modelId="{632A1955-1FCA-4099-8B7F-4F234E361FE1}" type="parTrans" cxnId="{F2A4320E-74E0-4397-8578-2B880BF671F0}">
      <dgm:prSet/>
      <dgm:spPr/>
      <dgm:t>
        <a:bodyPr/>
        <a:lstStyle/>
        <a:p>
          <a:endParaRPr lang="en-ZA" b="1"/>
        </a:p>
      </dgm:t>
    </dgm:pt>
    <dgm:pt modelId="{913CCAB2-EA4A-4815-9844-CECC71421BFC}" type="sibTrans" cxnId="{F2A4320E-74E0-4397-8578-2B880BF671F0}">
      <dgm:prSet/>
      <dgm:spPr/>
      <dgm:t>
        <a:bodyPr/>
        <a:lstStyle/>
        <a:p>
          <a:endParaRPr lang="en-ZA" b="1"/>
        </a:p>
      </dgm:t>
    </dgm:pt>
    <dgm:pt modelId="{6B774632-21B0-4408-8B96-4C174C0D8321}" type="pres">
      <dgm:prSet presAssocID="{46BD68B2-57CF-4DFA-8716-D4C248C205DE}" presName="cycle" presStyleCnt="0">
        <dgm:presLayoutVars>
          <dgm:dir/>
          <dgm:resizeHandles val="exact"/>
        </dgm:presLayoutVars>
      </dgm:prSet>
      <dgm:spPr/>
    </dgm:pt>
    <dgm:pt modelId="{87C3BAE7-FF11-4F97-9D87-EFEF841B1019}" type="pres">
      <dgm:prSet presAssocID="{7AA30DA2-089D-44CE-8D78-905FF29A22A7}" presName="node" presStyleLbl="node1" presStyleIdx="0" presStyleCnt="6">
        <dgm:presLayoutVars>
          <dgm:bulletEnabled val="1"/>
        </dgm:presLayoutVars>
      </dgm:prSet>
      <dgm:spPr/>
    </dgm:pt>
    <dgm:pt modelId="{1D8DFC5E-1AB8-4C16-B871-E01A8DF280C3}" type="pres">
      <dgm:prSet presAssocID="{44F7ED10-A50F-45EB-955C-2058F0E4AB4E}" presName="sibTrans" presStyleLbl="sibTrans2D1" presStyleIdx="0" presStyleCnt="6"/>
      <dgm:spPr/>
    </dgm:pt>
    <dgm:pt modelId="{3EA154D4-AFBD-4C42-B02D-578539D5A3BD}" type="pres">
      <dgm:prSet presAssocID="{44F7ED10-A50F-45EB-955C-2058F0E4AB4E}" presName="connectorText" presStyleLbl="sibTrans2D1" presStyleIdx="0" presStyleCnt="6"/>
      <dgm:spPr/>
    </dgm:pt>
    <dgm:pt modelId="{A101F873-0EB3-4E4D-A7BD-4CC381D47107}" type="pres">
      <dgm:prSet presAssocID="{12ABAF2A-A983-4BD6-B8B8-7B450F100403}" presName="node" presStyleLbl="node1" presStyleIdx="1" presStyleCnt="6" custRadScaleRad="99787" custRadScaleInc="-236">
        <dgm:presLayoutVars>
          <dgm:bulletEnabled val="1"/>
        </dgm:presLayoutVars>
      </dgm:prSet>
      <dgm:spPr/>
    </dgm:pt>
    <dgm:pt modelId="{AEEDF4AD-3918-46C7-9802-5D711722104A}" type="pres">
      <dgm:prSet presAssocID="{DFFD0A0A-A2B9-4B74-BEC5-05B3DE9583F8}" presName="sibTrans" presStyleLbl="sibTrans2D1" presStyleIdx="1" presStyleCnt="6"/>
      <dgm:spPr/>
    </dgm:pt>
    <dgm:pt modelId="{94094A3B-5B33-4F2A-B7FD-BB556AC676C5}" type="pres">
      <dgm:prSet presAssocID="{DFFD0A0A-A2B9-4B74-BEC5-05B3DE9583F8}" presName="connectorText" presStyleLbl="sibTrans2D1" presStyleIdx="1" presStyleCnt="6"/>
      <dgm:spPr/>
    </dgm:pt>
    <dgm:pt modelId="{9E5C2C4C-BE9D-40A2-B206-FDB8B5D52783}" type="pres">
      <dgm:prSet presAssocID="{159898A5-3DC2-4ABF-87B5-8571312415F0}" presName="node" presStyleLbl="node1" presStyleIdx="2" presStyleCnt="6">
        <dgm:presLayoutVars>
          <dgm:bulletEnabled val="1"/>
        </dgm:presLayoutVars>
      </dgm:prSet>
      <dgm:spPr/>
    </dgm:pt>
    <dgm:pt modelId="{C9F75AA9-E7BE-462C-8F91-61DA9DECA04B}" type="pres">
      <dgm:prSet presAssocID="{39B7859F-11B5-45D7-BD29-88AEEBAB4402}" presName="sibTrans" presStyleLbl="sibTrans2D1" presStyleIdx="2" presStyleCnt="6"/>
      <dgm:spPr/>
    </dgm:pt>
    <dgm:pt modelId="{5569430C-73E9-4BFE-8819-38476DAF5790}" type="pres">
      <dgm:prSet presAssocID="{39B7859F-11B5-45D7-BD29-88AEEBAB4402}" presName="connectorText" presStyleLbl="sibTrans2D1" presStyleIdx="2" presStyleCnt="6"/>
      <dgm:spPr/>
    </dgm:pt>
    <dgm:pt modelId="{E51D197C-2897-4FA7-ADA9-72858BEDF3D5}" type="pres">
      <dgm:prSet presAssocID="{08410928-162E-4AAA-A05F-7AF68F1E5C05}" presName="node" presStyleLbl="node1" presStyleIdx="3" presStyleCnt="6">
        <dgm:presLayoutVars>
          <dgm:bulletEnabled val="1"/>
        </dgm:presLayoutVars>
      </dgm:prSet>
      <dgm:spPr/>
    </dgm:pt>
    <dgm:pt modelId="{FD1C6AF0-6109-45BF-B550-166012C0FD5B}" type="pres">
      <dgm:prSet presAssocID="{DEA6706A-74C5-41A9-A4EC-B3B4F0927825}" presName="sibTrans" presStyleLbl="sibTrans2D1" presStyleIdx="3" presStyleCnt="6"/>
      <dgm:spPr/>
    </dgm:pt>
    <dgm:pt modelId="{F42F2263-3EA4-4E07-B4CD-DEC919B3D27F}" type="pres">
      <dgm:prSet presAssocID="{DEA6706A-74C5-41A9-A4EC-B3B4F0927825}" presName="connectorText" presStyleLbl="sibTrans2D1" presStyleIdx="3" presStyleCnt="6"/>
      <dgm:spPr/>
    </dgm:pt>
    <dgm:pt modelId="{20D7691F-A1D3-49B4-A73B-ED99DE6353C4}" type="pres">
      <dgm:prSet presAssocID="{88A76269-48F2-48EC-9CBF-507AFA7286BA}" presName="node" presStyleLbl="node1" presStyleIdx="4" presStyleCnt="6">
        <dgm:presLayoutVars>
          <dgm:bulletEnabled val="1"/>
        </dgm:presLayoutVars>
      </dgm:prSet>
      <dgm:spPr/>
    </dgm:pt>
    <dgm:pt modelId="{20A0913D-DA2D-4FD3-BC56-137B04F3EB42}" type="pres">
      <dgm:prSet presAssocID="{B425AF31-158E-4B55-A964-ADEE8CE62343}" presName="sibTrans" presStyleLbl="sibTrans2D1" presStyleIdx="4" presStyleCnt="6"/>
      <dgm:spPr/>
    </dgm:pt>
    <dgm:pt modelId="{3BC5E867-63F5-42AF-9F33-3A49461D09D4}" type="pres">
      <dgm:prSet presAssocID="{B425AF31-158E-4B55-A964-ADEE8CE62343}" presName="connectorText" presStyleLbl="sibTrans2D1" presStyleIdx="4" presStyleCnt="6"/>
      <dgm:spPr/>
    </dgm:pt>
    <dgm:pt modelId="{0A67B68D-1E28-44B4-A390-F54A9ADB331A}" type="pres">
      <dgm:prSet presAssocID="{28FCAF3F-08CD-4A52-9EF9-0B5CFA537A58}" presName="node" presStyleLbl="node1" presStyleIdx="5" presStyleCnt="6">
        <dgm:presLayoutVars>
          <dgm:bulletEnabled val="1"/>
        </dgm:presLayoutVars>
      </dgm:prSet>
      <dgm:spPr/>
    </dgm:pt>
    <dgm:pt modelId="{26EA146F-BE7F-474F-A007-B662D29AB9CF}" type="pres">
      <dgm:prSet presAssocID="{913CCAB2-EA4A-4815-9844-CECC71421BFC}" presName="sibTrans" presStyleLbl="sibTrans2D1" presStyleIdx="5" presStyleCnt="6"/>
      <dgm:spPr/>
    </dgm:pt>
    <dgm:pt modelId="{7FC1C733-A20A-4829-A7F4-117D16314F54}" type="pres">
      <dgm:prSet presAssocID="{913CCAB2-EA4A-4815-9844-CECC71421BFC}" presName="connectorText" presStyleLbl="sibTrans2D1" presStyleIdx="5" presStyleCnt="6"/>
      <dgm:spPr/>
    </dgm:pt>
  </dgm:ptLst>
  <dgm:cxnLst>
    <dgm:cxn modelId="{F2A4320E-74E0-4397-8578-2B880BF671F0}" srcId="{46BD68B2-57CF-4DFA-8716-D4C248C205DE}" destId="{28FCAF3F-08CD-4A52-9EF9-0B5CFA537A58}" srcOrd="5" destOrd="0" parTransId="{632A1955-1FCA-4099-8B7F-4F234E361FE1}" sibTransId="{913CCAB2-EA4A-4815-9844-CECC71421BFC}"/>
    <dgm:cxn modelId="{FD5C5710-FF7F-45CC-9161-F2261974AEBE}" type="presOf" srcId="{B425AF31-158E-4B55-A964-ADEE8CE62343}" destId="{20A0913D-DA2D-4FD3-BC56-137B04F3EB42}" srcOrd="0" destOrd="0" presId="urn:microsoft.com/office/officeart/2005/8/layout/cycle2"/>
    <dgm:cxn modelId="{3204FE12-0A2E-45D3-8DC2-77D1433E688B}" type="presOf" srcId="{44F7ED10-A50F-45EB-955C-2058F0E4AB4E}" destId="{3EA154D4-AFBD-4C42-B02D-578539D5A3BD}" srcOrd="1" destOrd="0" presId="urn:microsoft.com/office/officeart/2005/8/layout/cycle2"/>
    <dgm:cxn modelId="{852C341A-8C01-4717-858D-F6DE0D76793F}" type="presOf" srcId="{159898A5-3DC2-4ABF-87B5-8571312415F0}" destId="{9E5C2C4C-BE9D-40A2-B206-FDB8B5D52783}" srcOrd="0" destOrd="0" presId="urn:microsoft.com/office/officeart/2005/8/layout/cycle2"/>
    <dgm:cxn modelId="{1C7EB51B-9E7F-413A-8868-F3F8A57BB4C0}" type="presOf" srcId="{913CCAB2-EA4A-4815-9844-CECC71421BFC}" destId="{7FC1C733-A20A-4829-A7F4-117D16314F54}" srcOrd="1" destOrd="0" presId="urn:microsoft.com/office/officeart/2005/8/layout/cycle2"/>
    <dgm:cxn modelId="{8C4F6429-F5B0-4DA6-8FD3-CF20504B2D54}" type="presOf" srcId="{08410928-162E-4AAA-A05F-7AF68F1E5C05}" destId="{E51D197C-2897-4FA7-ADA9-72858BEDF3D5}" srcOrd="0" destOrd="0" presId="urn:microsoft.com/office/officeart/2005/8/layout/cycle2"/>
    <dgm:cxn modelId="{1F91F32A-17C7-4518-ABC8-E9DE5B3E4D1B}" srcId="{46BD68B2-57CF-4DFA-8716-D4C248C205DE}" destId="{7AA30DA2-089D-44CE-8D78-905FF29A22A7}" srcOrd="0" destOrd="0" parTransId="{53E1DA91-32B4-4484-9850-E7212963AFE6}" sibTransId="{44F7ED10-A50F-45EB-955C-2058F0E4AB4E}"/>
    <dgm:cxn modelId="{AAE2792D-D73D-496A-AE67-37D80683EA6E}" srcId="{46BD68B2-57CF-4DFA-8716-D4C248C205DE}" destId="{08410928-162E-4AAA-A05F-7AF68F1E5C05}" srcOrd="3" destOrd="0" parTransId="{02C41D28-0D07-4BAA-A338-F5410994AF50}" sibTransId="{DEA6706A-74C5-41A9-A4EC-B3B4F0927825}"/>
    <dgm:cxn modelId="{B7A78935-18AB-428C-BFA0-40B86E5CFAEF}" type="presOf" srcId="{B425AF31-158E-4B55-A964-ADEE8CE62343}" destId="{3BC5E867-63F5-42AF-9F33-3A49461D09D4}" srcOrd="1" destOrd="0" presId="urn:microsoft.com/office/officeart/2005/8/layout/cycle2"/>
    <dgm:cxn modelId="{91A99444-1DEB-46E0-B214-2E13306C5A77}" type="presOf" srcId="{39B7859F-11B5-45D7-BD29-88AEEBAB4402}" destId="{C9F75AA9-E7BE-462C-8F91-61DA9DECA04B}" srcOrd="0" destOrd="0" presId="urn:microsoft.com/office/officeart/2005/8/layout/cycle2"/>
    <dgm:cxn modelId="{0A3B8366-CB06-444C-A6FB-860A24AC440D}" type="presOf" srcId="{39B7859F-11B5-45D7-BD29-88AEEBAB4402}" destId="{5569430C-73E9-4BFE-8819-38476DAF5790}" srcOrd="1" destOrd="0" presId="urn:microsoft.com/office/officeart/2005/8/layout/cycle2"/>
    <dgm:cxn modelId="{14540B53-01FC-43F8-8C79-DA23628BF224}" type="presOf" srcId="{DEA6706A-74C5-41A9-A4EC-B3B4F0927825}" destId="{FD1C6AF0-6109-45BF-B550-166012C0FD5B}" srcOrd="0" destOrd="0" presId="urn:microsoft.com/office/officeart/2005/8/layout/cycle2"/>
    <dgm:cxn modelId="{24F83774-D544-4471-9E49-8A3565413E0F}" type="presOf" srcId="{44F7ED10-A50F-45EB-955C-2058F0E4AB4E}" destId="{1D8DFC5E-1AB8-4C16-B871-E01A8DF280C3}" srcOrd="0" destOrd="0" presId="urn:microsoft.com/office/officeart/2005/8/layout/cycle2"/>
    <dgm:cxn modelId="{7462397D-0735-4EC3-9B8F-8D9FA11F08E0}" srcId="{46BD68B2-57CF-4DFA-8716-D4C248C205DE}" destId="{159898A5-3DC2-4ABF-87B5-8571312415F0}" srcOrd="2" destOrd="0" parTransId="{10908B48-6FB4-4434-9D73-15114CA3AAAE}" sibTransId="{39B7859F-11B5-45D7-BD29-88AEEBAB4402}"/>
    <dgm:cxn modelId="{97BD388C-F3F3-4D87-9529-D2C3E8906811}" type="presOf" srcId="{46BD68B2-57CF-4DFA-8716-D4C248C205DE}" destId="{6B774632-21B0-4408-8B96-4C174C0D8321}" srcOrd="0" destOrd="0" presId="urn:microsoft.com/office/officeart/2005/8/layout/cycle2"/>
    <dgm:cxn modelId="{9D025D92-A3A1-4F63-9766-2D95E0FB2C88}" srcId="{46BD68B2-57CF-4DFA-8716-D4C248C205DE}" destId="{12ABAF2A-A983-4BD6-B8B8-7B450F100403}" srcOrd="1" destOrd="0" parTransId="{82ED3163-54B9-42D4-BCE5-9818AD465879}" sibTransId="{DFFD0A0A-A2B9-4B74-BEC5-05B3DE9583F8}"/>
    <dgm:cxn modelId="{11958599-2382-44EE-9DC7-E13C976598B5}" type="presOf" srcId="{DFFD0A0A-A2B9-4B74-BEC5-05B3DE9583F8}" destId="{94094A3B-5B33-4F2A-B7FD-BB556AC676C5}" srcOrd="1" destOrd="0" presId="urn:microsoft.com/office/officeart/2005/8/layout/cycle2"/>
    <dgm:cxn modelId="{2508D79C-444F-405C-99B6-F5C5E4E99FFA}" srcId="{46BD68B2-57CF-4DFA-8716-D4C248C205DE}" destId="{88A76269-48F2-48EC-9CBF-507AFA7286BA}" srcOrd="4" destOrd="0" parTransId="{ED636EA0-81B0-4088-895A-C1590CCC1E23}" sibTransId="{B425AF31-158E-4B55-A964-ADEE8CE62343}"/>
    <dgm:cxn modelId="{D4C671A1-497B-4774-8048-5DA0563F9D23}" type="presOf" srcId="{12ABAF2A-A983-4BD6-B8B8-7B450F100403}" destId="{A101F873-0EB3-4E4D-A7BD-4CC381D47107}" srcOrd="0" destOrd="0" presId="urn:microsoft.com/office/officeart/2005/8/layout/cycle2"/>
    <dgm:cxn modelId="{DBB65FA3-3EB4-432B-949E-56FFE6DF7151}" type="presOf" srcId="{7AA30DA2-089D-44CE-8D78-905FF29A22A7}" destId="{87C3BAE7-FF11-4F97-9D87-EFEF841B1019}" srcOrd="0" destOrd="0" presId="urn:microsoft.com/office/officeart/2005/8/layout/cycle2"/>
    <dgm:cxn modelId="{F2D8ABB6-5F3E-4E00-877F-597473BF3000}" type="presOf" srcId="{88A76269-48F2-48EC-9CBF-507AFA7286BA}" destId="{20D7691F-A1D3-49B4-A73B-ED99DE6353C4}" srcOrd="0" destOrd="0" presId="urn:microsoft.com/office/officeart/2005/8/layout/cycle2"/>
    <dgm:cxn modelId="{263BD1B8-C884-4ADF-91B5-AC63D831E7B1}" type="presOf" srcId="{913CCAB2-EA4A-4815-9844-CECC71421BFC}" destId="{26EA146F-BE7F-474F-A007-B662D29AB9CF}" srcOrd="0" destOrd="0" presId="urn:microsoft.com/office/officeart/2005/8/layout/cycle2"/>
    <dgm:cxn modelId="{21B972C6-5002-4F19-8767-21C9869C5463}" type="presOf" srcId="{DFFD0A0A-A2B9-4B74-BEC5-05B3DE9583F8}" destId="{AEEDF4AD-3918-46C7-9802-5D711722104A}" srcOrd="0" destOrd="0" presId="urn:microsoft.com/office/officeart/2005/8/layout/cycle2"/>
    <dgm:cxn modelId="{49D2C4DB-3ADC-4922-99D4-2B21B440B7D0}" type="presOf" srcId="{DEA6706A-74C5-41A9-A4EC-B3B4F0927825}" destId="{F42F2263-3EA4-4E07-B4CD-DEC919B3D27F}" srcOrd="1" destOrd="0" presId="urn:microsoft.com/office/officeart/2005/8/layout/cycle2"/>
    <dgm:cxn modelId="{594568EA-3A84-4A53-AF0C-36A40FE3F733}" type="presOf" srcId="{28FCAF3F-08CD-4A52-9EF9-0B5CFA537A58}" destId="{0A67B68D-1E28-44B4-A390-F54A9ADB331A}" srcOrd="0" destOrd="0" presId="urn:microsoft.com/office/officeart/2005/8/layout/cycle2"/>
    <dgm:cxn modelId="{37A64AD2-C90E-46D7-AF65-443F90A8157A}" type="presParOf" srcId="{6B774632-21B0-4408-8B96-4C174C0D8321}" destId="{87C3BAE7-FF11-4F97-9D87-EFEF841B1019}" srcOrd="0" destOrd="0" presId="urn:microsoft.com/office/officeart/2005/8/layout/cycle2"/>
    <dgm:cxn modelId="{3F1E0A83-6A9A-44CE-B672-6F27A4CE2586}" type="presParOf" srcId="{6B774632-21B0-4408-8B96-4C174C0D8321}" destId="{1D8DFC5E-1AB8-4C16-B871-E01A8DF280C3}" srcOrd="1" destOrd="0" presId="urn:microsoft.com/office/officeart/2005/8/layout/cycle2"/>
    <dgm:cxn modelId="{3419C6C7-36BB-45AB-A772-8F2F96A68414}" type="presParOf" srcId="{1D8DFC5E-1AB8-4C16-B871-E01A8DF280C3}" destId="{3EA154D4-AFBD-4C42-B02D-578539D5A3BD}" srcOrd="0" destOrd="0" presId="urn:microsoft.com/office/officeart/2005/8/layout/cycle2"/>
    <dgm:cxn modelId="{3423CC3F-0C27-42DA-82AA-38951D86303E}" type="presParOf" srcId="{6B774632-21B0-4408-8B96-4C174C0D8321}" destId="{A101F873-0EB3-4E4D-A7BD-4CC381D47107}" srcOrd="2" destOrd="0" presId="urn:microsoft.com/office/officeart/2005/8/layout/cycle2"/>
    <dgm:cxn modelId="{BE0B28C9-B298-425B-879A-F3C723355DB8}" type="presParOf" srcId="{6B774632-21B0-4408-8B96-4C174C0D8321}" destId="{AEEDF4AD-3918-46C7-9802-5D711722104A}" srcOrd="3" destOrd="0" presId="urn:microsoft.com/office/officeart/2005/8/layout/cycle2"/>
    <dgm:cxn modelId="{0AA17B0D-9072-43E6-9434-95D672180FD4}" type="presParOf" srcId="{AEEDF4AD-3918-46C7-9802-5D711722104A}" destId="{94094A3B-5B33-4F2A-B7FD-BB556AC676C5}" srcOrd="0" destOrd="0" presId="urn:microsoft.com/office/officeart/2005/8/layout/cycle2"/>
    <dgm:cxn modelId="{2AD3BA16-3CBE-4935-BF5E-625CA550D2E1}" type="presParOf" srcId="{6B774632-21B0-4408-8B96-4C174C0D8321}" destId="{9E5C2C4C-BE9D-40A2-B206-FDB8B5D52783}" srcOrd="4" destOrd="0" presId="urn:microsoft.com/office/officeart/2005/8/layout/cycle2"/>
    <dgm:cxn modelId="{225FA8BA-C903-45B5-A218-1282463D9854}" type="presParOf" srcId="{6B774632-21B0-4408-8B96-4C174C0D8321}" destId="{C9F75AA9-E7BE-462C-8F91-61DA9DECA04B}" srcOrd="5" destOrd="0" presId="urn:microsoft.com/office/officeart/2005/8/layout/cycle2"/>
    <dgm:cxn modelId="{E7EFAF9F-4371-4612-835A-F1B456424168}" type="presParOf" srcId="{C9F75AA9-E7BE-462C-8F91-61DA9DECA04B}" destId="{5569430C-73E9-4BFE-8819-38476DAF5790}" srcOrd="0" destOrd="0" presId="urn:microsoft.com/office/officeart/2005/8/layout/cycle2"/>
    <dgm:cxn modelId="{9336E616-58EE-4D03-AE70-90F4ED52CCA5}" type="presParOf" srcId="{6B774632-21B0-4408-8B96-4C174C0D8321}" destId="{E51D197C-2897-4FA7-ADA9-72858BEDF3D5}" srcOrd="6" destOrd="0" presId="urn:microsoft.com/office/officeart/2005/8/layout/cycle2"/>
    <dgm:cxn modelId="{6293CEC3-A6F7-4CAC-AFAF-B4EF45AF0F9A}" type="presParOf" srcId="{6B774632-21B0-4408-8B96-4C174C0D8321}" destId="{FD1C6AF0-6109-45BF-B550-166012C0FD5B}" srcOrd="7" destOrd="0" presId="urn:microsoft.com/office/officeart/2005/8/layout/cycle2"/>
    <dgm:cxn modelId="{B6F0D3C0-2FEC-4BB9-ACBC-528515ED4DC0}" type="presParOf" srcId="{FD1C6AF0-6109-45BF-B550-166012C0FD5B}" destId="{F42F2263-3EA4-4E07-B4CD-DEC919B3D27F}" srcOrd="0" destOrd="0" presId="urn:microsoft.com/office/officeart/2005/8/layout/cycle2"/>
    <dgm:cxn modelId="{23A108CC-B6B5-460F-B30A-E7A44662545D}" type="presParOf" srcId="{6B774632-21B0-4408-8B96-4C174C0D8321}" destId="{20D7691F-A1D3-49B4-A73B-ED99DE6353C4}" srcOrd="8" destOrd="0" presId="urn:microsoft.com/office/officeart/2005/8/layout/cycle2"/>
    <dgm:cxn modelId="{2DD447EB-B147-41D6-80D7-2C2879E12739}" type="presParOf" srcId="{6B774632-21B0-4408-8B96-4C174C0D8321}" destId="{20A0913D-DA2D-4FD3-BC56-137B04F3EB42}" srcOrd="9" destOrd="0" presId="urn:microsoft.com/office/officeart/2005/8/layout/cycle2"/>
    <dgm:cxn modelId="{29699390-37AA-46CE-AED2-944141C41D6A}" type="presParOf" srcId="{20A0913D-DA2D-4FD3-BC56-137B04F3EB42}" destId="{3BC5E867-63F5-42AF-9F33-3A49461D09D4}" srcOrd="0" destOrd="0" presId="urn:microsoft.com/office/officeart/2005/8/layout/cycle2"/>
    <dgm:cxn modelId="{43EC347B-DF9D-480E-8EFD-217640342C85}" type="presParOf" srcId="{6B774632-21B0-4408-8B96-4C174C0D8321}" destId="{0A67B68D-1E28-44B4-A390-F54A9ADB331A}" srcOrd="10" destOrd="0" presId="urn:microsoft.com/office/officeart/2005/8/layout/cycle2"/>
    <dgm:cxn modelId="{3F6F9778-F404-490E-A94D-C9FBA992C3EA}" type="presParOf" srcId="{6B774632-21B0-4408-8B96-4C174C0D8321}" destId="{26EA146F-BE7F-474F-A007-B662D29AB9CF}" srcOrd="11" destOrd="0" presId="urn:microsoft.com/office/officeart/2005/8/layout/cycle2"/>
    <dgm:cxn modelId="{BCD35983-E77E-4663-9F8E-E1260C26CCF1}" type="presParOf" srcId="{26EA146F-BE7F-474F-A007-B662D29AB9CF}" destId="{7FC1C733-A20A-4829-A7F4-117D16314F54}" srcOrd="0" destOrd="0" presId="urn:microsoft.com/office/officeart/2005/8/layout/cycle2"/>
  </dgm:cxnLst>
  <dgm:bg>
    <a:solidFill>
      <a:schemeClr val="accent4">
        <a:lumMod val="20000"/>
        <a:lumOff val="80000"/>
      </a:schemeClr>
    </a:solidFill>
  </dgm:bg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BD68B2-57CF-4DFA-8716-D4C248C205DE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7AA30DA2-089D-44CE-8D78-905FF29A22A7}">
      <dgm:prSet phldrT="[Text]"/>
      <dgm:spPr>
        <a:solidFill>
          <a:schemeClr val="tx1"/>
        </a:solidFill>
      </dgm:spPr>
      <dgm:t>
        <a:bodyPr/>
        <a:lstStyle/>
        <a:p>
          <a:r>
            <a:rPr lang="en-US" b="1" dirty="0"/>
            <a:t>Transactions (source documents)</a:t>
          </a:r>
          <a:endParaRPr lang="en-ZA" b="1" dirty="0"/>
        </a:p>
      </dgm:t>
    </dgm:pt>
    <dgm:pt modelId="{53E1DA91-32B4-4484-9850-E7212963AFE6}" type="parTrans" cxnId="{1F91F32A-17C7-4518-ABC8-E9DE5B3E4D1B}">
      <dgm:prSet/>
      <dgm:spPr/>
      <dgm:t>
        <a:bodyPr/>
        <a:lstStyle/>
        <a:p>
          <a:endParaRPr lang="en-ZA" b="1"/>
        </a:p>
      </dgm:t>
    </dgm:pt>
    <dgm:pt modelId="{44F7ED10-A50F-45EB-955C-2058F0E4AB4E}" type="sibTrans" cxnId="{1F91F32A-17C7-4518-ABC8-E9DE5B3E4D1B}">
      <dgm:prSet/>
      <dgm:spPr>
        <a:solidFill>
          <a:schemeClr val="tx1"/>
        </a:solidFill>
      </dgm:spPr>
      <dgm:t>
        <a:bodyPr/>
        <a:lstStyle/>
        <a:p>
          <a:endParaRPr lang="en-ZA" b="1"/>
        </a:p>
      </dgm:t>
    </dgm:pt>
    <dgm:pt modelId="{12ABAF2A-A983-4BD6-B8B8-7B450F100403}">
      <dgm:prSet phldrT="[Text]"/>
      <dgm:spPr/>
      <dgm:t>
        <a:bodyPr/>
        <a:lstStyle/>
        <a:p>
          <a:r>
            <a:rPr lang="en-US" b="1" dirty="0"/>
            <a:t>Books of first entry</a:t>
          </a:r>
          <a:endParaRPr lang="en-ZA" b="1" dirty="0"/>
        </a:p>
      </dgm:t>
    </dgm:pt>
    <dgm:pt modelId="{82ED3163-54B9-42D4-BCE5-9818AD465879}" type="parTrans" cxnId="{9D025D92-A3A1-4F63-9766-2D95E0FB2C88}">
      <dgm:prSet/>
      <dgm:spPr/>
      <dgm:t>
        <a:bodyPr/>
        <a:lstStyle/>
        <a:p>
          <a:endParaRPr lang="en-ZA" b="1"/>
        </a:p>
      </dgm:t>
    </dgm:pt>
    <dgm:pt modelId="{DFFD0A0A-A2B9-4B74-BEC5-05B3DE9583F8}" type="sibTrans" cxnId="{9D025D92-A3A1-4F63-9766-2D95E0FB2C88}">
      <dgm:prSet/>
      <dgm:spPr/>
      <dgm:t>
        <a:bodyPr/>
        <a:lstStyle/>
        <a:p>
          <a:endParaRPr lang="en-ZA" b="1"/>
        </a:p>
      </dgm:t>
    </dgm:pt>
    <dgm:pt modelId="{159898A5-3DC2-4ABF-87B5-8571312415F0}">
      <dgm:prSet phldrT="[Text]"/>
      <dgm:spPr/>
      <dgm:t>
        <a:bodyPr/>
        <a:lstStyle/>
        <a:p>
          <a:r>
            <a:rPr lang="en-US" b="1" dirty="0"/>
            <a:t>General ledger</a:t>
          </a:r>
          <a:endParaRPr lang="en-ZA" b="1" dirty="0"/>
        </a:p>
      </dgm:t>
    </dgm:pt>
    <dgm:pt modelId="{10908B48-6FB4-4434-9D73-15114CA3AAAE}" type="parTrans" cxnId="{7462397D-0735-4EC3-9B8F-8D9FA11F08E0}">
      <dgm:prSet/>
      <dgm:spPr/>
      <dgm:t>
        <a:bodyPr/>
        <a:lstStyle/>
        <a:p>
          <a:endParaRPr lang="en-ZA" b="1"/>
        </a:p>
      </dgm:t>
    </dgm:pt>
    <dgm:pt modelId="{39B7859F-11B5-45D7-BD29-88AEEBAB4402}" type="sibTrans" cxnId="{7462397D-0735-4EC3-9B8F-8D9FA11F08E0}">
      <dgm:prSet/>
      <dgm:spPr/>
      <dgm:t>
        <a:bodyPr/>
        <a:lstStyle/>
        <a:p>
          <a:endParaRPr lang="en-ZA" b="1"/>
        </a:p>
      </dgm:t>
    </dgm:pt>
    <dgm:pt modelId="{08410928-162E-4AAA-A05F-7AF68F1E5C05}">
      <dgm:prSet phldrT="[Text]"/>
      <dgm:spPr/>
      <dgm:t>
        <a:bodyPr/>
        <a:lstStyle/>
        <a:p>
          <a:r>
            <a:rPr lang="en-US" b="1" dirty="0"/>
            <a:t>Trial balance</a:t>
          </a:r>
          <a:endParaRPr lang="en-ZA" b="1" dirty="0"/>
        </a:p>
      </dgm:t>
    </dgm:pt>
    <dgm:pt modelId="{02C41D28-0D07-4BAA-A338-F5410994AF50}" type="parTrans" cxnId="{AAE2792D-D73D-496A-AE67-37D80683EA6E}">
      <dgm:prSet/>
      <dgm:spPr/>
      <dgm:t>
        <a:bodyPr/>
        <a:lstStyle/>
        <a:p>
          <a:endParaRPr lang="en-ZA" b="1"/>
        </a:p>
      </dgm:t>
    </dgm:pt>
    <dgm:pt modelId="{DEA6706A-74C5-41A9-A4EC-B3B4F0927825}" type="sibTrans" cxnId="{AAE2792D-D73D-496A-AE67-37D80683EA6E}">
      <dgm:prSet/>
      <dgm:spPr/>
      <dgm:t>
        <a:bodyPr/>
        <a:lstStyle/>
        <a:p>
          <a:endParaRPr lang="en-ZA" b="1"/>
        </a:p>
      </dgm:t>
    </dgm:pt>
    <dgm:pt modelId="{88A76269-48F2-48EC-9CBF-507AFA7286BA}">
      <dgm:prSet phldrT="[Text]"/>
      <dgm:spPr/>
      <dgm:t>
        <a:bodyPr/>
        <a:lstStyle/>
        <a:p>
          <a:r>
            <a:rPr lang="en-US" b="1" dirty="0"/>
            <a:t>Adjustments </a:t>
          </a:r>
          <a:endParaRPr lang="en-ZA" b="1" dirty="0"/>
        </a:p>
      </dgm:t>
    </dgm:pt>
    <dgm:pt modelId="{ED636EA0-81B0-4088-895A-C1590CCC1E23}" type="parTrans" cxnId="{2508D79C-444F-405C-99B6-F5C5E4E99FFA}">
      <dgm:prSet/>
      <dgm:spPr/>
      <dgm:t>
        <a:bodyPr/>
        <a:lstStyle/>
        <a:p>
          <a:endParaRPr lang="en-ZA" b="1"/>
        </a:p>
      </dgm:t>
    </dgm:pt>
    <dgm:pt modelId="{B425AF31-158E-4B55-A964-ADEE8CE62343}" type="sibTrans" cxnId="{2508D79C-444F-405C-99B6-F5C5E4E99FFA}">
      <dgm:prSet/>
      <dgm:spPr/>
      <dgm:t>
        <a:bodyPr/>
        <a:lstStyle/>
        <a:p>
          <a:endParaRPr lang="en-ZA" b="1"/>
        </a:p>
      </dgm:t>
    </dgm:pt>
    <dgm:pt modelId="{28FCAF3F-08CD-4A52-9EF9-0B5CFA537A58}">
      <dgm:prSet/>
      <dgm:spPr/>
      <dgm:t>
        <a:bodyPr/>
        <a:lstStyle/>
        <a:p>
          <a:r>
            <a:rPr lang="en-US" b="1" dirty="0"/>
            <a:t>Financial statements</a:t>
          </a:r>
          <a:endParaRPr lang="en-ZA" b="1" dirty="0"/>
        </a:p>
      </dgm:t>
    </dgm:pt>
    <dgm:pt modelId="{632A1955-1FCA-4099-8B7F-4F234E361FE1}" type="parTrans" cxnId="{F2A4320E-74E0-4397-8578-2B880BF671F0}">
      <dgm:prSet/>
      <dgm:spPr/>
      <dgm:t>
        <a:bodyPr/>
        <a:lstStyle/>
        <a:p>
          <a:endParaRPr lang="en-ZA" b="1"/>
        </a:p>
      </dgm:t>
    </dgm:pt>
    <dgm:pt modelId="{913CCAB2-EA4A-4815-9844-CECC71421BFC}" type="sibTrans" cxnId="{F2A4320E-74E0-4397-8578-2B880BF671F0}">
      <dgm:prSet/>
      <dgm:spPr/>
      <dgm:t>
        <a:bodyPr/>
        <a:lstStyle/>
        <a:p>
          <a:endParaRPr lang="en-ZA" b="1"/>
        </a:p>
      </dgm:t>
    </dgm:pt>
    <dgm:pt modelId="{6B774632-21B0-4408-8B96-4C174C0D8321}" type="pres">
      <dgm:prSet presAssocID="{46BD68B2-57CF-4DFA-8716-D4C248C205DE}" presName="cycle" presStyleCnt="0">
        <dgm:presLayoutVars>
          <dgm:dir/>
          <dgm:resizeHandles val="exact"/>
        </dgm:presLayoutVars>
      </dgm:prSet>
      <dgm:spPr/>
    </dgm:pt>
    <dgm:pt modelId="{87C3BAE7-FF11-4F97-9D87-EFEF841B1019}" type="pres">
      <dgm:prSet presAssocID="{7AA30DA2-089D-44CE-8D78-905FF29A22A7}" presName="node" presStyleLbl="node1" presStyleIdx="0" presStyleCnt="6">
        <dgm:presLayoutVars>
          <dgm:bulletEnabled val="1"/>
        </dgm:presLayoutVars>
      </dgm:prSet>
      <dgm:spPr/>
    </dgm:pt>
    <dgm:pt modelId="{1D8DFC5E-1AB8-4C16-B871-E01A8DF280C3}" type="pres">
      <dgm:prSet presAssocID="{44F7ED10-A50F-45EB-955C-2058F0E4AB4E}" presName="sibTrans" presStyleLbl="sibTrans2D1" presStyleIdx="0" presStyleCnt="6"/>
      <dgm:spPr/>
    </dgm:pt>
    <dgm:pt modelId="{3EA154D4-AFBD-4C42-B02D-578539D5A3BD}" type="pres">
      <dgm:prSet presAssocID="{44F7ED10-A50F-45EB-955C-2058F0E4AB4E}" presName="connectorText" presStyleLbl="sibTrans2D1" presStyleIdx="0" presStyleCnt="6"/>
      <dgm:spPr/>
    </dgm:pt>
    <dgm:pt modelId="{A101F873-0EB3-4E4D-A7BD-4CC381D47107}" type="pres">
      <dgm:prSet presAssocID="{12ABAF2A-A983-4BD6-B8B8-7B450F100403}" presName="node" presStyleLbl="node1" presStyleIdx="1" presStyleCnt="6" custRadScaleRad="99787" custRadScaleInc="-236">
        <dgm:presLayoutVars>
          <dgm:bulletEnabled val="1"/>
        </dgm:presLayoutVars>
      </dgm:prSet>
      <dgm:spPr/>
    </dgm:pt>
    <dgm:pt modelId="{AEEDF4AD-3918-46C7-9802-5D711722104A}" type="pres">
      <dgm:prSet presAssocID="{DFFD0A0A-A2B9-4B74-BEC5-05B3DE9583F8}" presName="sibTrans" presStyleLbl="sibTrans2D1" presStyleIdx="1" presStyleCnt="6"/>
      <dgm:spPr/>
    </dgm:pt>
    <dgm:pt modelId="{94094A3B-5B33-4F2A-B7FD-BB556AC676C5}" type="pres">
      <dgm:prSet presAssocID="{DFFD0A0A-A2B9-4B74-BEC5-05B3DE9583F8}" presName="connectorText" presStyleLbl="sibTrans2D1" presStyleIdx="1" presStyleCnt="6"/>
      <dgm:spPr/>
    </dgm:pt>
    <dgm:pt modelId="{9E5C2C4C-BE9D-40A2-B206-FDB8B5D52783}" type="pres">
      <dgm:prSet presAssocID="{159898A5-3DC2-4ABF-87B5-8571312415F0}" presName="node" presStyleLbl="node1" presStyleIdx="2" presStyleCnt="6">
        <dgm:presLayoutVars>
          <dgm:bulletEnabled val="1"/>
        </dgm:presLayoutVars>
      </dgm:prSet>
      <dgm:spPr/>
    </dgm:pt>
    <dgm:pt modelId="{C9F75AA9-E7BE-462C-8F91-61DA9DECA04B}" type="pres">
      <dgm:prSet presAssocID="{39B7859F-11B5-45D7-BD29-88AEEBAB4402}" presName="sibTrans" presStyleLbl="sibTrans2D1" presStyleIdx="2" presStyleCnt="6"/>
      <dgm:spPr/>
    </dgm:pt>
    <dgm:pt modelId="{5569430C-73E9-4BFE-8819-38476DAF5790}" type="pres">
      <dgm:prSet presAssocID="{39B7859F-11B5-45D7-BD29-88AEEBAB4402}" presName="connectorText" presStyleLbl="sibTrans2D1" presStyleIdx="2" presStyleCnt="6"/>
      <dgm:spPr/>
    </dgm:pt>
    <dgm:pt modelId="{E51D197C-2897-4FA7-ADA9-72858BEDF3D5}" type="pres">
      <dgm:prSet presAssocID="{08410928-162E-4AAA-A05F-7AF68F1E5C05}" presName="node" presStyleLbl="node1" presStyleIdx="3" presStyleCnt="6">
        <dgm:presLayoutVars>
          <dgm:bulletEnabled val="1"/>
        </dgm:presLayoutVars>
      </dgm:prSet>
      <dgm:spPr/>
    </dgm:pt>
    <dgm:pt modelId="{FD1C6AF0-6109-45BF-B550-166012C0FD5B}" type="pres">
      <dgm:prSet presAssocID="{DEA6706A-74C5-41A9-A4EC-B3B4F0927825}" presName="sibTrans" presStyleLbl="sibTrans2D1" presStyleIdx="3" presStyleCnt="6"/>
      <dgm:spPr/>
    </dgm:pt>
    <dgm:pt modelId="{F42F2263-3EA4-4E07-B4CD-DEC919B3D27F}" type="pres">
      <dgm:prSet presAssocID="{DEA6706A-74C5-41A9-A4EC-B3B4F0927825}" presName="connectorText" presStyleLbl="sibTrans2D1" presStyleIdx="3" presStyleCnt="6"/>
      <dgm:spPr/>
    </dgm:pt>
    <dgm:pt modelId="{20D7691F-A1D3-49B4-A73B-ED99DE6353C4}" type="pres">
      <dgm:prSet presAssocID="{88A76269-48F2-48EC-9CBF-507AFA7286BA}" presName="node" presStyleLbl="node1" presStyleIdx="4" presStyleCnt="6">
        <dgm:presLayoutVars>
          <dgm:bulletEnabled val="1"/>
        </dgm:presLayoutVars>
      </dgm:prSet>
      <dgm:spPr/>
    </dgm:pt>
    <dgm:pt modelId="{20A0913D-DA2D-4FD3-BC56-137B04F3EB42}" type="pres">
      <dgm:prSet presAssocID="{B425AF31-158E-4B55-A964-ADEE8CE62343}" presName="sibTrans" presStyleLbl="sibTrans2D1" presStyleIdx="4" presStyleCnt="6"/>
      <dgm:spPr/>
    </dgm:pt>
    <dgm:pt modelId="{3BC5E867-63F5-42AF-9F33-3A49461D09D4}" type="pres">
      <dgm:prSet presAssocID="{B425AF31-158E-4B55-A964-ADEE8CE62343}" presName="connectorText" presStyleLbl="sibTrans2D1" presStyleIdx="4" presStyleCnt="6"/>
      <dgm:spPr/>
    </dgm:pt>
    <dgm:pt modelId="{0A67B68D-1E28-44B4-A390-F54A9ADB331A}" type="pres">
      <dgm:prSet presAssocID="{28FCAF3F-08CD-4A52-9EF9-0B5CFA537A58}" presName="node" presStyleLbl="node1" presStyleIdx="5" presStyleCnt="6">
        <dgm:presLayoutVars>
          <dgm:bulletEnabled val="1"/>
        </dgm:presLayoutVars>
      </dgm:prSet>
      <dgm:spPr/>
    </dgm:pt>
    <dgm:pt modelId="{26EA146F-BE7F-474F-A007-B662D29AB9CF}" type="pres">
      <dgm:prSet presAssocID="{913CCAB2-EA4A-4815-9844-CECC71421BFC}" presName="sibTrans" presStyleLbl="sibTrans2D1" presStyleIdx="5" presStyleCnt="6"/>
      <dgm:spPr/>
    </dgm:pt>
    <dgm:pt modelId="{7FC1C733-A20A-4829-A7F4-117D16314F54}" type="pres">
      <dgm:prSet presAssocID="{913CCAB2-EA4A-4815-9844-CECC71421BFC}" presName="connectorText" presStyleLbl="sibTrans2D1" presStyleIdx="5" presStyleCnt="6"/>
      <dgm:spPr/>
    </dgm:pt>
  </dgm:ptLst>
  <dgm:cxnLst>
    <dgm:cxn modelId="{F2A4320E-74E0-4397-8578-2B880BF671F0}" srcId="{46BD68B2-57CF-4DFA-8716-D4C248C205DE}" destId="{28FCAF3F-08CD-4A52-9EF9-0B5CFA537A58}" srcOrd="5" destOrd="0" parTransId="{632A1955-1FCA-4099-8B7F-4F234E361FE1}" sibTransId="{913CCAB2-EA4A-4815-9844-CECC71421BFC}"/>
    <dgm:cxn modelId="{FD5C5710-FF7F-45CC-9161-F2261974AEBE}" type="presOf" srcId="{B425AF31-158E-4B55-A964-ADEE8CE62343}" destId="{20A0913D-DA2D-4FD3-BC56-137B04F3EB42}" srcOrd="0" destOrd="0" presId="urn:microsoft.com/office/officeart/2005/8/layout/cycle2"/>
    <dgm:cxn modelId="{3204FE12-0A2E-45D3-8DC2-77D1433E688B}" type="presOf" srcId="{44F7ED10-A50F-45EB-955C-2058F0E4AB4E}" destId="{3EA154D4-AFBD-4C42-B02D-578539D5A3BD}" srcOrd="1" destOrd="0" presId="urn:microsoft.com/office/officeart/2005/8/layout/cycle2"/>
    <dgm:cxn modelId="{852C341A-8C01-4717-858D-F6DE0D76793F}" type="presOf" srcId="{159898A5-3DC2-4ABF-87B5-8571312415F0}" destId="{9E5C2C4C-BE9D-40A2-B206-FDB8B5D52783}" srcOrd="0" destOrd="0" presId="urn:microsoft.com/office/officeart/2005/8/layout/cycle2"/>
    <dgm:cxn modelId="{1C7EB51B-9E7F-413A-8868-F3F8A57BB4C0}" type="presOf" srcId="{913CCAB2-EA4A-4815-9844-CECC71421BFC}" destId="{7FC1C733-A20A-4829-A7F4-117D16314F54}" srcOrd="1" destOrd="0" presId="urn:microsoft.com/office/officeart/2005/8/layout/cycle2"/>
    <dgm:cxn modelId="{8C4F6429-F5B0-4DA6-8FD3-CF20504B2D54}" type="presOf" srcId="{08410928-162E-4AAA-A05F-7AF68F1E5C05}" destId="{E51D197C-2897-4FA7-ADA9-72858BEDF3D5}" srcOrd="0" destOrd="0" presId="urn:microsoft.com/office/officeart/2005/8/layout/cycle2"/>
    <dgm:cxn modelId="{1F91F32A-17C7-4518-ABC8-E9DE5B3E4D1B}" srcId="{46BD68B2-57CF-4DFA-8716-D4C248C205DE}" destId="{7AA30DA2-089D-44CE-8D78-905FF29A22A7}" srcOrd="0" destOrd="0" parTransId="{53E1DA91-32B4-4484-9850-E7212963AFE6}" sibTransId="{44F7ED10-A50F-45EB-955C-2058F0E4AB4E}"/>
    <dgm:cxn modelId="{AAE2792D-D73D-496A-AE67-37D80683EA6E}" srcId="{46BD68B2-57CF-4DFA-8716-D4C248C205DE}" destId="{08410928-162E-4AAA-A05F-7AF68F1E5C05}" srcOrd="3" destOrd="0" parTransId="{02C41D28-0D07-4BAA-A338-F5410994AF50}" sibTransId="{DEA6706A-74C5-41A9-A4EC-B3B4F0927825}"/>
    <dgm:cxn modelId="{B7A78935-18AB-428C-BFA0-40B86E5CFAEF}" type="presOf" srcId="{B425AF31-158E-4B55-A964-ADEE8CE62343}" destId="{3BC5E867-63F5-42AF-9F33-3A49461D09D4}" srcOrd="1" destOrd="0" presId="urn:microsoft.com/office/officeart/2005/8/layout/cycle2"/>
    <dgm:cxn modelId="{91A99444-1DEB-46E0-B214-2E13306C5A77}" type="presOf" srcId="{39B7859F-11B5-45D7-BD29-88AEEBAB4402}" destId="{C9F75AA9-E7BE-462C-8F91-61DA9DECA04B}" srcOrd="0" destOrd="0" presId="urn:microsoft.com/office/officeart/2005/8/layout/cycle2"/>
    <dgm:cxn modelId="{0A3B8366-CB06-444C-A6FB-860A24AC440D}" type="presOf" srcId="{39B7859F-11B5-45D7-BD29-88AEEBAB4402}" destId="{5569430C-73E9-4BFE-8819-38476DAF5790}" srcOrd="1" destOrd="0" presId="urn:microsoft.com/office/officeart/2005/8/layout/cycle2"/>
    <dgm:cxn modelId="{14540B53-01FC-43F8-8C79-DA23628BF224}" type="presOf" srcId="{DEA6706A-74C5-41A9-A4EC-B3B4F0927825}" destId="{FD1C6AF0-6109-45BF-B550-166012C0FD5B}" srcOrd="0" destOrd="0" presId="urn:microsoft.com/office/officeart/2005/8/layout/cycle2"/>
    <dgm:cxn modelId="{24F83774-D544-4471-9E49-8A3565413E0F}" type="presOf" srcId="{44F7ED10-A50F-45EB-955C-2058F0E4AB4E}" destId="{1D8DFC5E-1AB8-4C16-B871-E01A8DF280C3}" srcOrd="0" destOrd="0" presId="urn:microsoft.com/office/officeart/2005/8/layout/cycle2"/>
    <dgm:cxn modelId="{7462397D-0735-4EC3-9B8F-8D9FA11F08E0}" srcId="{46BD68B2-57CF-4DFA-8716-D4C248C205DE}" destId="{159898A5-3DC2-4ABF-87B5-8571312415F0}" srcOrd="2" destOrd="0" parTransId="{10908B48-6FB4-4434-9D73-15114CA3AAAE}" sibTransId="{39B7859F-11B5-45D7-BD29-88AEEBAB4402}"/>
    <dgm:cxn modelId="{97BD388C-F3F3-4D87-9529-D2C3E8906811}" type="presOf" srcId="{46BD68B2-57CF-4DFA-8716-D4C248C205DE}" destId="{6B774632-21B0-4408-8B96-4C174C0D8321}" srcOrd="0" destOrd="0" presId="urn:microsoft.com/office/officeart/2005/8/layout/cycle2"/>
    <dgm:cxn modelId="{9D025D92-A3A1-4F63-9766-2D95E0FB2C88}" srcId="{46BD68B2-57CF-4DFA-8716-D4C248C205DE}" destId="{12ABAF2A-A983-4BD6-B8B8-7B450F100403}" srcOrd="1" destOrd="0" parTransId="{82ED3163-54B9-42D4-BCE5-9818AD465879}" sibTransId="{DFFD0A0A-A2B9-4B74-BEC5-05B3DE9583F8}"/>
    <dgm:cxn modelId="{11958599-2382-44EE-9DC7-E13C976598B5}" type="presOf" srcId="{DFFD0A0A-A2B9-4B74-BEC5-05B3DE9583F8}" destId="{94094A3B-5B33-4F2A-B7FD-BB556AC676C5}" srcOrd="1" destOrd="0" presId="urn:microsoft.com/office/officeart/2005/8/layout/cycle2"/>
    <dgm:cxn modelId="{2508D79C-444F-405C-99B6-F5C5E4E99FFA}" srcId="{46BD68B2-57CF-4DFA-8716-D4C248C205DE}" destId="{88A76269-48F2-48EC-9CBF-507AFA7286BA}" srcOrd="4" destOrd="0" parTransId="{ED636EA0-81B0-4088-895A-C1590CCC1E23}" sibTransId="{B425AF31-158E-4B55-A964-ADEE8CE62343}"/>
    <dgm:cxn modelId="{D4C671A1-497B-4774-8048-5DA0563F9D23}" type="presOf" srcId="{12ABAF2A-A983-4BD6-B8B8-7B450F100403}" destId="{A101F873-0EB3-4E4D-A7BD-4CC381D47107}" srcOrd="0" destOrd="0" presId="urn:microsoft.com/office/officeart/2005/8/layout/cycle2"/>
    <dgm:cxn modelId="{DBB65FA3-3EB4-432B-949E-56FFE6DF7151}" type="presOf" srcId="{7AA30DA2-089D-44CE-8D78-905FF29A22A7}" destId="{87C3BAE7-FF11-4F97-9D87-EFEF841B1019}" srcOrd="0" destOrd="0" presId="urn:microsoft.com/office/officeart/2005/8/layout/cycle2"/>
    <dgm:cxn modelId="{F2D8ABB6-5F3E-4E00-877F-597473BF3000}" type="presOf" srcId="{88A76269-48F2-48EC-9CBF-507AFA7286BA}" destId="{20D7691F-A1D3-49B4-A73B-ED99DE6353C4}" srcOrd="0" destOrd="0" presId="urn:microsoft.com/office/officeart/2005/8/layout/cycle2"/>
    <dgm:cxn modelId="{263BD1B8-C884-4ADF-91B5-AC63D831E7B1}" type="presOf" srcId="{913CCAB2-EA4A-4815-9844-CECC71421BFC}" destId="{26EA146F-BE7F-474F-A007-B662D29AB9CF}" srcOrd="0" destOrd="0" presId="urn:microsoft.com/office/officeart/2005/8/layout/cycle2"/>
    <dgm:cxn modelId="{21B972C6-5002-4F19-8767-21C9869C5463}" type="presOf" srcId="{DFFD0A0A-A2B9-4B74-BEC5-05B3DE9583F8}" destId="{AEEDF4AD-3918-46C7-9802-5D711722104A}" srcOrd="0" destOrd="0" presId="urn:microsoft.com/office/officeart/2005/8/layout/cycle2"/>
    <dgm:cxn modelId="{49D2C4DB-3ADC-4922-99D4-2B21B440B7D0}" type="presOf" srcId="{DEA6706A-74C5-41A9-A4EC-B3B4F0927825}" destId="{F42F2263-3EA4-4E07-B4CD-DEC919B3D27F}" srcOrd="1" destOrd="0" presId="urn:microsoft.com/office/officeart/2005/8/layout/cycle2"/>
    <dgm:cxn modelId="{594568EA-3A84-4A53-AF0C-36A40FE3F733}" type="presOf" srcId="{28FCAF3F-08CD-4A52-9EF9-0B5CFA537A58}" destId="{0A67B68D-1E28-44B4-A390-F54A9ADB331A}" srcOrd="0" destOrd="0" presId="urn:microsoft.com/office/officeart/2005/8/layout/cycle2"/>
    <dgm:cxn modelId="{37A64AD2-C90E-46D7-AF65-443F90A8157A}" type="presParOf" srcId="{6B774632-21B0-4408-8B96-4C174C0D8321}" destId="{87C3BAE7-FF11-4F97-9D87-EFEF841B1019}" srcOrd="0" destOrd="0" presId="urn:microsoft.com/office/officeart/2005/8/layout/cycle2"/>
    <dgm:cxn modelId="{3F1E0A83-6A9A-44CE-B672-6F27A4CE2586}" type="presParOf" srcId="{6B774632-21B0-4408-8B96-4C174C0D8321}" destId="{1D8DFC5E-1AB8-4C16-B871-E01A8DF280C3}" srcOrd="1" destOrd="0" presId="urn:microsoft.com/office/officeart/2005/8/layout/cycle2"/>
    <dgm:cxn modelId="{3419C6C7-36BB-45AB-A772-8F2F96A68414}" type="presParOf" srcId="{1D8DFC5E-1AB8-4C16-B871-E01A8DF280C3}" destId="{3EA154D4-AFBD-4C42-B02D-578539D5A3BD}" srcOrd="0" destOrd="0" presId="urn:microsoft.com/office/officeart/2005/8/layout/cycle2"/>
    <dgm:cxn modelId="{3423CC3F-0C27-42DA-82AA-38951D86303E}" type="presParOf" srcId="{6B774632-21B0-4408-8B96-4C174C0D8321}" destId="{A101F873-0EB3-4E4D-A7BD-4CC381D47107}" srcOrd="2" destOrd="0" presId="urn:microsoft.com/office/officeart/2005/8/layout/cycle2"/>
    <dgm:cxn modelId="{BE0B28C9-B298-425B-879A-F3C723355DB8}" type="presParOf" srcId="{6B774632-21B0-4408-8B96-4C174C0D8321}" destId="{AEEDF4AD-3918-46C7-9802-5D711722104A}" srcOrd="3" destOrd="0" presId="urn:microsoft.com/office/officeart/2005/8/layout/cycle2"/>
    <dgm:cxn modelId="{0AA17B0D-9072-43E6-9434-95D672180FD4}" type="presParOf" srcId="{AEEDF4AD-3918-46C7-9802-5D711722104A}" destId="{94094A3B-5B33-4F2A-B7FD-BB556AC676C5}" srcOrd="0" destOrd="0" presId="urn:microsoft.com/office/officeart/2005/8/layout/cycle2"/>
    <dgm:cxn modelId="{2AD3BA16-3CBE-4935-BF5E-625CA550D2E1}" type="presParOf" srcId="{6B774632-21B0-4408-8B96-4C174C0D8321}" destId="{9E5C2C4C-BE9D-40A2-B206-FDB8B5D52783}" srcOrd="4" destOrd="0" presId="urn:microsoft.com/office/officeart/2005/8/layout/cycle2"/>
    <dgm:cxn modelId="{225FA8BA-C903-45B5-A218-1282463D9854}" type="presParOf" srcId="{6B774632-21B0-4408-8B96-4C174C0D8321}" destId="{C9F75AA9-E7BE-462C-8F91-61DA9DECA04B}" srcOrd="5" destOrd="0" presId="urn:microsoft.com/office/officeart/2005/8/layout/cycle2"/>
    <dgm:cxn modelId="{E7EFAF9F-4371-4612-835A-F1B456424168}" type="presParOf" srcId="{C9F75AA9-E7BE-462C-8F91-61DA9DECA04B}" destId="{5569430C-73E9-4BFE-8819-38476DAF5790}" srcOrd="0" destOrd="0" presId="urn:microsoft.com/office/officeart/2005/8/layout/cycle2"/>
    <dgm:cxn modelId="{9336E616-58EE-4D03-AE70-90F4ED52CCA5}" type="presParOf" srcId="{6B774632-21B0-4408-8B96-4C174C0D8321}" destId="{E51D197C-2897-4FA7-ADA9-72858BEDF3D5}" srcOrd="6" destOrd="0" presId="urn:microsoft.com/office/officeart/2005/8/layout/cycle2"/>
    <dgm:cxn modelId="{6293CEC3-A6F7-4CAC-AFAF-B4EF45AF0F9A}" type="presParOf" srcId="{6B774632-21B0-4408-8B96-4C174C0D8321}" destId="{FD1C6AF0-6109-45BF-B550-166012C0FD5B}" srcOrd="7" destOrd="0" presId="urn:microsoft.com/office/officeart/2005/8/layout/cycle2"/>
    <dgm:cxn modelId="{B6F0D3C0-2FEC-4BB9-ACBC-528515ED4DC0}" type="presParOf" srcId="{FD1C6AF0-6109-45BF-B550-166012C0FD5B}" destId="{F42F2263-3EA4-4E07-B4CD-DEC919B3D27F}" srcOrd="0" destOrd="0" presId="urn:microsoft.com/office/officeart/2005/8/layout/cycle2"/>
    <dgm:cxn modelId="{23A108CC-B6B5-460F-B30A-E7A44662545D}" type="presParOf" srcId="{6B774632-21B0-4408-8B96-4C174C0D8321}" destId="{20D7691F-A1D3-49B4-A73B-ED99DE6353C4}" srcOrd="8" destOrd="0" presId="urn:microsoft.com/office/officeart/2005/8/layout/cycle2"/>
    <dgm:cxn modelId="{2DD447EB-B147-41D6-80D7-2C2879E12739}" type="presParOf" srcId="{6B774632-21B0-4408-8B96-4C174C0D8321}" destId="{20A0913D-DA2D-4FD3-BC56-137B04F3EB42}" srcOrd="9" destOrd="0" presId="urn:microsoft.com/office/officeart/2005/8/layout/cycle2"/>
    <dgm:cxn modelId="{29699390-37AA-46CE-AED2-944141C41D6A}" type="presParOf" srcId="{20A0913D-DA2D-4FD3-BC56-137B04F3EB42}" destId="{3BC5E867-63F5-42AF-9F33-3A49461D09D4}" srcOrd="0" destOrd="0" presId="urn:microsoft.com/office/officeart/2005/8/layout/cycle2"/>
    <dgm:cxn modelId="{43EC347B-DF9D-480E-8EFD-217640342C85}" type="presParOf" srcId="{6B774632-21B0-4408-8B96-4C174C0D8321}" destId="{0A67B68D-1E28-44B4-A390-F54A9ADB331A}" srcOrd="10" destOrd="0" presId="urn:microsoft.com/office/officeart/2005/8/layout/cycle2"/>
    <dgm:cxn modelId="{3F6F9778-F404-490E-A94D-C9FBA992C3EA}" type="presParOf" srcId="{6B774632-21B0-4408-8B96-4C174C0D8321}" destId="{26EA146F-BE7F-474F-A007-B662D29AB9CF}" srcOrd="11" destOrd="0" presId="urn:microsoft.com/office/officeart/2005/8/layout/cycle2"/>
    <dgm:cxn modelId="{BCD35983-E77E-4663-9F8E-E1260C26CCF1}" type="presParOf" srcId="{26EA146F-BE7F-474F-A007-B662D29AB9CF}" destId="{7FC1C733-A20A-4829-A7F4-117D16314F54}" srcOrd="0" destOrd="0" presId="urn:microsoft.com/office/officeart/2005/8/layout/cycle2"/>
  </dgm:cxnLst>
  <dgm:bg>
    <a:solidFill>
      <a:schemeClr val="accent4">
        <a:lumMod val="20000"/>
        <a:lumOff val="80000"/>
      </a:schemeClr>
    </a:solidFill>
  </dgm:bg>
  <dgm:whole>
    <a:ln>
      <a:solidFill>
        <a:schemeClr val="accent1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BD68B2-57CF-4DFA-8716-D4C248C205DE}" type="doc">
      <dgm:prSet loTypeId="urn:microsoft.com/office/officeart/2005/8/layout/cycle2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ZA"/>
        </a:p>
      </dgm:t>
    </dgm:pt>
    <dgm:pt modelId="{7AA30DA2-089D-44CE-8D78-905FF29A22A7}">
      <dgm:prSet phldrT="[Text]"/>
      <dgm:spPr>
        <a:solidFill>
          <a:schemeClr val="tx1"/>
        </a:solidFill>
      </dgm:spPr>
      <dgm:t>
        <a:bodyPr/>
        <a:lstStyle/>
        <a:p>
          <a:r>
            <a:rPr lang="en-US" dirty="0"/>
            <a:t>Transactions (source documents)</a:t>
          </a:r>
          <a:endParaRPr lang="en-ZA" dirty="0"/>
        </a:p>
      </dgm:t>
    </dgm:pt>
    <dgm:pt modelId="{53E1DA91-32B4-4484-9850-E7212963AFE6}" type="parTrans" cxnId="{1F91F32A-17C7-4518-ABC8-E9DE5B3E4D1B}">
      <dgm:prSet/>
      <dgm:spPr/>
      <dgm:t>
        <a:bodyPr/>
        <a:lstStyle/>
        <a:p>
          <a:endParaRPr lang="en-ZA"/>
        </a:p>
      </dgm:t>
    </dgm:pt>
    <dgm:pt modelId="{44F7ED10-A50F-45EB-955C-2058F0E4AB4E}" type="sibTrans" cxnId="{1F91F32A-17C7-4518-ABC8-E9DE5B3E4D1B}">
      <dgm:prSet/>
      <dgm:spPr>
        <a:solidFill>
          <a:schemeClr val="tx1"/>
        </a:solidFill>
      </dgm:spPr>
      <dgm:t>
        <a:bodyPr/>
        <a:lstStyle/>
        <a:p>
          <a:endParaRPr lang="en-ZA"/>
        </a:p>
      </dgm:t>
    </dgm:pt>
    <dgm:pt modelId="{12ABAF2A-A983-4BD6-B8B8-7B450F100403}">
      <dgm:prSet phldrT="[Text]"/>
      <dgm:spPr/>
      <dgm:t>
        <a:bodyPr/>
        <a:lstStyle/>
        <a:p>
          <a:r>
            <a:rPr lang="en-US" dirty="0"/>
            <a:t>Books of first entry</a:t>
          </a:r>
          <a:endParaRPr lang="en-ZA" dirty="0"/>
        </a:p>
      </dgm:t>
    </dgm:pt>
    <dgm:pt modelId="{82ED3163-54B9-42D4-BCE5-9818AD465879}" type="parTrans" cxnId="{9D025D92-A3A1-4F63-9766-2D95E0FB2C88}">
      <dgm:prSet/>
      <dgm:spPr/>
      <dgm:t>
        <a:bodyPr/>
        <a:lstStyle/>
        <a:p>
          <a:endParaRPr lang="en-ZA"/>
        </a:p>
      </dgm:t>
    </dgm:pt>
    <dgm:pt modelId="{DFFD0A0A-A2B9-4B74-BEC5-05B3DE9583F8}" type="sibTrans" cxnId="{9D025D92-A3A1-4F63-9766-2D95E0FB2C88}">
      <dgm:prSet/>
      <dgm:spPr/>
      <dgm:t>
        <a:bodyPr/>
        <a:lstStyle/>
        <a:p>
          <a:endParaRPr lang="en-ZA"/>
        </a:p>
      </dgm:t>
    </dgm:pt>
    <dgm:pt modelId="{159898A5-3DC2-4ABF-87B5-8571312415F0}">
      <dgm:prSet phldrT="[Text]"/>
      <dgm:spPr/>
      <dgm:t>
        <a:bodyPr/>
        <a:lstStyle/>
        <a:p>
          <a:r>
            <a:rPr lang="en-US" dirty="0"/>
            <a:t>General ledger</a:t>
          </a:r>
          <a:endParaRPr lang="en-ZA" dirty="0"/>
        </a:p>
      </dgm:t>
    </dgm:pt>
    <dgm:pt modelId="{10908B48-6FB4-4434-9D73-15114CA3AAAE}" type="parTrans" cxnId="{7462397D-0735-4EC3-9B8F-8D9FA11F08E0}">
      <dgm:prSet/>
      <dgm:spPr/>
      <dgm:t>
        <a:bodyPr/>
        <a:lstStyle/>
        <a:p>
          <a:endParaRPr lang="en-ZA"/>
        </a:p>
      </dgm:t>
    </dgm:pt>
    <dgm:pt modelId="{39B7859F-11B5-45D7-BD29-88AEEBAB4402}" type="sibTrans" cxnId="{7462397D-0735-4EC3-9B8F-8D9FA11F08E0}">
      <dgm:prSet/>
      <dgm:spPr/>
      <dgm:t>
        <a:bodyPr/>
        <a:lstStyle/>
        <a:p>
          <a:endParaRPr lang="en-ZA"/>
        </a:p>
      </dgm:t>
    </dgm:pt>
    <dgm:pt modelId="{08410928-162E-4AAA-A05F-7AF68F1E5C05}">
      <dgm:prSet phldrT="[Text]"/>
      <dgm:spPr/>
      <dgm:t>
        <a:bodyPr/>
        <a:lstStyle/>
        <a:p>
          <a:r>
            <a:rPr lang="en-US" dirty="0"/>
            <a:t>Trial balance</a:t>
          </a:r>
          <a:endParaRPr lang="en-ZA" dirty="0"/>
        </a:p>
      </dgm:t>
    </dgm:pt>
    <dgm:pt modelId="{02C41D28-0D07-4BAA-A338-F5410994AF50}" type="parTrans" cxnId="{AAE2792D-D73D-496A-AE67-37D80683EA6E}">
      <dgm:prSet/>
      <dgm:spPr/>
      <dgm:t>
        <a:bodyPr/>
        <a:lstStyle/>
        <a:p>
          <a:endParaRPr lang="en-ZA"/>
        </a:p>
      </dgm:t>
    </dgm:pt>
    <dgm:pt modelId="{DEA6706A-74C5-41A9-A4EC-B3B4F0927825}" type="sibTrans" cxnId="{AAE2792D-D73D-496A-AE67-37D80683EA6E}">
      <dgm:prSet/>
      <dgm:spPr/>
      <dgm:t>
        <a:bodyPr/>
        <a:lstStyle/>
        <a:p>
          <a:endParaRPr lang="en-ZA"/>
        </a:p>
      </dgm:t>
    </dgm:pt>
    <dgm:pt modelId="{88A76269-48F2-48EC-9CBF-507AFA7286BA}">
      <dgm:prSet phldrT="[Text]"/>
      <dgm:spPr/>
      <dgm:t>
        <a:bodyPr/>
        <a:lstStyle/>
        <a:p>
          <a:r>
            <a:rPr lang="en-US" dirty="0"/>
            <a:t>Adjustments </a:t>
          </a:r>
          <a:endParaRPr lang="en-ZA" dirty="0"/>
        </a:p>
      </dgm:t>
    </dgm:pt>
    <dgm:pt modelId="{ED636EA0-81B0-4088-895A-C1590CCC1E23}" type="parTrans" cxnId="{2508D79C-444F-405C-99B6-F5C5E4E99FFA}">
      <dgm:prSet/>
      <dgm:spPr/>
      <dgm:t>
        <a:bodyPr/>
        <a:lstStyle/>
        <a:p>
          <a:endParaRPr lang="en-ZA"/>
        </a:p>
      </dgm:t>
    </dgm:pt>
    <dgm:pt modelId="{B425AF31-158E-4B55-A964-ADEE8CE62343}" type="sibTrans" cxnId="{2508D79C-444F-405C-99B6-F5C5E4E99FFA}">
      <dgm:prSet/>
      <dgm:spPr/>
      <dgm:t>
        <a:bodyPr/>
        <a:lstStyle/>
        <a:p>
          <a:endParaRPr lang="en-ZA"/>
        </a:p>
      </dgm:t>
    </dgm:pt>
    <dgm:pt modelId="{28FCAF3F-08CD-4A52-9EF9-0B5CFA537A58}">
      <dgm:prSet custT="1"/>
      <dgm:spPr/>
      <dgm:t>
        <a:bodyPr/>
        <a:lstStyle/>
        <a:p>
          <a:r>
            <a:rPr lang="en-US" sz="1400" b="0" dirty="0">
              <a:solidFill>
                <a:schemeClr val="accent6"/>
              </a:solidFill>
            </a:rPr>
            <a:t>Financial statements</a:t>
          </a:r>
          <a:endParaRPr lang="en-ZA" sz="1400" b="0" dirty="0">
            <a:solidFill>
              <a:schemeClr val="accent6"/>
            </a:solidFill>
          </a:endParaRPr>
        </a:p>
      </dgm:t>
    </dgm:pt>
    <dgm:pt modelId="{632A1955-1FCA-4099-8B7F-4F234E361FE1}" type="parTrans" cxnId="{F2A4320E-74E0-4397-8578-2B880BF671F0}">
      <dgm:prSet/>
      <dgm:spPr/>
      <dgm:t>
        <a:bodyPr/>
        <a:lstStyle/>
        <a:p>
          <a:endParaRPr lang="en-ZA"/>
        </a:p>
      </dgm:t>
    </dgm:pt>
    <dgm:pt modelId="{913CCAB2-EA4A-4815-9844-CECC71421BFC}" type="sibTrans" cxnId="{F2A4320E-74E0-4397-8578-2B880BF671F0}">
      <dgm:prSet/>
      <dgm:spPr/>
      <dgm:t>
        <a:bodyPr/>
        <a:lstStyle/>
        <a:p>
          <a:endParaRPr lang="en-ZA"/>
        </a:p>
      </dgm:t>
    </dgm:pt>
    <dgm:pt modelId="{6B774632-21B0-4408-8B96-4C174C0D8321}" type="pres">
      <dgm:prSet presAssocID="{46BD68B2-57CF-4DFA-8716-D4C248C205DE}" presName="cycle" presStyleCnt="0">
        <dgm:presLayoutVars>
          <dgm:dir/>
          <dgm:resizeHandles val="exact"/>
        </dgm:presLayoutVars>
      </dgm:prSet>
      <dgm:spPr/>
    </dgm:pt>
    <dgm:pt modelId="{87C3BAE7-FF11-4F97-9D87-EFEF841B1019}" type="pres">
      <dgm:prSet presAssocID="{7AA30DA2-089D-44CE-8D78-905FF29A22A7}" presName="node" presStyleLbl="node1" presStyleIdx="0" presStyleCnt="6">
        <dgm:presLayoutVars>
          <dgm:bulletEnabled val="1"/>
        </dgm:presLayoutVars>
      </dgm:prSet>
      <dgm:spPr/>
    </dgm:pt>
    <dgm:pt modelId="{1D8DFC5E-1AB8-4C16-B871-E01A8DF280C3}" type="pres">
      <dgm:prSet presAssocID="{44F7ED10-A50F-45EB-955C-2058F0E4AB4E}" presName="sibTrans" presStyleLbl="sibTrans2D1" presStyleIdx="0" presStyleCnt="6"/>
      <dgm:spPr/>
    </dgm:pt>
    <dgm:pt modelId="{3EA154D4-AFBD-4C42-B02D-578539D5A3BD}" type="pres">
      <dgm:prSet presAssocID="{44F7ED10-A50F-45EB-955C-2058F0E4AB4E}" presName="connectorText" presStyleLbl="sibTrans2D1" presStyleIdx="0" presStyleCnt="6"/>
      <dgm:spPr/>
    </dgm:pt>
    <dgm:pt modelId="{A101F873-0EB3-4E4D-A7BD-4CC381D47107}" type="pres">
      <dgm:prSet presAssocID="{12ABAF2A-A983-4BD6-B8B8-7B450F100403}" presName="node" presStyleLbl="node1" presStyleIdx="1" presStyleCnt="6">
        <dgm:presLayoutVars>
          <dgm:bulletEnabled val="1"/>
        </dgm:presLayoutVars>
      </dgm:prSet>
      <dgm:spPr/>
    </dgm:pt>
    <dgm:pt modelId="{AEEDF4AD-3918-46C7-9802-5D711722104A}" type="pres">
      <dgm:prSet presAssocID="{DFFD0A0A-A2B9-4B74-BEC5-05B3DE9583F8}" presName="sibTrans" presStyleLbl="sibTrans2D1" presStyleIdx="1" presStyleCnt="6"/>
      <dgm:spPr/>
    </dgm:pt>
    <dgm:pt modelId="{94094A3B-5B33-4F2A-B7FD-BB556AC676C5}" type="pres">
      <dgm:prSet presAssocID="{DFFD0A0A-A2B9-4B74-BEC5-05B3DE9583F8}" presName="connectorText" presStyleLbl="sibTrans2D1" presStyleIdx="1" presStyleCnt="6"/>
      <dgm:spPr/>
    </dgm:pt>
    <dgm:pt modelId="{9E5C2C4C-BE9D-40A2-B206-FDB8B5D52783}" type="pres">
      <dgm:prSet presAssocID="{159898A5-3DC2-4ABF-87B5-8571312415F0}" presName="node" presStyleLbl="node1" presStyleIdx="2" presStyleCnt="6">
        <dgm:presLayoutVars>
          <dgm:bulletEnabled val="1"/>
        </dgm:presLayoutVars>
      </dgm:prSet>
      <dgm:spPr/>
    </dgm:pt>
    <dgm:pt modelId="{C9F75AA9-E7BE-462C-8F91-61DA9DECA04B}" type="pres">
      <dgm:prSet presAssocID="{39B7859F-11B5-45D7-BD29-88AEEBAB4402}" presName="sibTrans" presStyleLbl="sibTrans2D1" presStyleIdx="2" presStyleCnt="6"/>
      <dgm:spPr/>
    </dgm:pt>
    <dgm:pt modelId="{5569430C-73E9-4BFE-8819-38476DAF5790}" type="pres">
      <dgm:prSet presAssocID="{39B7859F-11B5-45D7-BD29-88AEEBAB4402}" presName="connectorText" presStyleLbl="sibTrans2D1" presStyleIdx="2" presStyleCnt="6"/>
      <dgm:spPr/>
    </dgm:pt>
    <dgm:pt modelId="{E51D197C-2897-4FA7-ADA9-72858BEDF3D5}" type="pres">
      <dgm:prSet presAssocID="{08410928-162E-4AAA-A05F-7AF68F1E5C05}" presName="node" presStyleLbl="node1" presStyleIdx="3" presStyleCnt="6">
        <dgm:presLayoutVars>
          <dgm:bulletEnabled val="1"/>
        </dgm:presLayoutVars>
      </dgm:prSet>
      <dgm:spPr/>
    </dgm:pt>
    <dgm:pt modelId="{FD1C6AF0-6109-45BF-B550-166012C0FD5B}" type="pres">
      <dgm:prSet presAssocID="{DEA6706A-74C5-41A9-A4EC-B3B4F0927825}" presName="sibTrans" presStyleLbl="sibTrans2D1" presStyleIdx="3" presStyleCnt="6"/>
      <dgm:spPr/>
    </dgm:pt>
    <dgm:pt modelId="{F42F2263-3EA4-4E07-B4CD-DEC919B3D27F}" type="pres">
      <dgm:prSet presAssocID="{DEA6706A-74C5-41A9-A4EC-B3B4F0927825}" presName="connectorText" presStyleLbl="sibTrans2D1" presStyleIdx="3" presStyleCnt="6"/>
      <dgm:spPr/>
    </dgm:pt>
    <dgm:pt modelId="{20D7691F-A1D3-49B4-A73B-ED99DE6353C4}" type="pres">
      <dgm:prSet presAssocID="{88A76269-48F2-48EC-9CBF-507AFA7286BA}" presName="node" presStyleLbl="node1" presStyleIdx="4" presStyleCnt="6">
        <dgm:presLayoutVars>
          <dgm:bulletEnabled val="1"/>
        </dgm:presLayoutVars>
      </dgm:prSet>
      <dgm:spPr/>
    </dgm:pt>
    <dgm:pt modelId="{20A0913D-DA2D-4FD3-BC56-137B04F3EB42}" type="pres">
      <dgm:prSet presAssocID="{B425AF31-158E-4B55-A964-ADEE8CE62343}" presName="sibTrans" presStyleLbl="sibTrans2D1" presStyleIdx="4" presStyleCnt="6"/>
      <dgm:spPr/>
    </dgm:pt>
    <dgm:pt modelId="{3BC5E867-63F5-42AF-9F33-3A49461D09D4}" type="pres">
      <dgm:prSet presAssocID="{B425AF31-158E-4B55-A964-ADEE8CE62343}" presName="connectorText" presStyleLbl="sibTrans2D1" presStyleIdx="4" presStyleCnt="6"/>
      <dgm:spPr/>
    </dgm:pt>
    <dgm:pt modelId="{0A67B68D-1E28-44B4-A390-F54A9ADB331A}" type="pres">
      <dgm:prSet presAssocID="{28FCAF3F-08CD-4A52-9EF9-0B5CFA537A58}" presName="node" presStyleLbl="node1" presStyleIdx="5" presStyleCnt="6" custScaleX="114826">
        <dgm:presLayoutVars>
          <dgm:bulletEnabled val="1"/>
        </dgm:presLayoutVars>
      </dgm:prSet>
      <dgm:spPr/>
    </dgm:pt>
    <dgm:pt modelId="{26EA146F-BE7F-474F-A007-B662D29AB9CF}" type="pres">
      <dgm:prSet presAssocID="{913CCAB2-EA4A-4815-9844-CECC71421BFC}" presName="sibTrans" presStyleLbl="sibTrans2D1" presStyleIdx="5" presStyleCnt="6"/>
      <dgm:spPr/>
    </dgm:pt>
    <dgm:pt modelId="{7FC1C733-A20A-4829-A7F4-117D16314F54}" type="pres">
      <dgm:prSet presAssocID="{913CCAB2-EA4A-4815-9844-CECC71421BFC}" presName="connectorText" presStyleLbl="sibTrans2D1" presStyleIdx="5" presStyleCnt="6"/>
      <dgm:spPr/>
    </dgm:pt>
  </dgm:ptLst>
  <dgm:cxnLst>
    <dgm:cxn modelId="{F2A4320E-74E0-4397-8578-2B880BF671F0}" srcId="{46BD68B2-57CF-4DFA-8716-D4C248C205DE}" destId="{28FCAF3F-08CD-4A52-9EF9-0B5CFA537A58}" srcOrd="5" destOrd="0" parTransId="{632A1955-1FCA-4099-8B7F-4F234E361FE1}" sibTransId="{913CCAB2-EA4A-4815-9844-CECC71421BFC}"/>
    <dgm:cxn modelId="{FD5C5710-FF7F-45CC-9161-F2261974AEBE}" type="presOf" srcId="{B425AF31-158E-4B55-A964-ADEE8CE62343}" destId="{20A0913D-DA2D-4FD3-BC56-137B04F3EB42}" srcOrd="0" destOrd="0" presId="urn:microsoft.com/office/officeart/2005/8/layout/cycle2"/>
    <dgm:cxn modelId="{3204FE12-0A2E-45D3-8DC2-77D1433E688B}" type="presOf" srcId="{44F7ED10-A50F-45EB-955C-2058F0E4AB4E}" destId="{3EA154D4-AFBD-4C42-B02D-578539D5A3BD}" srcOrd="1" destOrd="0" presId="urn:microsoft.com/office/officeart/2005/8/layout/cycle2"/>
    <dgm:cxn modelId="{852C341A-8C01-4717-858D-F6DE0D76793F}" type="presOf" srcId="{159898A5-3DC2-4ABF-87B5-8571312415F0}" destId="{9E5C2C4C-BE9D-40A2-B206-FDB8B5D52783}" srcOrd="0" destOrd="0" presId="urn:microsoft.com/office/officeart/2005/8/layout/cycle2"/>
    <dgm:cxn modelId="{1C7EB51B-9E7F-413A-8868-F3F8A57BB4C0}" type="presOf" srcId="{913CCAB2-EA4A-4815-9844-CECC71421BFC}" destId="{7FC1C733-A20A-4829-A7F4-117D16314F54}" srcOrd="1" destOrd="0" presId="urn:microsoft.com/office/officeart/2005/8/layout/cycle2"/>
    <dgm:cxn modelId="{8C4F6429-F5B0-4DA6-8FD3-CF20504B2D54}" type="presOf" srcId="{08410928-162E-4AAA-A05F-7AF68F1E5C05}" destId="{E51D197C-2897-4FA7-ADA9-72858BEDF3D5}" srcOrd="0" destOrd="0" presId="urn:microsoft.com/office/officeart/2005/8/layout/cycle2"/>
    <dgm:cxn modelId="{1F91F32A-17C7-4518-ABC8-E9DE5B3E4D1B}" srcId="{46BD68B2-57CF-4DFA-8716-D4C248C205DE}" destId="{7AA30DA2-089D-44CE-8D78-905FF29A22A7}" srcOrd="0" destOrd="0" parTransId="{53E1DA91-32B4-4484-9850-E7212963AFE6}" sibTransId="{44F7ED10-A50F-45EB-955C-2058F0E4AB4E}"/>
    <dgm:cxn modelId="{AAE2792D-D73D-496A-AE67-37D80683EA6E}" srcId="{46BD68B2-57CF-4DFA-8716-D4C248C205DE}" destId="{08410928-162E-4AAA-A05F-7AF68F1E5C05}" srcOrd="3" destOrd="0" parTransId="{02C41D28-0D07-4BAA-A338-F5410994AF50}" sibTransId="{DEA6706A-74C5-41A9-A4EC-B3B4F0927825}"/>
    <dgm:cxn modelId="{B7A78935-18AB-428C-BFA0-40B86E5CFAEF}" type="presOf" srcId="{B425AF31-158E-4B55-A964-ADEE8CE62343}" destId="{3BC5E867-63F5-42AF-9F33-3A49461D09D4}" srcOrd="1" destOrd="0" presId="urn:microsoft.com/office/officeart/2005/8/layout/cycle2"/>
    <dgm:cxn modelId="{91A99444-1DEB-46E0-B214-2E13306C5A77}" type="presOf" srcId="{39B7859F-11B5-45D7-BD29-88AEEBAB4402}" destId="{C9F75AA9-E7BE-462C-8F91-61DA9DECA04B}" srcOrd="0" destOrd="0" presId="urn:microsoft.com/office/officeart/2005/8/layout/cycle2"/>
    <dgm:cxn modelId="{0A3B8366-CB06-444C-A6FB-860A24AC440D}" type="presOf" srcId="{39B7859F-11B5-45D7-BD29-88AEEBAB4402}" destId="{5569430C-73E9-4BFE-8819-38476DAF5790}" srcOrd="1" destOrd="0" presId="urn:microsoft.com/office/officeart/2005/8/layout/cycle2"/>
    <dgm:cxn modelId="{14540B53-01FC-43F8-8C79-DA23628BF224}" type="presOf" srcId="{DEA6706A-74C5-41A9-A4EC-B3B4F0927825}" destId="{FD1C6AF0-6109-45BF-B550-166012C0FD5B}" srcOrd="0" destOrd="0" presId="urn:microsoft.com/office/officeart/2005/8/layout/cycle2"/>
    <dgm:cxn modelId="{24F83774-D544-4471-9E49-8A3565413E0F}" type="presOf" srcId="{44F7ED10-A50F-45EB-955C-2058F0E4AB4E}" destId="{1D8DFC5E-1AB8-4C16-B871-E01A8DF280C3}" srcOrd="0" destOrd="0" presId="urn:microsoft.com/office/officeart/2005/8/layout/cycle2"/>
    <dgm:cxn modelId="{7462397D-0735-4EC3-9B8F-8D9FA11F08E0}" srcId="{46BD68B2-57CF-4DFA-8716-D4C248C205DE}" destId="{159898A5-3DC2-4ABF-87B5-8571312415F0}" srcOrd="2" destOrd="0" parTransId="{10908B48-6FB4-4434-9D73-15114CA3AAAE}" sibTransId="{39B7859F-11B5-45D7-BD29-88AEEBAB4402}"/>
    <dgm:cxn modelId="{97BD388C-F3F3-4D87-9529-D2C3E8906811}" type="presOf" srcId="{46BD68B2-57CF-4DFA-8716-D4C248C205DE}" destId="{6B774632-21B0-4408-8B96-4C174C0D8321}" srcOrd="0" destOrd="0" presId="urn:microsoft.com/office/officeart/2005/8/layout/cycle2"/>
    <dgm:cxn modelId="{9D025D92-A3A1-4F63-9766-2D95E0FB2C88}" srcId="{46BD68B2-57CF-4DFA-8716-D4C248C205DE}" destId="{12ABAF2A-A983-4BD6-B8B8-7B450F100403}" srcOrd="1" destOrd="0" parTransId="{82ED3163-54B9-42D4-BCE5-9818AD465879}" sibTransId="{DFFD0A0A-A2B9-4B74-BEC5-05B3DE9583F8}"/>
    <dgm:cxn modelId="{11958599-2382-44EE-9DC7-E13C976598B5}" type="presOf" srcId="{DFFD0A0A-A2B9-4B74-BEC5-05B3DE9583F8}" destId="{94094A3B-5B33-4F2A-B7FD-BB556AC676C5}" srcOrd="1" destOrd="0" presId="urn:microsoft.com/office/officeart/2005/8/layout/cycle2"/>
    <dgm:cxn modelId="{2508D79C-444F-405C-99B6-F5C5E4E99FFA}" srcId="{46BD68B2-57CF-4DFA-8716-D4C248C205DE}" destId="{88A76269-48F2-48EC-9CBF-507AFA7286BA}" srcOrd="4" destOrd="0" parTransId="{ED636EA0-81B0-4088-895A-C1590CCC1E23}" sibTransId="{B425AF31-158E-4B55-A964-ADEE8CE62343}"/>
    <dgm:cxn modelId="{D4C671A1-497B-4774-8048-5DA0563F9D23}" type="presOf" srcId="{12ABAF2A-A983-4BD6-B8B8-7B450F100403}" destId="{A101F873-0EB3-4E4D-A7BD-4CC381D47107}" srcOrd="0" destOrd="0" presId="urn:microsoft.com/office/officeart/2005/8/layout/cycle2"/>
    <dgm:cxn modelId="{DBB65FA3-3EB4-432B-949E-56FFE6DF7151}" type="presOf" srcId="{7AA30DA2-089D-44CE-8D78-905FF29A22A7}" destId="{87C3BAE7-FF11-4F97-9D87-EFEF841B1019}" srcOrd="0" destOrd="0" presId="urn:microsoft.com/office/officeart/2005/8/layout/cycle2"/>
    <dgm:cxn modelId="{F2D8ABB6-5F3E-4E00-877F-597473BF3000}" type="presOf" srcId="{88A76269-48F2-48EC-9CBF-507AFA7286BA}" destId="{20D7691F-A1D3-49B4-A73B-ED99DE6353C4}" srcOrd="0" destOrd="0" presId="urn:microsoft.com/office/officeart/2005/8/layout/cycle2"/>
    <dgm:cxn modelId="{263BD1B8-C884-4ADF-91B5-AC63D831E7B1}" type="presOf" srcId="{913CCAB2-EA4A-4815-9844-CECC71421BFC}" destId="{26EA146F-BE7F-474F-A007-B662D29AB9CF}" srcOrd="0" destOrd="0" presId="urn:microsoft.com/office/officeart/2005/8/layout/cycle2"/>
    <dgm:cxn modelId="{21B972C6-5002-4F19-8767-21C9869C5463}" type="presOf" srcId="{DFFD0A0A-A2B9-4B74-BEC5-05B3DE9583F8}" destId="{AEEDF4AD-3918-46C7-9802-5D711722104A}" srcOrd="0" destOrd="0" presId="urn:microsoft.com/office/officeart/2005/8/layout/cycle2"/>
    <dgm:cxn modelId="{49D2C4DB-3ADC-4922-99D4-2B21B440B7D0}" type="presOf" srcId="{DEA6706A-74C5-41A9-A4EC-B3B4F0927825}" destId="{F42F2263-3EA4-4E07-B4CD-DEC919B3D27F}" srcOrd="1" destOrd="0" presId="urn:microsoft.com/office/officeart/2005/8/layout/cycle2"/>
    <dgm:cxn modelId="{594568EA-3A84-4A53-AF0C-36A40FE3F733}" type="presOf" srcId="{28FCAF3F-08CD-4A52-9EF9-0B5CFA537A58}" destId="{0A67B68D-1E28-44B4-A390-F54A9ADB331A}" srcOrd="0" destOrd="0" presId="urn:microsoft.com/office/officeart/2005/8/layout/cycle2"/>
    <dgm:cxn modelId="{37A64AD2-C90E-46D7-AF65-443F90A8157A}" type="presParOf" srcId="{6B774632-21B0-4408-8B96-4C174C0D8321}" destId="{87C3BAE7-FF11-4F97-9D87-EFEF841B1019}" srcOrd="0" destOrd="0" presId="urn:microsoft.com/office/officeart/2005/8/layout/cycle2"/>
    <dgm:cxn modelId="{3F1E0A83-6A9A-44CE-B672-6F27A4CE2586}" type="presParOf" srcId="{6B774632-21B0-4408-8B96-4C174C0D8321}" destId="{1D8DFC5E-1AB8-4C16-B871-E01A8DF280C3}" srcOrd="1" destOrd="0" presId="urn:microsoft.com/office/officeart/2005/8/layout/cycle2"/>
    <dgm:cxn modelId="{3419C6C7-36BB-45AB-A772-8F2F96A68414}" type="presParOf" srcId="{1D8DFC5E-1AB8-4C16-B871-E01A8DF280C3}" destId="{3EA154D4-AFBD-4C42-B02D-578539D5A3BD}" srcOrd="0" destOrd="0" presId="urn:microsoft.com/office/officeart/2005/8/layout/cycle2"/>
    <dgm:cxn modelId="{3423CC3F-0C27-42DA-82AA-38951D86303E}" type="presParOf" srcId="{6B774632-21B0-4408-8B96-4C174C0D8321}" destId="{A101F873-0EB3-4E4D-A7BD-4CC381D47107}" srcOrd="2" destOrd="0" presId="urn:microsoft.com/office/officeart/2005/8/layout/cycle2"/>
    <dgm:cxn modelId="{BE0B28C9-B298-425B-879A-F3C723355DB8}" type="presParOf" srcId="{6B774632-21B0-4408-8B96-4C174C0D8321}" destId="{AEEDF4AD-3918-46C7-9802-5D711722104A}" srcOrd="3" destOrd="0" presId="urn:microsoft.com/office/officeart/2005/8/layout/cycle2"/>
    <dgm:cxn modelId="{0AA17B0D-9072-43E6-9434-95D672180FD4}" type="presParOf" srcId="{AEEDF4AD-3918-46C7-9802-5D711722104A}" destId="{94094A3B-5B33-4F2A-B7FD-BB556AC676C5}" srcOrd="0" destOrd="0" presId="urn:microsoft.com/office/officeart/2005/8/layout/cycle2"/>
    <dgm:cxn modelId="{2AD3BA16-3CBE-4935-BF5E-625CA550D2E1}" type="presParOf" srcId="{6B774632-21B0-4408-8B96-4C174C0D8321}" destId="{9E5C2C4C-BE9D-40A2-B206-FDB8B5D52783}" srcOrd="4" destOrd="0" presId="urn:microsoft.com/office/officeart/2005/8/layout/cycle2"/>
    <dgm:cxn modelId="{225FA8BA-C903-45B5-A218-1282463D9854}" type="presParOf" srcId="{6B774632-21B0-4408-8B96-4C174C0D8321}" destId="{C9F75AA9-E7BE-462C-8F91-61DA9DECA04B}" srcOrd="5" destOrd="0" presId="urn:microsoft.com/office/officeart/2005/8/layout/cycle2"/>
    <dgm:cxn modelId="{E7EFAF9F-4371-4612-835A-F1B456424168}" type="presParOf" srcId="{C9F75AA9-E7BE-462C-8F91-61DA9DECA04B}" destId="{5569430C-73E9-4BFE-8819-38476DAF5790}" srcOrd="0" destOrd="0" presId="urn:microsoft.com/office/officeart/2005/8/layout/cycle2"/>
    <dgm:cxn modelId="{9336E616-58EE-4D03-AE70-90F4ED52CCA5}" type="presParOf" srcId="{6B774632-21B0-4408-8B96-4C174C0D8321}" destId="{E51D197C-2897-4FA7-ADA9-72858BEDF3D5}" srcOrd="6" destOrd="0" presId="urn:microsoft.com/office/officeart/2005/8/layout/cycle2"/>
    <dgm:cxn modelId="{6293CEC3-A6F7-4CAC-AFAF-B4EF45AF0F9A}" type="presParOf" srcId="{6B774632-21B0-4408-8B96-4C174C0D8321}" destId="{FD1C6AF0-6109-45BF-B550-166012C0FD5B}" srcOrd="7" destOrd="0" presId="urn:microsoft.com/office/officeart/2005/8/layout/cycle2"/>
    <dgm:cxn modelId="{B6F0D3C0-2FEC-4BB9-ACBC-528515ED4DC0}" type="presParOf" srcId="{FD1C6AF0-6109-45BF-B550-166012C0FD5B}" destId="{F42F2263-3EA4-4E07-B4CD-DEC919B3D27F}" srcOrd="0" destOrd="0" presId="urn:microsoft.com/office/officeart/2005/8/layout/cycle2"/>
    <dgm:cxn modelId="{23A108CC-B6B5-460F-B30A-E7A44662545D}" type="presParOf" srcId="{6B774632-21B0-4408-8B96-4C174C0D8321}" destId="{20D7691F-A1D3-49B4-A73B-ED99DE6353C4}" srcOrd="8" destOrd="0" presId="urn:microsoft.com/office/officeart/2005/8/layout/cycle2"/>
    <dgm:cxn modelId="{2DD447EB-B147-41D6-80D7-2C2879E12739}" type="presParOf" srcId="{6B774632-21B0-4408-8B96-4C174C0D8321}" destId="{20A0913D-DA2D-4FD3-BC56-137B04F3EB42}" srcOrd="9" destOrd="0" presId="urn:microsoft.com/office/officeart/2005/8/layout/cycle2"/>
    <dgm:cxn modelId="{29699390-37AA-46CE-AED2-944141C41D6A}" type="presParOf" srcId="{20A0913D-DA2D-4FD3-BC56-137B04F3EB42}" destId="{3BC5E867-63F5-42AF-9F33-3A49461D09D4}" srcOrd="0" destOrd="0" presId="urn:microsoft.com/office/officeart/2005/8/layout/cycle2"/>
    <dgm:cxn modelId="{43EC347B-DF9D-480E-8EFD-217640342C85}" type="presParOf" srcId="{6B774632-21B0-4408-8B96-4C174C0D8321}" destId="{0A67B68D-1E28-44B4-A390-F54A9ADB331A}" srcOrd="10" destOrd="0" presId="urn:microsoft.com/office/officeart/2005/8/layout/cycle2"/>
    <dgm:cxn modelId="{3F6F9778-F404-490E-A94D-C9FBA992C3EA}" type="presParOf" srcId="{6B774632-21B0-4408-8B96-4C174C0D8321}" destId="{26EA146F-BE7F-474F-A007-B662D29AB9CF}" srcOrd="11" destOrd="0" presId="urn:microsoft.com/office/officeart/2005/8/layout/cycle2"/>
    <dgm:cxn modelId="{BCD35983-E77E-4663-9F8E-E1260C26CCF1}" type="presParOf" srcId="{26EA146F-BE7F-474F-A007-B662D29AB9CF}" destId="{7FC1C733-A20A-4829-A7F4-117D16314F54}" srcOrd="0" destOrd="0" presId="urn:microsoft.com/office/officeart/2005/8/layout/cycle2"/>
  </dgm:cxnLst>
  <dgm:bg>
    <a:solidFill>
      <a:schemeClr val="accent4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A953466-A5C0-469B-820E-662A10116C76}" type="doc">
      <dgm:prSet loTypeId="urn:microsoft.com/office/officeart/2005/8/layout/pyramid3" loCatId="pyramid" qsTypeId="urn:microsoft.com/office/officeart/2005/8/quickstyle/simple1" qsCatId="simple" csTypeId="urn:microsoft.com/office/officeart/2005/8/colors/colorful1" csCatId="colorful" phldr="1"/>
      <dgm:spPr/>
    </dgm:pt>
    <dgm:pt modelId="{633179D8-ECD8-45EA-A443-96948B4555B9}">
      <dgm:prSet phldrT="[Text]"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</a:rPr>
            <a:t>Transactions </a:t>
          </a:r>
          <a:endParaRPr lang="en-ZA" sz="1800" dirty="0">
            <a:solidFill>
              <a:srgbClr val="000000"/>
            </a:solidFill>
          </a:endParaRPr>
        </a:p>
      </dgm:t>
    </dgm:pt>
    <dgm:pt modelId="{C35083BC-31E9-4B1C-8844-C49C0FA73774}" type="parTrans" cxnId="{E41E98EF-BEAF-4A62-B135-8AC3C11F111A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38D6E40C-A98E-401D-99FA-B6D8D800EA91}" type="sibTrans" cxnId="{E41E98EF-BEAF-4A62-B135-8AC3C11F111A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D072362D-9391-410D-99EB-BC76A763207B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</a:rPr>
            <a:t>Trial balance + adjustments </a:t>
          </a:r>
          <a:r>
            <a:rPr lang="en-US" sz="1600" dirty="0">
              <a:solidFill>
                <a:schemeClr val="bg1"/>
              </a:solidFill>
            </a:rPr>
            <a:t>(general journal)</a:t>
          </a:r>
          <a:endParaRPr lang="en-ZA" sz="1800" dirty="0">
            <a:solidFill>
              <a:schemeClr val="bg1"/>
            </a:solidFill>
          </a:endParaRPr>
        </a:p>
      </dgm:t>
    </dgm:pt>
    <dgm:pt modelId="{CBCE6663-E449-47A6-8E69-F3CAA3D94CDC}" type="parTrans" cxnId="{C35E30D1-5BB5-4419-82C6-B45D81644BD1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F7C49F42-85F7-4367-BD37-41AC61A18CB0}" type="sibTrans" cxnId="{C35E30D1-5BB5-4419-82C6-B45D81644BD1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B66403FC-FA3D-4C0A-AEE4-CB981C95D8C8}">
      <dgm:prSet phldrT="[Text]" custT="1"/>
      <dgm:spPr/>
      <dgm:t>
        <a:bodyPr/>
        <a:lstStyle/>
        <a:p>
          <a:r>
            <a:rPr lang="en-US" sz="1800" dirty="0">
              <a:solidFill>
                <a:schemeClr val="bg1"/>
              </a:solidFill>
            </a:rPr>
            <a:t>AFS</a:t>
          </a:r>
          <a:endParaRPr lang="en-ZA" sz="1800" dirty="0">
            <a:solidFill>
              <a:schemeClr val="bg1"/>
            </a:solidFill>
          </a:endParaRPr>
        </a:p>
      </dgm:t>
    </dgm:pt>
    <dgm:pt modelId="{7CF1FCC8-229F-40AC-BAC1-EEC216196BC2}" type="parTrans" cxnId="{B6DB7324-D9C5-4B59-8008-072AFD0D9E48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C716BD6D-D085-4C12-9EF8-79441A1FA0B7}" type="sibTrans" cxnId="{B6DB7324-D9C5-4B59-8008-072AFD0D9E48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64107E6B-983E-41F5-9059-928B818A4ED0}">
      <dgm:prSet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</a:rPr>
            <a:t>Summarise transactions: journals (books of 1</a:t>
          </a:r>
          <a:r>
            <a:rPr lang="en-US" sz="1800" baseline="30000" dirty="0">
              <a:solidFill>
                <a:srgbClr val="000000"/>
              </a:solidFill>
            </a:rPr>
            <a:t>st</a:t>
          </a:r>
          <a:r>
            <a:rPr lang="en-US" sz="1800" dirty="0">
              <a:solidFill>
                <a:srgbClr val="000000"/>
              </a:solidFill>
            </a:rPr>
            <a:t> entry)</a:t>
          </a:r>
          <a:endParaRPr lang="en-ZA" sz="1800" dirty="0">
            <a:solidFill>
              <a:srgbClr val="000000"/>
            </a:solidFill>
          </a:endParaRPr>
        </a:p>
      </dgm:t>
    </dgm:pt>
    <dgm:pt modelId="{1F51661B-E79C-4DD7-99FC-4302B949A920}" type="parTrans" cxnId="{70A08D02-46E3-4C64-AE91-0331E24EEAFB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853F069A-B130-44AF-B33D-B024357A1732}" type="sibTrans" cxnId="{70A08D02-46E3-4C64-AE91-0331E24EEAFB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85B45C84-E2F4-4470-93E6-49EA41577F8F}">
      <dgm:prSet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</a:rPr>
            <a:t>Summarise journals: general ledger</a:t>
          </a:r>
          <a:endParaRPr lang="en-ZA" sz="1800" dirty="0">
            <a:solidFill>
              <a:srgbClr val="000000"/>
            </a:solidFill>
          </a:endParaRPr>
        </a:p>
      </dgm:t>
    </dgm:pt>
    <dgm:pt modelId="{4E749E90-1041-4ED2-BE19-554345B154EC}" type="parTrans" cxnId="{780E7726-701A-456C-8C75-2D079769232A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9895726A-6A63-4AEF-950B-892CAF471DAD}" type="sibTrans" cxnId="{780E7726-701A-456C-8C75-2D079769232A}">
      <dgm:prSet/>
      <dgm:spPr/>
      <dgm:t>
        <a:bodyPr/>
        <a:lstStyle/>
        <a:p>
          <a:endParaRPr lang="en-ZA" sz="1800">
            <a:solidFill>
              <a:srgbClr val="000000"/>
            </a:solidFill>
          </a:endParaRPr>
        </a:p>
      </dgm:t>
    </dgm:pt>
    <dgm:pt modelId="{B6CA19C3-EBD5-4EA9-9623-334F41B46199}" type="pres">
      <dgm:prSet presAssocID="{9A953466-A5C0-469B-820E-662A10116C76}" presName="Name0" presStyleCnt="0">
        <dgm:presLayoutVars>
          <dgm:dir/>
          <dgm:animLvl val="lvl"/>
          <dgm:resizeHandles val="exact"/>
        </dgm:presLayoutVars>
      </dgm:prSet>
      <dgm:spPr/>
    </dgm:pt>
    <dgm:pt modelId="{899D8D33-8AE5-4D6F-A10C-D00024167C43}" type="pres">
      <dgm:prSet presAssocID="{633179D8-ECD8-45EA-A443-96948B4555B9}" presName="Name8" presStyleCnt="0"/>
      <dgm:spPr/>
    </dgm:pt>
    <dgm:pt modelId="{8AF9C289-382F-437F-8484-BD16D712FB7A}" type="pres">
      <dgm:prSet presAssocID="{633179D8-ECD8-45EA-A443-96948B4555B9}" presName="level" presStyleLbl="node1" presStyleIdx="0" presStyleCnt="5" custLinFactNeighborX="-7654" custLinFactNeighborY="-29851">
        <dgm:presLayoutVars>
          <dgm:chMax val="1"/>
          <dgm:bulletEnabled val="1"/>
        </dgm:presLayoutVars>
      </dgm:prSet>
      <dgm:spPr/>
    </dgm:pt>
    <dgm:pt modelId="{AF6DF533-5AA3-4547-AE73-0A6B8E39D873}" type="pres">
      <dgm:prSet presAssocID="{633179D8-ECD8-45EA-A443-96948B4555B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1B0FC0C-B2E7-4D6A-B03C-9AEDD305156D}" type="pres">
      <dgm:prSet presAssocID="{64107E6B-983E-41F5-9059-928B818A4ED0}" presName="Name8" presStyleCnt="0"/>
      <dgm:spPr/>
    </dgm:pt>
    <dgm:pt modelId="{A7786A9A-84A1-42B7-A238-EB967CC2C05E}" type="pres">
      <dgm:prSet presAssocID="{64107E6B-983E-41F5-9059-928B818A4ED0}" presName="level" presStyleLbl="node1" presStyleIdx="1" presStyleCnt="5">
        <dgm:presLayoutVars>
          <dgm:chMax val="1"/>
          <dgm:bulletEnabled val="1"/>
        </dgm:presLayoutVars>
      </dgm:prSet>
      <dgm:spPr/>
    </dgm:pt>
    <dgm:pt modelId="{D6D86522-6906-4061-BBB9-51BA9446F776}" type="pres">
      <dgm:prSet presAssocID="{64107E6B-983E-41F5-9059-928B818A4ED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106FE8F-04FE-481A-8452-6686D8E25DAD}" type="pres">
      <dgm:prSet presAssocID="{85B45C84-E2F4-4470-93E6-49EA41577F8F}" presName="Name8" presStyleCnt="0"/>
      <dgm:spPr/>
    </dgm:pt>
    <dgm:pt modelId="{78817979-B4EF-4663-87D8-20FB22DBE620}" type="pres">
      <dgm:prSet presAssocID="{85B45C84-E2F4-4470-93E6-49EA41577F8F}" presName="level" presStyleLbl="node1" presStyleIdx="2" presStyleCnt="5" custLinFactNeighborX="-750" custLinFactNeighborY="1599">
        <dgm:presLayoutVars>
          <dgm:chMax val="1"/>
          <dgm:bulletEnabled val="1"/>
        </dgm:presLayoutVars>
      </dgm:prSet>
      <dgm:spPr/>
    </dgm:pt>
    <dgm:pt modelId="{E57D1983-C17B-49CA-8CD1-A6AE664FE43B}" type="pres">
      <dgm:prSet presAssocID="{85B45C84-E2F4-4470-93E6-49EA41577F8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33EAA85-6B4E-49EB-87F6-86B092C4A93E}" type="pres">
      <dgm:prSet presAssocID="{D072362D-9391-410D-99EB-BC76A763207B}" presName="Name8" presStyleCnt="0"/>
      <dgm:spPr/>
    </dgm:pt>
    <dgm:pt modelId="{D22A60D0-A4DD-46DF-B813-B92D56B90016}" type="pres">
      <dgm:prSet presAssocID="{D072362D-9391-410D-99EB-BC76A763207B}" presName="level" presStyleLbl="node1" presStyleIdx="3" presStyleCnt="5">
        <dgm:presLayoutVars>
          <dgm:chMax val="1"/>
          <dgm:bulletEnabled val="1"/>
        </dgm:presLayoutVars>
      </dgm:prSet>
      <dgm:spPr/>
    </dgm:pt>
    <dgm:pt modelId="{FEE588B6-DDB3-4763-8560-14C28B36AF01}" type="pres">
      <dgm:prSet presAssocID="{D072362D-9391-410D-99EB-BC76A763207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F969511-307C-4FEA-832B-1917D6B001D6}" type="pres">
      <dgm:prSet presAssocID="{B66403FC-FA3D-4C0A-AEE4-CB981C95D8C8}" presName="Name8" presStyleCnt="0"/>
      <dgm:spPr/>
    </dgm:pt>
    <dgm:pt modelId="{08FE8B20-7031-4881-A3CD-E8623ACF21F2}" type="pres">
      <dgm:prSet presAssocID="{B66403FC-FA3D-4C0A-AEE4-CB981C95D8C8}" presName="level" presStyleLbl="node1" presStyleIdx="4" presStyleCnt="5">
        <dgm:presLayoutVars>
          <dgm:chMax val="1"/>
          <dgm:bulletEnabled val="1"/>
        </dgm:presLayoutVars>
      </dgm:prSet>
      <dgm:spPr/>
    </dgm:pt>
    <dgm:pt modelId="{0E422522-AF4F-4D2E-A82F-13ED549CC2AC}" type="pres">
      <dgm:prSet presAssocID="{B66403FC-FA3D-4C0A-AEE4-CB981C95D8C8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96C3202-618F-4006-8F84-F08274B0D8F8}" type="presOf" srcId="{633179D8-ECD8-45EA-A443-96948B4555B9}" destId="{8AF9C289-382F-437F-8484-BD16D712FB7A}" srcOrd="0" destOrd="0" presId="urn:microsoft.com/office/officeart/2005/8/layout/pyramid3"/>
    <dgm:cxn modelId="{70A08D02-46E3-4C64-AE91-0331E24EEAFB}" srcId="{9A953466-A5C0-469B-820E-662A10116C76}" destId="{64107E6B-983E-41F5-9059-928B818A4ED0}" srcOrd="1" destOrd="0" parTransId="{1F51661B-E79C-4DD7-99FC-4302B949A920}" sibTransId="{853F069A-B130-44AF-B33D-B024357A1732}"/>
    <dgm:cxn modelId="{C3ED9712-42BE-4C0F-9A8D-7EC8A006B4F1}" type="presOf" srcId="{D072362D-9391-410D-99EB-BC76A763207B}" destId="{FEE588B6-DDB3-4763-8560-14C28B36AF01}" srcOrd="1" destOrd="0" presId="urn:microsoft.com/office/officeart/2005/8/layout/pyramid3"/>
    <dgm:cxn modelId="{AE6E061D-2733-4AA6-B97E-676C5DCF3AA8}" type="presOf" srcId="{85B45C84-E2F4-4470-93E6-49EA41577F8F}" destId="{78817979-B4EF-4663-87D8-20FB22DBE620}" srcOrd="0" destOrd="0" presId="urn:microsoft.com/office/officeart/2005/8/layout/pyramid3"/>
    <dgm:cxn modelId="{2910251D-D2BB-4A7E-AD19-99C685562782}" type="presOf" srcId="{D072362D-9391-410D-99EB-BC76A763207B}" destId="{D22A60D0-A4DD-46DF-B813-B92D56B90016}" srcOrd="0" destOrd="0" presId="urn:microsoft.com/office/officeart/2005/8/layout/pyramid3"/>
    <dgm:cxn modelId="{B6DB7324-D9C5-4B59-8008-072AFD0D9E48}" srcId="{9A953466-A5C0-469B-820E-662A10116C76}" destId="{B66403FC-FA3D-4C0A-AEE4-CB981C95D8C8}" srcOrd="4" destOrd="0" parTransId="{7CF1FCC8-229F-40AC-BAC1-EEC216196BC2}" sibTransId="{C716BD6D-D085-4C12-9EF8-79441A1FA0B7}"/>
    <dgm:cxn modelId="{780E7726-701A-456C-8C75-2D079769232A}" srcId="{9A953466-A5C0-469B-820E-662A10116C76}" destId="{85B45C84-E2F4-4470-93E6-49EA41577F8F}" srcOrd="2" destOrd="0" parTransId="{4E749E90-1041-4ED2-BE19-554345B154EC}" sibTransId="{9895726A-6A63-4AEF-950B-892CAF471DAD}"/>
    <dgm:cxn modelId="{A72C8F90-4810-47ED-8057-724A4D6C4486}" type="presOf" srcId="{B66403FC-FA3D-4C0A-AEE4-CB981C95D8C8}" destId="{0E422522-AF4F-4D2E-A82F-13ED549CC2AC}" srcOrd="1" destOrd="0" presId="urn:microsoft.com/office/officeart/2005/8/layout/pyramid3"/>
    <dgm:cxn modelId="{B52129B7-4993-42E3-9654-967809867DDE}" type="presOf" srcId="{64107E6B-983E-41F5-9059-928B818A4ED0}" destId="{D6D86522-6906-4061-BBB9-51BA9446F776}" srcOrd="1" destOrd="0" presId="urn:microsoft.com/office/officeart/2005/8/layout/pyramid3"/>
    <dgm:cxn modelId="{50D63EB7-E8E1-4CA0-93A0-7F72E73DA364}" type="presOf" srcId="{633179D8-ECD8-45EA-A443-96948B4555B9}" destId="{AF6DF533-5AA3-4547-AE73-0A6B8E39D873}" srcOrd="1" destOrd="0" presId="urn:microsoft.com/office/officeart/2005/8/layout/pyramid3"/>
    <dgm:cxn modelId="{C823CBC8-4FCC-4D4D-8AD7-8B4D5469FD63}" type="presOf" srcId="{9A953466-A5C0-469B-820E-662A10116C76}" destId="{B6CA19C3-EBD5-4EA9-9623-334F41B46199}" srcOrd="0" destOrd="0" presId="urn:microsoft.com/office/officeart/2005/8/layout/pyramid3"/>
    <dgm:cxn modelId="{D5B393C9-1BDD-470A-B521-CF120CDDFE75}" type="presOf" srcId="{64107E6B-983E-41F5-9059-928B818A4ED0}" destId="{A7786A9A-84A1-42B7-A238-EB967CC2C05E}" srcOrd="0" destOrd="0" presId="urn:microsoft.com/office/officeart/2005/8/layout/pyramid3"/>
    <dgm:cxn modelId="{941F10CE-0C27-44A5-AFEE-693AE1F0330A}" type="presOf" srcId="{B66403FC-FA3D-4C0A-AEE4-CB981C95D8C8}" destId="{08FE8B20-7031-4881-A3CD-E8623ACF21F2}" srcOrd="0" destOrd="0" presId="urn:microsoft.com/office/officeart/2005/8/layout/pyramid3"/>
    <dgm:cxn modelId="{C35E30D1-5BB5-4419-82C6-B45D81644BD1}" srcId="{9A953466-A5C0-469B-820E-662A10116C76}" destId="{D072362D-9391-410D-99EB-BC76A763207B}" srcOrd="3" destOrd="0" parTransId="{CBCE6663-E449-47A6-8E69-F3CAA3D94CDC}" sibTransId="{F7C49F42-85F7-4367-BD37-41AC61A18CB0}"/>
    <dgm:cxn modelId="{E41E98EF-BEAF-4A62-B135-8AC3C11F111A}" srcId="{9A953466-A5C0-469B-820E-662A10116C76}" destId="{633179D8-ECD8-45EA-A443-96948B4555B9}" srcOrd="0" destOrd="0" parTransId="{C35083BC-31E9-4B1C-8844-C49C0FA73774}" sibTransId="{38D6E40C-A98E-401D-99FA-B6D8D800EA91}"/>
    <dgm:cxn modelId="{01DADEF2-9ED0-4DA4-84E3-9BFEB9CD1EAA}" type="presOf" srcId="{85B45C84-E2F4-4470-93E6-49EA41577F8F}" destId="{E57D1983-C17B-49CA-8CD1-A6AE664FE43B}" srcOrd="1" destOrd="0" presId="urn:microsoft.com/office/officeart/2005/8/layout/pyramid3"/>
    <dgm:cxn modelId="{9AC72A72-B4B8-46BF-9E9B-21818306926E}" type="presParOf" srcId="{B6CA19C3-EBD5-4EA9-9623-334F41B46199}" destId="{899D8D33-8AE5-4D6F-A10C-D00024167C43}" srcOrd="0" destOrd="0" presId="urn:microsoft.com/office/officeart/2005/8/layout/pyramid3"/>
    <dgm:cxn modelId="{352A6F26-6655-426C-9B8C-4FBDE38699B4}" type="presParOf" srcId="{899D8D33-8AE5-4D6F-A10C-D00024167C43}" destId="{8AF9C289-382F-437F-8484-BD16D712FB7A}" srcOrd="0" destOrd="0" presId="urn:microsoft.com/office/officeart/2005/8/layout/pyramid3"/>
    <dgm:cxn modelId="{5616976F-9817-4644-8FDF-B4304A610FD6}" type="presParOf" srcId="{899D8D33-8AE5-4D6F-A10C-D00024167C43}" destId="{AF6DF533-5AA3-4547-AE73-0A6B8E39D873}" srcOrd="1" destOrd="0" presId="urn:microsoft.com/office/officeart/2005/8/layout/pyramid3"/>
    <dgm:cxn modelId="{54700FC0-0BBC-45AE-82A9-EA2AC1DE735B}" type="presParOf" srcId="{B6CA19C3-EBD5-4EA9-9623-334F41B46199}" destId="{21B0FC0C-B2E7-4D6A-B03C-9AEDD305156D}" srcOrd="1" destOrd="0" presId="urn:microsoft.com/office/officeart/2005/8/layout/pyramid3"/>
    <dgm:cxn modelId="{550E9FD4-93D2-47DE-8AAF-3E4C82786EFF}" type="presParOf" srcId="{21B0FC0C-B2E7-4D6A-B03C-9AEDD305156D}" destId="{A7786A9A-84A1-42B7-A238-EB967CC2C05E}" srcOrd="0" destOrd="0" presId="urn:microsoft.com/office/officeart/2005/8/layout/pyramid3"/>
    <dgm:cxn modelId="{8DA6F426-4A08-48BC-99F7-D75484D5F91E}" type="presParOf" srcId="{21B0FC0C-B2E7-4D6A-B03C-9AEDD305156D}" destId="{D6D86522-6906-4061-BBB9-51BA9446F776}" srcOrd="1" destOrd="0" presId="urn:microsoft.com/office/officeart/2005/8/layout/pyramid3"/>
    <dgm:cxn modelId="{5F9879CE-1856-4A31-A406-F5BBE5A45DD5}" type="presParOf" srcId="{B6CA19C3-EBD5-4EA9-9623-334F41B46199}" destId="{C106FE8F-04FE-481A-8452-6686D8E25DAD}" srcOrd="2" destOrd="0" presId="urn:microsoft.com/office/officeart/2005/8/layout/pyramid3"/>
    <dgm:cxn modelId="{70A1C664-6B57-4C41-8F6E-570A7676CE00}" type="presParOf" srcId="{C106FE8F-04FE-481A-8452-6686D8E25DAD}" destId="{78817979-B4EF-4663-87D8-20FB22DBE620}" srcOrd="0" destOrd="0" presId="urn:microsoft.com/office/officeart/2005/8/layout/pyramid3"/>
    <dgm:cxn modelId="{557FF765-3E5F-4C9F-8CF8-B65B1709B579}" type="presParOf" srcId="{C106FE8F-04FE-481A-8452-6686D8E25DAD}" destId="{E57D1983-C17B-49CA-8CD1-A6AE664FE43B}" srcOrd="1" destOrd="0" presId="urn:microsoft.com/office/officeart/2005/8/layout/pyramid3"/>
    <dgm:cxn modelId="{BBEA9AB0-A075-482C-A699-2093691410D5}" type="presParOf" srcId="{B6CA19C3-EBD5-4EA9-9623-334F41B46199}" destId="{333EAA85-6B4E-49EB-87F6-86B092C4A93E}" srcOrd="3" destOrd="0" presId="urn:microsoft.com/office/officeart/2005/8/layout/pyramid3"/>
    <dgm:cxn modelId="{ECCD7B56-A951-42F3-8061-4C93EB18BF2C}" type="presParOf" srcId="{333EAA85-6B4E-49EB-87F6-86B092C4A93E}" destId="{D22A60D0-A4DD-46DF-B813-B92D56B90016}" srcOrd="0" destOrd="0" presId="urn:microsoft.com/office/officeart/2005/8/layout/pyramid3"/>
    <dgm:cxn modelId="{CF4E3CE8-B473-4732-A870-7B6922E87DD8}" type="presParOf" srcId="{333EAA85-6B4E-49EB-87F6-86B092C4A93E}" destId="{FEE588B6-DDB3-4763-8560-14C28B36AF01}" srcOrd="1" destOrd="0" presId="urn:microsoft.com/office/officeart/2005/8/layout/pyramid3"/>
    <dgm:cxn modelId="{DCEF73CF-FCC5-4E9F-844C-B0FB2DC29D21}" type="presParOf" srcId="{B6CA19C3-EBD5-4EA9-9623-334F41B46199}" destId="{5F969511-307C-4FEA-832B-1917D6B001D6}" srcOrd="4" destOrd="0" presId="urn:microsoft.com/office/officeart/2005/8/layout/pyramid3"/>
    <dgm:cxn modelId="{067B7F9F-C4D9-4850-B11D-CFE0EADB9539}" type="presParOf" srcId="{5F969511-307C-4FEA-832B-1917D6B001D6}" destId="{08FE8B20-7031-4881-A3CD-E8623ACF21F2}" srcOrd="0" destOrd="0" presId="urn:microsoft.com/office/officeart/2005/8/layout/pyramid3"/>
    <dgm:cxn modelId="{44E430D7-B18A-4E39-BBB9-ECB3E4C9E99E}" type="presParOf" srcId="{5F969511-307C-4FEA-832B-1917D6B001D6}" destId="{0E422522-AF4F-4D2E-A82F-13ED549CC2AC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3BAE7-FF11-4F97-9D87-EFEF841B1019}">
      <dsp:nvSpPr>
        <dsp:cNvPr id="0" name=""/>
        <dsp:cNvSpPr/>
      </dsp:nvSpPr>
      <dsp:spPr>
        <a:xfrm>
          <a:off x="4180190" y="1829"/>
          <a:ext cx="1351508" cy="1351508"/>
        </a:xfrm>
        <a:prstGeom prst="ellipse">
          <a:avLst/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Transactions (source documents)</a:t>
          </a:r>
          <a:endParaRPr lang="en-ZA" sz="1400" kern="1200" dirty="0"/>
        </a:p>
      </dsp:txBody>
      <dsp:txXfrm>
        <a:off x="4378114" y="199753"/>
        <a:ext cx="955660" cy="955660"/>
      </dsp:txXfrm>
    </dsp:sp>
    <dsp:sp modelId="{1D8DFC5E-1AB8-4C16-B871-E01A8DF280C3}">
      <dsp:nvSpPr>
        <dsp:cNvPr id="0" name=""/>
        <dsp:cNvSpPr/>
      </dsp:nvSpPr>
      <dsp:spPr>
        <a:xfrm rot="1800000">
          <a:off x="5546617" y="952352"/>
          <a:ext cx="360527" cy="456133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>
        <a:off x="5553862" y="1016540"/>
        <a:ext cx="252369" cy="273679"/>
      </dsp:txXfrm>
    </dsp:sp>
    <dsp:sp modelId="{A101F873-0EB3-4E4D-A7BD-4CC381D47107}">
      <dsp:nvSpPr>
        <dsp:cNvPr id="0" name=""/>
        <dsp:cNvSpPr/>
      </dsp:nvSpPr>
      <dsp:spPr>
        <a:xfrm>
          <a:off x="5939737" y="1017704"/>
          <a:ext cx="1351508" cy="1351508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Books of first entry</a:t>
          </a:r>
          <a:endParaRPr lang="en-ZA" sz="1400" kern="1200" dirty="0"/>
        </a:p>
      </dsp:txBody>
      <dsp:txXfrm>
        <a:off x="6137661" y="1215628"/>
        <a:ext cx="955660" cy="955660"/>
      </dsp:txXfrm>
    </dsp:sp>
    <dsp:sp modelId="{AEEDF4AD-3918-46C7-9802-5D711722104A}">
      <dsp:nvSpPr>
        <dsp:cNvPr id="0" name=""/>
        <dsp:cNvSpPr/>
      </dsp:nvSpPr>
      <dsp:spPr>
        <a:xfrm rot="5400000">
          <a:off x="6435227" y="2471062"/>
          <a:ext cx="360527" cy="456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>
        <a:off x="6489306" y="2508210"/>
        <a:ext cx="252369" cy="273679"/>
      </dsp:txXfrm>
    </dsp:sp>
    <dsp:sp modelId="{9E5C2C4C-BE9D-40A2-B206-FDB8B5D52783}">
      <dsp:nvSpPr>
        <dsp:cNvPr id="0" name=""/>
        <dsp:cNvSpPr/>
      </dsp:nvSpPr>
      <dsp:spPr>
        <a:xfrm>
          <a:off x="5939737" y="3049454"/>
          <a:ext cx="1351508" cy="1351508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General ledger</a:t>
          </a:r>
          <a:endParaRPr lang="en-ZA" sz="1400" kern="1200" dirty="0"/>
        </a:p>
      </dsp:txBody>
      <dsp:txXfrm>
        <a:off x="6137661" y="3247378"/>
        <a:ext cx="955660" cy="955660"/>
      </dsp:txXfrm>
    </dsp:sp>
    <dsp:sp modelId="{C9F75AA9-E7BE-462C-8F91-61DA9DECA04B}">
      <dsp:nvSpPr>
        <dsp:cNvPr id="0" name=""/>
        <dsp:cNvSpPr/>
      </dsp:nvSpPr>
      <dsp:spPr>
        <a:xfrm rot="9000000">
          <a:off x="5564290" y="3999976"/>
          <a:ext cx="360527" cy="456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 rot="10800000">
        <a:off x="5665203" y="4064164"/>
        <a:ext cx="252369" cy="273679"/>
      </dsp:txXfrm>
    </dsp:sp>
    <dsp:sp modelId="{E51D197C-2897-4FA7-ADA9-72858BEDF3D5}">
      <dsp:nvSpPr>
        <dsp:cNvPr id="0" name=""/>
        <dsp:cNvSpPr/>
      </dsp:nvSpPr>
      <dsp:spPr>
        <a:xfrm>
          <a:off x="4180190" y="4065329"/>
          <a:ext cx="1351508" cy="1351508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Trial balance</a:t>
          </a:r>
          <a:endParaRPr lang="en-ZA" sz="1400" kern="1200" dirty="0"/>
        </a:p>
      </dsp:txBody>
      <dsp:txXfrm>
        <a:off x="4378114" y="4263253"/>
        <a:ext cx="955660" cy="955660"/>
      </dsp:txXfrm>
    </dsp:sp>
    <dsp:sp modelId="{FD1C6AF0-6109-45BF-B550-166012C0FD5B}">
      <dsp:nvSpPr>
        <dsp:cNvPr id="0" name=""/>
        <dsp:cNvSpPr/>
      </dsp:nvSpPr>
      <dsp:spPr>
        <a:xfrm rot="12600000">
          <a:off x="3804744" y="4010180"/>
          <a:ext cx="360527" cy="456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 rot="10800000">
        <a:off x="3905657" y="4128447"/>
        <a:ext cx="252369" cy="273679"/>
      </dsp:txXfrm>
    </dsp:sp>
    <dsp:sp modelId="{20D7691F-A1D3-49B4-A73B-ED99DE6353C4}">
      <dsp:nvSpPr>
        <dsp:cNvPr id="0" name=""/>
        <dsp:cNvSpPr/>
      </dsp:nvSpPr>
      <dsp:spPr>
        <a:xfrm>
          <a:off x="2420644" y="3049454"/>
          <a:ext cx="1351508" cy="1351508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Adjustments </a:t>
          </a:r>
          <a:endParaRPr lang="en-ZA" sz="1400" kern="1200" dirty="0"/>
        </a:p>
      </dsp:txBody>
      <dsp:txXfrm>
        <a:off x="2618568" y="3247378"/>
        <a:ext cx="955660" cy="955660"/>
      </dsp:txXfrm>
    </dsp:sp>
    <dsp:sp modelId="{20A0913D-DA2D-4FD3-BC56-137B04F3EB42}">
      <dsp:nvSpPr>
        <dsp:cNvPr id="0" name=""/>
        <dsp:cNvSpPr/>
      </dsp:nvSpPr>
      <dsp:spPr>
        <a:xfrm rot="16200000">
          <a:off x="2916134" y="2491470"/>
          <a:ext cx="360527" cy="456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>
        <a:off x="2970213" y="2636776"/>
        <a:ext cx="252369" cy="273679"/>
      </dsp:txXfrm>
    </dsp:sp>
    <dsp:sp modelId="{0A67B68D-1E28-44B4-A390-F54A9ADB331A}">
      <dsp:nvSpPr>
        <dsp:cNvPr id="0" name=""/>
        <dsp:cNvSpPr/>
      </dsp:nvSpPr>
      <dsp:spPr>
        <a:xfrm>
          <a:off x="2420644" y="1017704"/>
          <a:ext cx="1351508" cy="135150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Financial statements</a:t>
          </a:r>
          <a:endParaRPr lang="en-ZA" sz="1400" kern="1200" dirty="0"/>
        </a:p>
      </dsp:txBody>
      <dsp:txXfrm>
        <a:off x="2618568" y="1215628"/>
        <a:ext cx="955660" cy="955660"/>
      </dsp:txXfrm>
    </dsp:sp>
    <dsp:sp modelId="{26EA146F-BE7F-474F-A007-B662D29AB9CF}">
      <dsp:nvSpPr>
        <dsp:cNvPr id="0" name=""/>
        <dsp:cNvSpPr/>
      </dsp:nvSpPr>
      <dsp:spPr>
        <a:xfrm rot="19800000">
          <a:off x="3787071" y="962556"/>
          <a:ext cx="360527" cy="456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200" kern="1200"/>
        </a:p>
      </dsp:txBody>
      <dsp:txXfrm>
        <a:off x="3794316" y="1080823"/>
        <a:ext cx="252369" cy="2736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3BAE7-FF11-4F97-9D87-EFEF841B1019}">
      <dsp:nvSpPr>
        <dsp:cNvPr id="0" name=""/>
        <dsp:cNvSpPr/>
      </dsp:nvSpPr>
      <dsp:spPr>
        <a:xfrm>
          <a:off x="1882854" y="1387"/>
          <a:ext cx="667847" cy="667847"/>
        </a:xfrm>
        <a:prstGeom prst="ellipse">
          <a:avLst/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Transactions (source documents)</a:t>
          </a:r>
          <a:endParaRPr lang="en-ZA" sz="600" b="1" kern="1200" dirty="0"/>
        </a:p>
      </dsp:txBody>
      <dsp:txXfrm>
        <a:off x="1980658" y="99191"/>
        <a:ext cx="472239" cy="472239"/>
      </dsp:txXfrm>
    </dsp:sp>
    <dsp:sp modelId="{1D8DFC5E-1AB8-4C16-B871-E01A8DF280C3}">
      <dsp:nvSpPr>
        <dsp:cNvPr id="0" name=""/>
        <dsp:cNvSpPr/>
      </dsp:nvSpPr>
      <dsp:spPr>
        <a:xfrm rot="1804233">
          <a:off x="2557185" y="470702"/>
          <a:ext cx="176157" cy="22539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2560741" y="502542"/>
        <a:ext cx="123310" cy="135238"/>
      </dsp:txXfrm>
    </dsp:sp>
    <dsp:sp modelId="{A101F873-0EB3-4E4D-A7BD-4CC381D47107}">
      <dsp:nvSpPr>
        <dsp:cNvPr id="0" name=""/>
        <dsp:cNvSpPr/>
      </dsp:nvSpPr>
      <dsp:spPr>
        <a:xfrm>
          <a:off x="2748454" y="502564"/>
          <a:ext cx="667847" cy="667847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Books of first entry</a:t>
          </a:r>
          <a:endParaRPr lang="en-ZA" sz="600" b="1" kern="1200" dirty="0"/>
        </a:p>
      </dsp:txBody>
      <dsp:txXfrm>
        <a:off x="2846258" y="600368"/>
        <a:ext cx="472239" cy="472239"/>
      </dsp:txXfrm>
    </dsp:sp>
    <dsp:sp modelId="{AEEDF4AD-3918-46C7-9802-5D711722104A}">
      <dsp:nvSpPr>
        <dsp:cNvPr id="0" name=""/>
        <dsp:cNvSpPr/>
      </dsp:nvSpPr>
      <dsp:spPr>
        <a:xfrm rot="5391537">
          <a:off x="2994953" y="1219951"/>
          <a:ext cx="177293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3021482" y="1238437"/>
        <a:ext cx="124105" cy="135238"/>
      </dsp:txXfrm>
    </dsp:sp>
    <dsp:sp modelId="{9E5C2C4C-BE9D-40A2-B206-FDB8B5D52783}">
      <dsp:nvSpPr>
        <dsp:cNvPr id="0" name=""/>
        <dsp:cNvSpPr/>
      </dsp:nvSpPr>
      <dsp:spPr>
        <a:xfrm>
          <a:off x="2750922" y="1504925"/>
          <a:ext cx="667847" cy="66784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General ledger</a:t>
          </a:r>
          <a:endParaRPr lang="en-ZA" sz="600" b="1" kern="1200" dirty="0"/>
        </a:p>
      </dsp:txBody>
      <dsp:txXfrm>
        <a:off x="2848726" y="1602729"/>
        <a:ext cx="472239" cy="472239"/>
      </dsp:txXfrm>
    </dsp:sp>
    <dsp:sp modelId="{C9F75AA9-E7BE-462C-8F91-61DA9DECA04B}">
      <dsp:nvSpPr>
        <dsp:cNvPr id="0" name=""/>
        <dsp:cNvSpPr/>
      </dsp:nvSpPr>
      <dsp:spPr>
        <a:xfrm rot="9000000">
          <a:off x="2566512" y="1974230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 rot="10800000">
        <a:off x="2616136" y="2006013"/>
        <a:ext cx="124103" cy="135238"/>
      </dsp:txXfrm>
    </dsp:sp>
    <dsp:sp modelId="{E51D197C-2897-4FA7-ADA9-72858BEDF3D5}">
      <dsp:nvSpPr>
        <dsp:cNvPr id="0" name=""/>
        <dsp:cNvSpPr/>
      </dsp:nvSpPr>
      <dsp:spPr>
        <a:xfrm>
          <a:off x="1882854" y="2006104"/>
          <a:ext cx="667847" cy="6678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Trial balance</a:t>
          </a:r>
          <a:endParaRPr lang="en-ZA" sz="600" b="1" kern="1200" dirty="0"/>
        </a:p>
      </dsp:txBody>
      <dsp:txXfrm>
        <a:off x="1980658" y="2103908"/>
        <a:ext cx="472239" cy="472239"/>
      </dsp:txXfrm>
    </dsp:sp>
    <dsp:sp modelId="{FD1C6AF0-6109-45BF-B550-166012C0FD5B}">
      <dsp:nvSpPr>
        <dsp:cNvPr id="0" name=""/>
        <dsp:cNvSpPr/>
      </dsp:nvSpPr>
      <dsp:spPr>
        <a:xfrm rot="12600000">
          <a:off x="1698444" y="1979248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 rot="10800000">
        <a:off x="1748068" y="2037625"/>
        <a:ext cx="124103" cy="135238"/>
      </dsp:txXfrm>
    </dsp:sp>
    <dsp:sp modelId="{20D7691F-A1D3-49B4-A73B-ED99DE6353C4}">
      <dsp:nvSpPr>
        <dsp:cNvPr id="0" name=""/>
        <dsp:cNvSpPr/>
      </dsp:nvSpPr>
      <dsp:spPr>
        <a:xfrm>
          <a:off x="1014786" y="1504925"/>
          <a:ext cx="667847" cy="667847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Adjustments </a:t>
          </a:r>
          <a:endParaRPr lang="en-ZA" sz="600" b="1" kern="1200" dirty="0"/>
        </a:p>
      </dsp:txBody>
      <dsp:txXfrm>
        <a:off x="1112590" y="1602729"/>
        <a:ext cx="472239" cy="472239"/>
      </dsp:txXfrm>
    </dsp:sp>
    <dsp:sp modelId="{20A0913D-DA2D-4FD3-BC56-137B04F3EB42}">
      <dsp:nvSpPr>
        <dsp:cNvPr id="0" name=""/>
        <dsp:cNvSpPr/>
      </dsp:nvSpPr>
      <dsp:spPr>
        <a:xfrm rot="16200000">
          <a:off x="1260065" y="1229988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1286659" y="1301662"/>
        <a:ext cx="124103" cy="135238"/>
      </dsp:txXfrm>
    </dsp:sp>
    <dsp:sp modelId="{0A67B68D-1E28-44B4-A390-F54A9ADB331A}">
      <dsp:nvSpPr>
        <dsp:cNvPr id="0" name=""/>
        <dsp:cNvSpPr/>
      </dsp:nvSpPr>
      <dsp:spPr>
        <a:xfrm>
          <a:off x="1014786" y="502566"/>
          <a:ext cx="667847" cy="66784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Financial statements</a:t>
          </a:r>
          <a:endParaRPr lang="en-ZA" sz="600" b="1" kern="1200" dirty="0"/>
        </a:p>
      </dsp:txBody>
      <dsp:txXfrm>
        <a:off x="1112590" y="600370"/>
        <a:ext cx="472239" cy="472239"/>
      </dsp:txXfrm>
    </dsp:sp>
    <dsp:sp modelId="{26EA146F-BE7F-474F-A007-B662D29AB9CF}">
      <dsp:nvSpPr>
        <dsp:cNvPr id="0" name=""/>
        <dsp:cNvSpPr/>
      </dsp:nvSpPr>
      <dsp:spPr>
        <a:xfrm rot="19800000">
          <a:off x="1689753" y="475710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1693316" y="534087"/>
        <a:ext cx="124103" cy="1352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3BAE7-FF11-4F97-9D87-EFEF841B1019}">
      <dsp:nvSpPr>
        <dsp:cNvPr id="0" name=""/>
        <dsp:cNvSpPr/>
      </dsp:nvSpPr>
      <dsp:spPr>
        <a:xfrm>
          <a:off x="1882854" y="1387"/>
          <a:ext cx="667847" cy="667847"/>
        </a:xfrm>
        <a:prstGeom prst="ellipse">
          <a:avLst/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Transactions (source documents)</a:t>
          </a:r>
          <a:endParaRPr lang="en-ZA" sz="600" b="1" kern="1200" dirty="0"/>
        </a:p>
      </dsp:txBody>
      <dsp:txXfrm>
        <a:off x="1980658" y="99191"/>
        <a:ext cx="472239" cy="472239"/>
      </dsp:txXfrm>
    </dsp:sp>
    <dsp:sp modelId="{1D8DFC5E-1AB8-4C16-B871-E01A8DF280C3}">
      <dsp:nvSpPr>
        <dsp:cNvPr id="0" name=""/>
        <dsp:cNvSpPr/>
      </dsp:nvSpPr>
      <dsp:spPr>
        <a:xfrm rot="1804233">
          <a:off x="2557185" y="470702"/>
          <a:ext cx="176157" cy="22539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2560741" y="502542"/>
        <a:ext cx="123310" cy="135238"/>
      </dsp:txXfrm>
    </dsp:sp>
    <dsp:sp modelId="{A101F873-0EB3-4E4D-A7BD-4CC381D47107}">
      <dsp:nvSpPr>
        <dsp:cNvPr id="0" name=""/>
        <dsp:cNvSpPr/>
      </dsp:nvSpPr>
      <dsp:spPr>
        <a:xfrm>
          <a:off x="2748454" y="502564"/>
          <a:ext cx="667847" cy="667847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Books of first entry</a:t>
          </a:r>
          <a:endParaRPr lang="en-ZA" sz="600" b="1" kern="1200" dirty="0"/>
        </a:p>
      </dsp:txBody>
      <dsp:txXfrm>
        <a:off x="2846258" y="600368"/>
        <a:ext cx="472239" cy="472239"/>
      </dsp:txXfrm>
    </dsp:sp>
    <dsp:sp modelId="{AEEDF4AD-3918-46C7-9802-5D711722104A}">
      <dsp:nvSpPr>
        <dsp:cNvPr id="0" name=""/>
        <dsp:cNvSpPr/>
      </dsp:nvSpPr>
      <dsp:spPr>
        <a:xfrm rot="5391537">
          <a:off x="2994953" y="1219951"/>
          <a:ext cx="177293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3021482" y="1238437"/>
        <a:ext cx="124105" cy="135238"/>
      </dsp:txXfrm>
    </dsp:sp>
    <dsp:sp modelId="{9E5C2C4C-BE9D-40A2-B206-FDB8B5D52783}">
      <dsp:nvSpPr>
        <dsp:cNvPr id="0" name=""/>
        <dsp:cNvSpPr/>
      </dsp:nvSpPr>
      <dsp:spPr>
        <a:xfrm>
          <a:off x="2750922" y="1504925"/>
          <a:ext cx="667847" cy="667847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General ledger</a:t>
          </a:r>
          <a:endParaRPr lang="en-ZA" sz="600" b="1" kern="1200" dirty="0"/>
        </a:p>
      </dsp:txBody>
      <dsp:txXfrm>
        <a:off x="2848726" y="1602729"/>
        <a:ext cx="472239" cy="472239"/>
      </dsp:txXfrm>
    </dsp:sp>
    <dsp:sp modelId="{C9F75AA9-E7BE-462C-8F91-61DA9DECA04B}">
      <dsp:nvSpPr>
        <dsp:cNvPr id="0" name=""/>
        <dsp:cNvSpPr/>
      </dsp:nvSpPr>
      <dsp:spPr>
        <a:xfrm rot="9000000">
          <a:off x="2566512" y="1974230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 rot="10800000">
        <a:off x="2616136" y="2006013"/>
        <a:ext cx="124103" cy="135238"/>
      </dsp:txXfrm>
    </dsp:sp>
    <dsp:sp modelId="{E51D197C-2897-4FA7-ADA9-72858BEDF3D5}">
      <dsp:nvSpPr>
        <dsp:cNvPr id="0" name=""/>
        <dsp:cNvSpPr/>
      </dsp:nvSpPr>
      <dsp:spPr>
        <a:xfrm>
          <a:off x="1882854" y="2006104"/>
          <a:ext cx="667847" cy="667847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Trial balance</a:t>
          </a:r>
          <a:endParaRPr lang="en-ZA" sz="600" b="1" kern="1200" dirty="0"/>
        </a:p>
      </dsp:txBody>
      <dsp:txXfrm>
        <a:off x="1980658" y="2103908"/>
        <a:ext cx="472239" cy="472239"/>
      </dsp:txXfrm>
    </dsp:sp>
    <dsp:sp modelId="{FD1C6AF0-6109-45BF-B550-166012C0FD5B}">
      <dsp:nvSpPr>
        <dsp:cNvPr id="0" name=""/>
        <dsp:cNvSpPr/>
      </dsp:nvSpPr>
      <dsp:spPr>
        <a:xfrm rot="12600000">
          <a:off x="1698444" y="1979248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 rot="10800000">
        <a:off x="1748068" y="2037625"/>
        <a:ext cx="124103" cy="135238"/>
      </dsp:txXfrm>
    </dsp:sp>
    <dsp:sp modelId="{20D7691F-A1D3-49B4-A73B-ED99DE6353C4}">
      <dsp:nvSpPr>
        <dsp:cNvPr id="0" name=""/>
        <dsp:cNvSpPr/>
      </dsp:nvSpPr>
      <dsp:spPr>
        <a:xfrm>
          <a:off x="1014786" y="1504925"/>
          <a:ext cx="667847" cy="667847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Adjustments </a:t>
          </a:r>
          <a:endParaRPr lang="en-ZA" sz="600" b="1" kern="1200" dirty="0"/>
        </a:p>
      </dsp:txBody>
      <dsp:txXfrm>
        <a:off x="1112590" y="1602729"/>
        <a:ext cx="472239" cy="472239"/>
      </dsp:txXfrm>
    </dsp:sp>
    <dsp:sp modelId="{20A0913D-DA2D-4FD3-BC56-137B04F3EB42}">
      <dsp:nvSpPr>
        <dsp:cNvPr id="0" name=""/>
        <dsp:cNvSpPr/>
      </dsp:nvSpPr>
      <dsp:spPr>
        <a:xfrm rot="16200000">
          <a:off x="1260065" y="1229988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1286659" y="1301662"/>
        <a:ext cx="124103" cy="135238"/>
      </dsp:txXfrm>
    </dsp:sp>
    <dsp:sp modelId="{0A67B68D-1E28-44B4-A390-F54A9ADB331A}">
      <dsp:nvSpPr>
        <dsp:cNvPr id="0" name=""/>
        <dsp:cNvSpPr/>
      </dsp:nvSpPr>
      <dsp:spPr>
        <a:xfrm>
          <a:off x="1014786" y="502566"/>
          <a:ext cx="667847" cy="667847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b="1" kern="1200" dirty="0"/>
            <a:t>Financial statements</a:t>
          </a:r>
          <a:endParaRPr lang="en-ZA" sz="600" b="1" kern="1200" dirty="0"/>
        </a:p>
      </dsp:txBody>
      <dsp:txXfrm>
        <a:off x="1112590" y="600370"/>
        <a:ext cx="472239" cy="472239"/>
      </dsp:txXfrm>
    </dsp:sp>
    <dsp:sp modelId="{26EA146F-BE7F-474F-A007-B662D29AB9CF}">
      <dsp:nvSpPr>
        <dsp:cNvPr id="0" name=""/>
        <dsp:cNvSpPr/>
      </dsp:nvSpPr>
      <dsp:spPr>
        <a:xfrm rot="19800000">
          <a:off x="1689753" y="475710"/>
          <a:ext cx="177290" cy="22539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b="1" kern="1200"/>
        </a:p>
      </dsp:txBody>
      <dsp:txXfrm>
        <a:off x="1693316" y="534087"/>
        <a:ext cx="124103" cy="1352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3BAE7-FF11-4F97-9D87-EFEF841B1019}">
      <dsp:nvSpPr>
        <dsp:cNvPr id="0" name=""/>
        <dsp:cNvSpPr/>
      </dsp:nvSpPr>
      <dsp:spPr>
        <a:xfrm>
          <a:off x="2351116" y="1576"/>
          <a:ext cx="814909" cy="814909"/>
        </a:xfrm>
        <a:prstGeom prst="ellipse">
          <a:avLst/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Transactions (source documents)</a:t>
          </a:r>
          <a:endParaRPr lang="en-ZA" sz="800" b="1" kern="1200" dirty="0"/>
        </a:p>
      </dsp:txBody>
      <dsp:txXfrm>
        <a:off x="2470457" y="120917"/>
        <a:ext cx="576227" cy="576227"/>
      </dsp:txXfrm>
    </dsp:sp>
    <dsp:sp modelId="{1D8DFC5E-1AB8-4C16-B871-E01A8DF280C3}">
      <dsp:nvSpPr>
        <dsp:cNvPr id="0" name=""/>
        <dsp:cNvSpPr/>
      </dsp:nvSpPr>
      <dsp:spPr>
        <a:xfrm rot="1804233">
          <a:off x="3173886" y="574158"/>
          <a:ext cx="214778" cy="27503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3178222" y="613021"/>
        <a:ext cx="150345" cy="165020"/>
      </dsp:txXfrm>
    </dsp:sp>
    <dsp:sp modelId="{A101F873-0EB3-4E4D-A7BD-4CC381D47107}">
      <dsp:nvSpPr>
        <dsp:cNvPr id="0" name=""/>
        <dsp:cNvSpPr/>
      </dsp:nvSpPr>
      <dsp:spPr>
        <a:xfrm>
          <a:off x="3407047" y="612953"/>
          <a:ext cx="814909" cy="81490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Books of first entry</a:t>
          </a:r>
          <a:endParaRPr lang="en-ZA" sz="800" b="1" kern="1200" dirty="0"/>
        </a:p>
      </dsp:txBody>
      <dsp:txXfrm>
        <a:off x="3526388" y="732294"/>
        <a:ext cx="576227" cy="576227"/>
      </dsp:txXfrm>
    </dsp:sp>
    <dsp:sp modelId="{AEEDF4AD-3918-46C7-9802-5D711722104A}">
      <dsp:nvSpPr>
        <dsp:cNvPr id="0" name=""/>
        <dsp:cNvSpPr/>
      </dsp:nvSpPr>
      <dsp:spPr>
        <a:xfrm rot="5391537">
          <a:off x="3707910" y="1488156"/>
          <a:ext cx="216164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3740255" y="1510738"/>
        <a:ext cx="151315" cy="165020"/>
      </dsp:txXfrm>
    </dsp:sp>
    <dsp:sp modelId="{9E5C2C4C-BE9D-40A2-B206-FDB8B5D52783}">
      <dsp:nvSpPr>
        <dsp:cNvPr id="0" name=""/>
        <dsp:cNvSpPr/>
      </dsp:nvSpPr>
      <dsp:spPr>
        <a:xfrm>
          <a:off x="3410057" y="1835716"/>
          <a:ext cx="814909" cy="81490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General ledger</a:t>
          </a:r>
          <a:endParaRPr lang="en-ZA" sz="800" b="1" kern="1200" dirty="0"/>
        </a:p>
      </dsp:txBody>
      <dsp:txXfrm>
        <a:off x="3529398" y="1955057"/>
        <a:ext cx="576227" cy="576227"/>
      </dsp:txXfrm>
    </dsp:sp>
    <dsp:sp modelId="{C9F75AA9-E7BE-462C-8F91-61DA9DECA04B}">
      <dsp:nvSpPr>
        <dsp:cNvPr id="0" name=""/>
        <dsp:cNvSpPr/>
      </dsp:nvSpPr>
      <dsp:spPr>
        <a:xfrm rot="9000000">
          <a:off x="3185259" y="2408286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 rot="10800000">
        <a:off x="3245763" y="2447080"/>
        <a:ext cx="151312" cy="165020"/>
      </dsp:txXfrm>
    </dsp:sp>
    <dsp:sp modelId="{E51D197C-2897-4FA7-ADA9-72858BEDF3D5}">
      <dsp:nvSpPr>
        <dsp:cNvPr id="0" name=""/>
        <dsp:cNvSpPr/>
      </dsp:nvSpPr>
      <dsp:spPr>
        <a:xfrm>
          <a:off x="2351116" y="2447096"/>
          <a:ext cx="814909" cy="81490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Trial balance</a:t>
          </a:r>
          <a:endParaRPr lang="en-ZA" sz="800" b="1" kern="1200" dirty="0"/>
        </a:p>
      </dsp:txBody>
      <dsp:txXfrm>
        <a:off x="2470457" y="2566437"/>
        <a:ext cx="576227" cy="576227"/>
      </dsp:txXfrm>
    </dsp:sp>
    <dsp:sp modelId="{FD1C6AF0-6109-45BF-B550-166012C0FD5B}">
      <dsp:nvSpPr>
        <dsp:cNvPr id="0" name=""/>
        <dsp:cNvSpPr/>
      </dsp:nvSpPr>
      <dsp:spPr>
        <a:xfrm rot="12600000">
          <a:off x="2126318" y="2414404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 rot="10800000">
        <a:off x="2186822" y="2485622"/>
        <a:ext cx="151312" cy="165020"/>
      </dsp:txXfrm>
    </dsp:sp>
    <dsp:sp modelId="{20D7691F-A1D3-49B4-A73B-ED99DE6353C4}">
      <dsp:nvSpPr>
        <dsp:cNvPr id="0" name=""/>
        <dsp:cNvSpPr/>
      </dsp:nvSpPr>
      <dsp:spPr>
        <a:xfrm>
          <a:off x="1292174" y="1835716"/>
          <a:ext cx="814909" cy="814909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Adjustments </a:t>
          </a:r>
          <a:endParaRPr lang="en-ZA" sz="800" b="1" kern="1200" dirty="0"/>
        </a:p>
      </dsp:txBody>
      <dsp:txXfrm>
        <a:off x="1411515" y="1955057"/>
        <a:ext cx="576227" cy="576227"/>
      </dsp:txXfrm>
    </dsp:sp>
    <dsp:sp modelId="{20A0913D-DA2D-4FD3-BC56-137B04F3EB42}">
      <dsp:nvSpPr>
        <dsp:cNvPr id="0" name=""/>
        <dsp:cNvSpPr/>
      </dsp:nvSpPr>
      <dsp:spPr>
        <a:xfrm rot="16200000">
          <a:off x="1591549" y="1500393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1623973" y="1587823"/>
        <a:ext cx="151312" cy="165020"/>
      </dsp:txXfrm>
    </dsp:sp>
    <dsp:sp modelId="{0A67B68D-1E28-44B4-A390-F54A9ADB331A}">
      <dsp:nvSpPr>
        <dsp:cNvPr id="0" name=""/>
        <dsp:cNvSpPr/>
      </dsp:nvSpPr>
      <dsp:spPr>
        <a:xfrm>
          <a:off x="1292174" y="612956"/>
          <a:ext cx="814909" cy="81490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Financial statements</a:t>
          </a:r>
          <a:endParaRPr lang="en-ZA" sz="800" b="1" kern="1200" dirty="0"/>
        </a:p>
      </dsp:txBody>
      <dsp:txXfrm>
        <a:off x="1411515" y="732297"/>
        <a:ext cx="576227" cy="576227"/>
      </dsp:txXfrm>
    </dsp:sp>
    <dsp:sp modelId="{26EA146F-BE7F-474F-A007-B662D29AB9CF}">
      <dsp:nvSpPr>
        <dsp:cNvPr id="0" name=""/>
        <dsp:cNvSpPr/>
      </dsp:nvSpPr>
      <dsp:spPr>
        <a:xfrm rot="19800000">
          <a:off x="2115721" y="580264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2120065" y="651482"/>
        <a:ext cx="151312" cy="1650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3BAE7-FF11-4F97-9D87-EFEF841B1019}">
      <dsp:nvSpPr>
        <dsp:cNvPr id="0" name=""/>
        <dsp:cNvSpPr/>
      </dsp:nvSpPr>
      <dsp:spPr>
        <a:xfrm>
          <a:off x="2351116" y="1576"/>
          <a:ext cx="814909" cy="814909"/>
        </a:xfrm>
        <a:prstGeom prst="ellipse">
          <a:avLst/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Transactions (source documents)</a:t>
          </a:r>
          <a:endParaRPr lang="en-ZA" sz="800" b="1" kern="1200" dirty="0"/>
        </a:p>
      </dsp:txBody>
      <dsp:txXfrm>
        <a:off x="2470457" y="120917"/>
        <a:ext cx="576227" cy="576227"/>
      </dsp:txXfrm>
    </dsp:sp>
    <dsp:sp modelId="{1D8DFC5E-1AB8-4C16-B871-E01A8DF280C3}">
      <dsp:nvSpPr>
        <dsp:cNvPr id="0" name=""/>
        <dsp:cNvSpPr/>
      </dsp:nvSpPr>
      <dsp:spPr>
        <a:xfrm rot="1804233">
          <a:off x="3173886" y="574158"/>
          <a:ext cx="214778" cy="27503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3178222" y="613021"/>
        <a:ext cx="150345" cy="165020"/>
      </dsp:txXfrm>
    </dsp:sp>
    <dsp:sp modelId="{A101F873-0EB3-4E4D-A7BD-4CC381D47107}">
      <dsp:nvSpPr>
        <dsp:cNvPr id="0" name=""/>
        <dsp:cNvSpPr/>
      </dsp:nvSpPr>
      <dsp:spPr>
        <a:xfrm>
          <a:off x="3407047" y="612953"/>
          <a:ext cx="814909" cy="81490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Books of first entry</a:t>
          </a:r>
          <a:endParaRPr lang="en-ZA" sz="800" b="1" kern="1200" dirty="0"/>
        </a:p>
      </dsp:txBody>
      <dsp:txXfrm>
        <a:off x="3526388" y="732294"/>
        <a:ext cx="576227" cy="576227"/>
      </dsp:txXfrm>
    </dsp:sp>
    <dsp:sp modelId="{AEEDF4AD-3918-46C7-9802-5D711722104A}">
      <dsp:nvSpPr>
        <dsp:cNvPr id="0" name=""/>
        <dsp:cNvSpPr/>
      </dsp:nvSpPr>
      <dsp:spPr>
        <a:xfrm rot="5391537">
          <a:off x="3707910" y="1488156"/>
          <a:ext cx="216164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3740255" y="1510738"/>
        <a:ext cx="151315" cy="165020"/>
      </dsp:txXfrm>
    </dsp:sp>
    <dsp:sp modelId="{9E5C2C4C-BE9D-40A2-B206-FDB8B5D52783}">
      <dsp:nvSpPr>
        <dsp:cNvPr id="0" name=""/>
        <dsp:cNvSpPr/>
      </dsp:nvSpPr>
      <dsp:spPr>
        <a:xfrm>
          <a:off x="3410057" y="1835716"/>
          <a:ext cx="814909" cy="81490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General ledger</a:t>
          </a:r>
          <a:endParaRPr lang="en-ZA" sz="800" b="1" kern="1200" dirty="0"/>
        </a:p>
      </dsp:txBody>
      <dsp:txXfrm>
        <a:off x="3529398" y="1955057"/>
        <a:ext cx="576227" cy="576227"/>
      </dsp:txXfrm>
    </dsp:sp>
    <dsp:sp modelId="{C9F75AA9-E7BE-462C-8F91-61DA9DECA04B}">
      <dsp:nvSpPr>
        <dsp:cNvPr id="0" name=""/>
        <dsp:cNvSpPr/>
      </dsp:nvSpPr>
      <dsp:spPr>
        <a:xfrm rot="9000000">
          <a:off x="3185259" y="2408286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 rot="10800000">
        <a:off x="3245763" y="2447080"/>
        <a:ext cx="151312" cy="165020"/>
      </dsp:txXfrm>
    </dsp:sp>
    <dsp:sp modelId="{E51D197C-2897-4FA7-ADA9-72858BEDF3D5}">
      <dsp:nvSpPr>
        <dsp:cNvPr id="0" name=""/>
        <dsp:cNvSpPr/>
      </dsp:nvSpPr>
      <dsp:spPr>
        <a:xfrm>
          <a:off x="2351116" y="2447096"/>
          <a:ext cx="814909" cy="81490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Trial balance</a:t>
          </a:r>
          <a:endParaRPr lang="en-ZA" sz="800" b="1" kern="1200" dirty="0"/>
        </a:p>
      </dsp:txBody>
      <dsp:txXfrm>
        <a:off x="2470457" y="2566437"/>
        <a:ext cx="576227" cy="576227"/>
      </dsp:txXfrm>
    </dsp:sp>
    <dsp:sp modelId="{FD1C6AF0-6109-45BF-B550-166012C0FD5B}">
      <dsp:nvSpPr>
        <dsp:cNvPr id="0" name=""/>
        <dsp:cNvSpPr/>
      </dsp:nvSpPr>
      <dsp:spPr>
        <a:xfrm rot="12600000">
          <a:off x="2126318" y="2414404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 rot="10800000">
        <a:off x="2186822" y="2485622"/>
        <a:ext cx="151312" cy="165020"/>
      </dsp:txXfrm>
    </dsp:sp>
    <dsp:sp modelId="{20D7691F-A1D3-49B4-A73B-ED99DE6353C4}">
      <dsp:nvSpPr>
        <dsp:cNvPr id="0" name=""/>
        <dsp:cNvSpPr/>
      </dsp:nvSpPr>
      <dsp:spPr>
        <a:xfrm>
          <a:off x="1292174" y="1835716"/>
          <a:ext cx="814909" cy="814909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Adjustments </a:t>
          </a:r>
          <a:endParaRPr lang="en-ZA" sz="800" b="1" kern="1200" dirty="0"/>
        </a:p>
      </dsp:txBody>
      <dsp:txXfrm>
        <a:off x="1411515" y="1955057"/>
        <a:ext cx="576227" cy="576227"/>
      </dsp:txXfrm>
    </dsp:sp>
    <dsp:sp modelId="{20A0913D-DA2D-4FD3-BC56-137B04F3EB42}">
      <dsp:nvSpPr>
        <dsp:cNvPr id="0" name=""/>
        <dsp:cNvSpPr/>
      </dsp:nvSpPr>
      <dsp:spPr>
        <a:xfrm rot="16200000">
          <a:off x="1591549" y="1500393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1623973" y="1587823"/>
        <a:ext cx="151312" cy="165020"/>
      </dsp:txXfrm>
    </dsp:sp>
    <dsp:sp modelId="{0A67B68D-1E28-44B4-A390-F54A9ADB331A}">
      <dsp:nvSpPr>
        <dsp:cNvPr id="0" name=""/>
        <dsp:cNvSpPr/>
      </dsp:nvSpPr>
      <dsp:spPr>
        <a:xfrm>
          <a:off x="1292174" y="612956"/>
          <a:ext cx="814909" cy="81490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/>
            <a:t>Financial statements</a:t>
          </a:r>
          <a:endParaRPr lang="en-ZA" sz="800" b="1" kern="1200" dirty="0"/>
        </a:p>
      </dsp:txBody>
      <dsp:txXfrm>
        <a:off x="1411515" y="732297"/>
        <a:ext cx="576227" cy="576227"/>
      </dsp:txXfrm>
    </dsp:sp>
    <dsp:sp modelId="{26EA146F-BE7F-474F-A007-B662D29AB9CF}">
      <dsp:nvSpPr>
        <dsp:cNvPr id="0" name=""/>
        <dsp:cNvSpPr/>
      </dsp:nvSpPr>
      <dsp:spPr>
        <a:xfrm rot="19800000">
          <a:off x="2115721" y="580264"/>
          <a:ext cx="216160" cy="2750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700" b="1" kern="1200"/>
        </a:p>
      </dsp:txBody>
      <dsp:txXfrm>
        <a:off x="2120065" y="651482"/>
        <a:ext cx="151312" cy="1650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3BAE7-FF11-4F97-9D87-EFEF841B1019}">
      <dsp:nvSpPr>
        <dsp:cNvPr id="0" name=""/>
        <dsp:cNvSpPr/>
      </dsp:nvSpPr>
      <dsp:spPr>
        <a:xfrm>
          <a:off x="2082632" y="1750"/>
          <a:ext cx="1126613" cy="1126613"/>
        </a:xfrm>
        <a:prstGeom prst="ellipse">
          <a:avLst/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Transactions (source documents)</a:t>
          </a:r>
          <a:endParaRPr lang="en-ZA" sz="1100" kern="1200" dirty="0"/>
        </a:p>
      </dsp:txBody>
      <dsp:txXfrm>
        <a:off x="2247621" y="166739"/>
        <a:ext cx="796635" cy="796635"/>
      </dsp:txXfrm>
    </dsp:sp>
    <dsp:sp modelId="{1D8DFC5E-1AB8-4C16-B871-E01A8DF280C3}">
      <dsp:nvSpPr>
        <dsp:cNvPr id="0" name=""/>
        <dsp:cNvSpPr/>
      </dsp:nvSpPr>
      <dsp:spPr>
        <a:xfrm rot="1800000">
          <a:off x="3221435" y="793716"/>
          <a:ext cx="299689" cy="380232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900" kern="1200"/>
        </a:p>
      </dsp:txBody>
      <dsp:txXfrm>
        <a:off x="3227458" y="847285"/>
        <a:ext cx="209782" cy="228140"/>
      </dsp:txXfrm>
    </dsp:sp>
    <dsp:sp modelId="{A101F873-0EB3-4E4D-A7BD-4CC381D47107}">
      <dsp:nvSpPr>
        <dsp:cNvPr id="0" name=""/>
        <dsp:cNvSpPr/>
      </dsp:nvSpPr>
      <dsp:spPr>
        <a:xfrm>
          <a:off x="3548005" y="847783"/>
          <a:ext cx="1126613" cy="1126613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Books of first entry</a:t>
          </a:r>
          <a:endParaRPr lang="en-ZA" sz="1100" kern="1200" dirty="0"/>
        </a:p>
      </dsp:txBody>
      <dsp:txXfrm>
        <a:off x="3712994" y="1012772"/>
        <a:ext cx="796635" cy="796635"/>
      </dsp:txXfrm>
    </dsp:sp>
    <dsp:sp modelId="{AEEDF4AD-3918-46C7-9802-5D711722104A}">
      <dsp:nvSpPr>
        <dsp:cNvPr id="0" name=""/>
        <dsp:cNvSpPr/>
      </dsp:nvSpPr>
      <dsp:spPr>
        <a:xfrm rot="5400000">
          <a:off x="3961467" y="2058525"/>
          <a:ext cx="299689" cy="380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900" kern="1200"/>
        </a:p>
      </dsp:txBody>
      <dsp:txXfrm>
        <a:off x="4006421" y="2089618"/>
        <a:ext cx="209782" cy="228140"/>
      </dsp:txXfrm>
    </dsp:sp>
    <dsp:sp modelId="{9E5C2C4C-BE9D-40A2-B206-FDB8B5D52783}">
      <dsp:nvSpPr>
        <dsp:cNvPr id="0" name=""/>
        <dsp:cNvSpPr/>
      </dsp:nvSpPr>
      <dsp:spPr>
        <a:xfrm>
          <a:off x="3548005" y="2539849"/>
          <a:ext cx="1126613" cy="1126613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General ledger</a:t>
          </a:r>
          <a:endParaRPr lang="en-ZA" sz="1100" kern="1200" dirty="0"/>
        </a:p>
      </dsp:txBody>
      <dsp:txXfrm>
        <a:off x="3712994" y="2704838"/>
        <a:ext cx="796635" cy="796635"/>
      </dsp:txXfrm>
    </dsp:sp>
    <dsp:sp modelId="{C9F75AA9-E7BE-462C-8F91-61DA9DECA04B}">
      <dsp:nvSpPr>
        <dsp:cNvPr id="0" name=""/>
        <dsp:cNvSpPr/>
      </dsp:nvSpPr>
      <dsp:spPr>
        <a:xfrm rot="9000000">
          <a:off x="3236126" y="3331815"/>
          <a:ext cx="299689" cy="380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900" kern="1200"/>
        </a:p>
      </dsp:txBody>
      <dsp:txXfrm rot="10800000">
        <a:off x="3320010" y="3385384"/>
        <a:ext cx="209782" cy="228140"/>
      </dsp:txXfrm>
    </dsp:sp>
    <dsp:sp modelId="{E51D197C-2897-4FA7-ADA9-72858BEDF3D5}">
      <dsp:nvSpPr>
        <dsp:cNvPr id="0" name=""/>
        <dsp:cNvSpPr/>
      </dsp:nvSpPr>
      <dsp:spPr>
        <a:xfrm>
          <a:off x="2082632" y="3385882"/>
          <a:ext cx="1126613" cy="112661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Trial balance</a:t>
          </a:r>
          <a:endParaRPr lang="en-ZA" sz="1100" kern="1200" dirty="0"/>
        </a:p>
      </dsp:txBody>
      <dsp:txXfrm>
        <a:off x="2247621" y="3550871"/>
        <a:ext cx="796635" cy="796635"/>
      </dsp:txXfrm>
    </dsp:sp>
    <dsp:sp modelId="{FD1C6AF0-6109-45BF-B550-166012C0FD5B}">
      <dsp:nvSpPr>
        <dsp:cNvPr id="0" name=""/>
        <dsp:cNvSpPr/>
      </dsp:nvSpPr>
      <dsp:spPr>
        <a:xfrm rot="12600000">
          <a:off x="1770754" y="3340297"/>
          <a:ext cx="299689" cy="380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900" kern="1200"/>
        </a:p>
      </dsp:txBody>
      <dsp:txXfrm rot="10800000">
        <a:off x="1854638" y="3438820"/>
        <a:ext cx="209782" cy="228140"/>
      </dsp:txXfrm>
    </dsp:sp>
    <dsp:sp modelId="{20D7691F-A1D3-49B4-A73B-ED99DE6353C4}">
      <dsp:nvSpPr>
        <dsp:cNvPr id="0" name=""/>
        <dsp:cNvSpPr/>
      </dsp:nvSpPr>
      <dsp:spPr>
        <a:xfrm>
          <a:off x="617260" y="2539849"/>
          <a:ext cx="1126613" cy="1126613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Adjustments </a:t>
          </a:r>
          <a:endParaRPr lang="en-ZA" sz="1100" kern="1200" dirty="0"/>
        </a:p>
      </dsp:txBody>
      <dsp:txXfrm>
        <a:off x="782249" y="2704838"/>
        <a:ext cx="796635" cy="796635"/>
      </dsp:txXfrm>
    </dsp:sp>
    <dsp:sp modelId="{20A0913D-DA2D-4FD3-BC56-137B04F3EB42}">
      <dsp:nvSpPr>
        <dsp:cNvPr id="0" name=""/>
        <dsp:cNvSpPr/>
      </dsp:nvSpPr>
      <dsp:spPr>
        <a:xfrm rot="16200000">
          <a:off x="1030723" y="2075488"/>
          <a:ext cx="299689" cy="380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900" kern="1200"/>
        </a:p>
      </dsp:txBody>
      <dsp:txXfrm>
        <a:off x="1075677" y="2196488"/>
        <a:ext cx="209782" cy="228140"/>
      </dsp:txXfrm>
    </dsp:sp>
    <dsp:sp modelId="{0A67B68D-1E28-44B4-A390-F54A9ADB331A}">
      <dsp:nvSpPr>
        <dsp:cNvPr id="0" name=""/>
        <dsp:cNvSpPr/>
      </dsp:nvSpPr>
      <dsp:spPr>
        <a:xfrm>
          <a:off x="533744" y="847783"/>
          <a:ext cx="1293645" cy="1126613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>
              <a:solidFill>
                <a:schemeClr val="accent6"/>
              </a:solidFill>
            </a:rPr>
            <a:t>Financial statements</a:t>
          </a:r>
          <a:endParaRPr lang="en-ZA" sz="1400" b="0" kern="1200" dirty="0">
            <a:solidFill>
              <a:schemeClr val="accent6"/>
            </a:solidFill>
          </a:endParaRPr>
        </a:p>
      </dsp:txBody>
      <dsp:txXfrm>
        <a:off x="723194" y="1012772"/>
        <a:ext cx="914745" cy="796635"/>
      </dsp:txXfrm>
    </dsp:sp>
    <dsp:sp modelId="{26EA146F-BE7F-474F-A007-B662D29AB9CF}">
      <dsp:nvSpPr>
        <dsp:cNvPr id="0" name=""/>
        <dsp:cNvSpPr/>
      </dsp:nvSpPr>
      <dsp:spPr>
        <a:xfrm rot="19800000">
          <a:off x="1798159" y="786952"/>
          <a:ext cx="268310" cy="3802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900" kern="1200"/>
        </a:p>
      </dsp:txBody>
      <dsp:txXfrm>
        <a:off x="1803551" y="883121"/>
        <a:ext cx="187817" cy="2281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9C289-382F-437F-8484-BD16D712FB7A}">
      <dsp:nvSpPr>
        <dsp:cNvPr id="0" name=""/>
        <dsp:cNvSpPr/>
      </dsp:nvSpPr>
      <dsp:spPr>
        <a:xfrm rot="10800000">
          <a:off x="0" y="0"/>
          <a:ext cx="6212848" cy="902849"/>
        </a:xfrm>
        <a:prstGeom prst="trapezoid">
          <a:avLst>
            <a:gd name="adj" fmla="val 6881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</a:rPr>
            <a:t>Transactions </a:t>
          </a:r>
          <a:endParaRPr lang="en-ZA" sz="1800" kern="1200" dirty="0">
            <a:solidFill>
              <a:srgbClr val="000000"/>
            </a:solidFill>
          </a:endParaRPr>
        </a:p>
      </dsp:txBody>
      <dsp:txXfrm rot="-10800000">
        <a:off x="1087248" y="0"/>
        <a:ext cx="4038351" cy="902849"/>
      </dsp:txXfrm>
    </dsp:sp>
    <dsp:sp modelId="{A7786A9A-84A1-42B7-A238-EB967CC2C05E}">
      <dsp:nvSpPr>
        <dsp:cNvPr id="0" name=""/>
        <dsp:cNvSpPr/>
      </dsp:nvSpPr>
      <dsp:spPr>
        <a:xfrm rot="10800000">
          <a:off x="621284" y="902849"/>
          <a:ext cx="4970278" cy="902849"/>
        </a:xfrm>
        <a:prstGeom prst="trapezoid">
          <a:avLst>
            <a:gd name="adj" fmla="val 6881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</a:rPr>
            <a:t>Summarise transactions: journals (books of 1</a:t>
          </a:r>
          <a:r>
            <a:rPr lang="en-US" sz="1800" kern="1200" baseline="30000" dirty="0">
              <a:solidFill>
                <a:srgbClr val="000000"/>
              </a:solidFill>
            </a:rPr>
            <a:t>st</a:t>
          </a:r>
          <a:r>
            <a:rPr lang="en-US" sz="1800" kern="1200" dirty="0">
              <a:solidFill>
                <a:srgbClr val="000000"/>
              </a:solidFill>
            </a:rPr>
            <a:t> entry)</a:t>
          </a:r>
          <a:endParaRPr lang="en-ZA" sz="1800" kern="1200" dirty="0">
            <a:solidFill>
              <a:srgbClr val="000000"/>
            </a:solidFill>
          </a:endParaRPr>
        </a:p>
      </dsp:txBody>
      <dsp:txXfrm rot="-10800000">
        <a:off x="1491083" y="902849"/>
        <a:ext cx="3230680" cy="902849"/>
      </dsp:txXfrm>
    </dsp:sp>
    <dsp:sp modelId="{78817979-B4EF-4663-87D8-20FB22DBE620}">
      <dsp:nvSpPr>
        <dsp:cNvPr id="0" name=""/>
        <dsp:cNvSpPr/>
      </dsp:nvSpPr>
      <dsp:spPr>
        <a:xfrm rot="10800000">
          <a:off x="1214611" y="1820134"/>
          <a:ext cx="3727708" cy="902849"/>
        </a:xfrm>
        <a:prstGeom prst="trapezoid">
          <a:avLst>
            <a:gd name="adj" fmla="val 68814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</a:rPr>
            <a:t>Summarise journals: general ledger</a:t>
          </a:r>
          <a:endParaRPr lang="en-ZA" sz="1800" kern="1200" dirty="0">
            <a:solidFill>
              <a:srgbClr val="000000"/>
            </a:solidFill>
          </a:endParaRPr>
        </a:p>
      </dsp:txBody>
      <dsp:txXfrm rot="-10800000">
        <a:off x="1866960" y="1820134"/>
        <a:ext cx="2423010" cy="902849"/>
      </dsp:txXfrm>
    </dsp:sp>
    <dsp:sp modelId="{D22A60D0-A4DD-46DF-B813-B92D56B90016}">
      <dsp:nvSpPr>
        <dsp:cNvPr id="0" name=""/>
        <dsp:cNvSpPr/>
      </dsp:nvSpPr>
      <dsp:spPr>
        <a:xfrm rot="10800000">
          <a:off x="1863854" y="2708547"/>
          <a:ext cx="2485139" cy="902849"/>
        </a:xfrm>
        <a:prstGeom prst="trapezoid">
          <a:avLst>
            <a:gd name="adj" fmla="val 68814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Trial balance + adjustments </a:t>
          </a:r>
          <a:r>
            <a:rPr lang="en-US" sz="1600" kern="1200" dirty="0">
              <a:solidFill>
                <a:schemeClr val="bg1"/>
              </a:solidFill>
            </a:rPr>
            <a:t>(general journal)</a:t>
          </a:r>
          <a:endParaRPr lang="en-ZA" sz="1800" kern="1200" dirty="0">
            <a:solidFill>
              <a:schemeClr val="bg1"/>
            </a:solidFill>
          </a:endParaRPr>
        </a:p>
      </dsp:txBody>
      <dsp:txXfrm rot="-10800000">
        <a:off x="2298753" y="2708547"/>
        <a:ext cx="1615340" cy="902849"/>
      </dsp:txXfrm>
    </dsp:sp>
    <dsp:sp modelId="{08FE8B20-7031-4881-A3CD-E8623ACF21F2}">
      <dsp:nvSpPr>
        <dsp:cNvPr id="0" name=""/>
        <dsp:cNvSpPr/>
      </dsp:nvSpPr>
      <dsp:spPr>
        <a:xfrm rot="10800000">
          <a:off x="2485139" y="3611396"/>
          <a:ext cx="1242569" cy="902849"/>
        </a:xfrm>
        <a:prstGeom prst="trapezoid">
          <a:avLst>
            <a:gd name="adj" fmla="val 68814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</a:rPr>
            <a:t>AFS</a:t>
          </a:r>
          <a:endParaRPr lang="en-ZA" sz="1800" kern="1200" dirty="0">
            <a:solidFill>
              <a:schemeClr val="bg1"/>
            </a:solidFill>
          </a:endParaRPr>
        </a:p>
      </dsp:txBody>
      <dsp:txXfrm rot="-10800000">
        <a:off x="2485139" y="3611396"/>
        <a:ext cx="1242569" cy="902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1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&amp; End Slide O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upergraphic">
            <a:extLst>
              <a:ext uri="{FF2B5EF4-FFF2-40B4-BE49-F238E27FC236}">
                <a16:creationId xmlns:a16="http://schemas.microsoft.com/office/drawing/2014/main" id="{5B248510-4BC7-9345-88FC-2E0C971BA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4959" y="1341439"/>
            <a:ext cx="1196970" cy="1837209"/>
          </a:xfrm>
          <a:prstGeom prst="rect">
            <a:avLst/>
          </a:prstGeom>
        </p:spPr>
      </p:pic>
      <p:cxnSp>
        <p:nvCxnSpPr>
          <p:cNvPr id="5" name="Gold H Line">
            <a:extLst>
              <a:ext uri="{FF2B5EF4-FFF2-40B4-BE49-F238E27FC236}">
                <a16:creationId xmlns:a16="http://schemas.microsoft.com/office/drawing/2014/main" id="{D2E91EF0-985A-D444-B885-44EABE549784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itle">
            <a:extLst>
              <a:ext uri="{FF2B5EF4-FFF2-40B4-BE49-F238E27FC236}">
                <a16:creationId xmlns:a16="http://schemas.microsoft.com/office/drawing/2014/main" id="{62CE03E8-B1C3-CC40-B8F9-5DD639D93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2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4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ld H Line">
            <a:extLst>
              <a:ext uri="{FF2B5EF4-FFF2-40B4-BE49-F238E27FC236}">
                <a16:creationId xmlns:a16="http://schemas.microsoft.com/office/drawing/2014/main" id="{14D6B201-F64D-A747-B121-C05B2A976FDB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8408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0" cy="5256000"/>
          </a:xfrm>
          <a:prstGeom prst="rect">
            <a:avLst/>
          </a:prstGeom>
        </p:spPr>
      </p:pic>
      <p:grpSp>
        <p:nvGrpSpPr>
          <p:cNvPr id="11" name="Bottom Corner Cover Ups">
            <a:extLst>
              <a:ext uri="{FF2B5EF4-FFF2-40B4-BE49-F238E27FC236}">
                <a16:creationId xmlns:a16="http://schemas.microsoft.com/office/drawing/2014/main" id="{6B263B2D-D558-B84C-9022-34F07C2522D9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2" name="SU.Footer.Shape.White.Cover.R">
              <a:extLst>
                <a:ext uri="{FF2B5EF4-FFF2-40B4-BE49-F238E27FC236}">
                  <a16:creationId xmlns:a16="http://schemas.microsoft.com/office/drawing/2014/main" id="{A42B02D9-6BCD-3B46-A57F-212570E5235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3" name="SU.Footer.Shape.White.Cover.L">
              <a:extLst>
                <a:ext uri="{FF2B5EF4-FFF2-40B4-BE49-F238E27FC236}">
                  <a16:creationId xmlns:a16="http://schemas.microsoft.com/office/drawing/2014/main" id="{7BE51404-5FBA-E747-9F0C-F3B96BD7237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79" y="1342422"/>
            <a:ext cx="4041984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2814333-1BF5-E849-A0FE-9AA7C7404101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03FDF139-728B-024E-9703-C432EBC41B1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29002AAF-104D-E541-A418-B45D06E37C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5918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9055"/>
            <a:ext cx="3524695" cy="505917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Gold H Line">
            <a:extLst>
              <a:ext uri="{FF2B5EF4-FFF2-40B4-BE49-F238E27FC236}">
                <a16:creationId xmlns:a16="http://schemas.microsoft.com/office/drawing/2014/main" id="{BCBE8D15-217A-AD4B-B1B6-A4A4464A9778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3"/>
            <a:ext cx="5335586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9" name="Sub-heading 2">
            <a:extLst>
              <a:ext uri="{FF2B5EF4-FFF2-40B4-BE49-F238E27FC236}">
                <a16:creationId xmlns:a16="http://schemas.microsoft.com/office/drawing/2014/main" id="{EFD6BD00-14FA-0C44-936C-18A58C6AEA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74650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4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5367782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1">
            <a:extLst>
              <a:ext uri="{FF2B5EF4-FFF2-40B4-BE49-F238E27FC236}">
                <a16:creationId xmlns:a16="http://schemas.microsoft.com/office/drawing/2014/main" id="{C672C517-E44C-5541-8903-0803B60C3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34094"/>
            <a:ext cx="5367782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Gold H Line">
            <a:extLst>
              <a:ext uri="{FF2B5EF4-FFF2-40B4-BE49-F238E27FC236}">
                <a16:creationId xmlns:a16="http://schemas.microsoft.com/office/drawing/2014/main" id="{FF14821C-DD56-5047-8DDF-2CED2D6B409A}"/>
              </a:ext>
            </a:extLst>
          </p:cNvPr>
          <p:cNvCxnSpPr/>
          <p:nvPr userDrawn="1"/>
        </p:nvCxnSpPr>
        <p:spPr>
          <a:xfrm>
            <a:off x="0" y="1341438"/>
            <a:ext cx="12192000" cy="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3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5" name="Sub-heading 2">
            <a:extLst>
              <a:ext uri="{FF2B5EF4-FFF2-40B4-BE49-F238E27FC236}">
                <a16:creationId xmlns:a16="http://schemas.microsoft.com/office/drawing/2014/main" id="{EB65077B-EB16-BF45-A1FD-89A294FE27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9" y="138271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36962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94054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758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238EDFC1-EE9A-8048-86A1-2E5C9233E7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93D46E69-FB5E-344A-A7B7-752C7C6ECCDD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C3DAB37C-2D70-5C41-B708-179C820942F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73C9FD76-564E-0348-A31C-D0132A5B66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14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D1F2E50E-95E6-FC4E-962F-EC9D3C8E6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13" name="Bottom Corner Cover Ups">
            <a:extLst>
              <a:ext uri="{FF2B5EF4-FFF2-40B4-BE49-F238E27FC236}">
                <a16:creationId xmlns:a16="http://schemas.microsoft.com/office/drawing/2014/main" id="{B3C7A21B-1B7F-7C48-A146-B42CAF24A16C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4" name="SU.Footer.Shape.White.Cover.R">
              <a:extLst>
                <a:ext uri="{FF2B5EF4-FFF2-40B4-BE49-F238E27FC236}">
                  <a16:creationId xmlns:a16="http://schemas.microsoft.com/office/drawing/2014/main" id="{4E7E269D-C46B-D74D-ADD3-C0B4C411F7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5" name="SU.Footer.Shape.White.Cover.L">
              <a:extLst>
                <a:ext uri="{FF2B5EF4-FFF2-40B4-BE49-F238E27FC236}">
                  <a16:creationId xmlns:a16="http://schemas.microsoft.com/office/drawing/2014/main" id="{643164C7-3D42-2F47-9B4F-124EA03007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46551"/>
            <a:ext cx="7342632" cy="506667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46551"/>
            <a:ext cx="3524695" cy="506667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39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hite Rectangle">
            <a:extLst>
              <a:ext uri="{FF2B5EF4-FFF2-40B4-BE49-F238E27FC236}">
                <a16:creationId xmlns:a16="http://schemas.microsoft.com/office/drawing/2014/main" id="{16180752-C10C-8440-9EE3-94FE745DE7CB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3DFF6234-ED27-674E-B499-43815E04B1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2720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2">
            <a:extLst>
              <a:ext uri="{FF2B5EF4-FFF2-40B4-BE49-F238E27FC236}">
                <a16:creationId xmlns:a16="http://schemas.microsoft.com/office/drawing/2014/main" id="{566B889E-5E19-884B-A6F6-A481CC7DE2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F6537FBF-A738-EB4D-9E99-BDECCAA2C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1F49F80C-ACC3-A44A-8CC6-3C5EDE1809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rgbClr val="4D535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B3F930F9-C039-AF47-823C-5530804EC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EDA3B2F-BE8B-BF42-ABB3-E31B7ECCE8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85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257E3393-912E-0B49-AEEE-D6B9ACB96FDA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D3B1D8D-243B-DA40-B75D-A969A88B2F8F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Sub-heading 3">
            <a:extLst>
              <a:ext uri="{FF2B5EF4-FFF2-40B4-BE49-F238E27FC236}">
                <a16:creationId xmlns:a16="http://schemas.microsoft.com/office/drawing/2014/main" id="{651902F8-552C-7C40-AA8D-2CE4C4E180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D70127F6-1B72-C84F-9735-3D0725E985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3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6" name="Content Placeholder  2">
            <a:extLst>
              <a:ext uri="{FF2B5EF4-FFF2-40B4-BE49-F238E27FC236}">
                <a16:creationId xmlns:a16="http://schemas.microsoft.com/office/drawing/2014/main" id="{26B27DB4-949B-464F-A1EF-C46A3C3631C1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7" name="Sub-heading 2">
            <a:extLst>
              <a:ext uri="{FF2B5EF4-FFF2-40B4-BE49-F238E27FC236}">
                <a16:creationId xmlns:a16="http://schemas.microsoft.com/office/drawing/2014/main" id="{26C885C7-ECC4-4F47-8909-3F2435E193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8" name="Title 2">
            <a:extLst>
              <a:ext uri="{FF2B5EF4-FFF2-40B4-BE49-F238E27FC236}">
                <a16:creationId xmlns:a16="http://schemas.microsoft.com/office/drawing/2014/main" id="{58332A8F-EAE9-F94C-83E3-1D8BA1D919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F2D4C76D-E14A-6D42-98D9-5AB41C4534F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0472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0" name="Sub-heading 1">
            <a:extLst>
              <a:ext uri="{FF2B5EF4-FFF2-40B4-BE49-F238E27FC236}">
                <a16:creationId xmlns:a16="http://schemas.microsoft.com/office/drawing/2014/main" id="{E5ACC0B6-8927-2744-B7D5-8F74BBD9FF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92EB4B94-2979-2E4C-BC92-09558809B4B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26348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and Bg">
    <p:bg>
      <p:bgPr>
        <a:solidFill>
          <a:schemeClr val="accent2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Sand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8953"/>
            <a:ext cx="4785278" cy="2148599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2C99B27B-2E8D-C04F-BC82-C62BE78709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187320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7153"/>
            <a:ext cx="6256338" cy="441607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4865"/>
            <a:ext cx="6256339" cy="631312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405" y="2943724"/>
            <a:ext cx="4448193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6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07105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  <a:noFill/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225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attern">
            <a:extLst>
              <a:ext uri="{FF2B5EF4-FFF2-40B4-BE49-F238E27FC236}">
                <a16:creationId xmlns:a16="http://schemas.microsoft.com/office/drawing/2014/main" id="{4226EFA1-497F-5A4F-8521-91A0CFCC6F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26" name="Bottom Corner Cover Ups">
            <a:extLst>
              <a:ext uri="{FF2B5EF4-FFF2-40B4-BE49-F238E27FC236}">
                <a16:creationId xmlns:a16="http://schemas.microsoft.com/office/drawing/2014/main" id="{12DF9248-7DA5-8141-89FC-ECD244595B6B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7" name="SU.Footer.Shape.White.Cover.R">
              <a:extLst>
                <a:ext uri="{FF2B5EF4-FFF2-40B4-BE49-F238E27FC236}">
                  <a16:creationId xmlns:a16="http://schemas.microsoft.com/office/drawing/2014/main" id="{44528E5A-08AB-2F40-85F7-9CF0230748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8" name="SU.Footer.Shape.White.Cover.L">
              <a:extLst>
                <a:ext uri="{FF2B5EF4-FFF2-40B4-BE49-F238E27FC236}">
                  <a16:creationId xmlns:a16="http://schemas.microsoft.com/office/drawing/2014/main" id="{D874E491-8EBD-0144-BAB4-4A1A86F2BCF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90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attern">
            <a:extLst>
              <a:ext uri="{FF2B5EF4-FFF2-40B4-BE49-F238E27FC236}">
                <a16:creationId xmlns:a16="http://schemas.microsoft.com/office/drawing/2014/main" id="{4A2374C0-3B03-8F48-9525-7E36392B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7065"/>
          <a:stretch/>
        </p:blipFill>
        <p:spPr>
          <a:xfrm>
            <a:off x="1380" y="1342422"/>
            <a:ext cx="4041984" cy="5256000"/>
          </a:xfrm>
          <a:prstGeom prst="rect">
            <a:avLst/>
          </a:prstGeom>
        </p:spPr>
      </p:pic>
      <p:grpSp>
        <p:nvGrpSpPr>
          <p:cNvPr id="21" name="Bottom Corner Cover Ups">
            <a:extLst>
              <a:ext uri="{FF2B5EF4-FFF2-40B4-BE49-F238E27FC236}">
                <a16:creationId xmlns:a16="http://schemas.microsoft.com/office/drawing/2014/main" id="{27B58CE0-B94F-A74F-AF83-E7C43D62994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22" name="SU.Footer.Shape.White.Cover.R">
              <a:extLst>
                <a:ext uri="{FF2B5EF4-FFF2-40B4-BE49-F238E27FC236}">
                  <a16:creationId xmlns:a16="http://schemas.microsoft.com/office/drawing/2014/main" id="{96365ED4-3E98-AF49-A700-D1722652370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23" name="SU.Footer.Shape.White.Cover.L">
              <a:extLst>
                <a:ext uri="{FF2B5EF4-FFF2-40B4-BE49-F238E27FC236}">
                  <a16:creationId xmlns:a16="http://schemas.microsoft.com/office/drawing/2014/main" id="{D3178EAC-4321-104D-9E00-9ED1994E17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439056"/>
            <a:ext cx="7342632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8309"/>
            <a:ext cx="3524695" cy="5074939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15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hite Rectangle">
            <a:extLst>
              <a:ext uri="{FF2B5EF4-FFF2-40B4-BE49-F238E27FC236}">
                <a16:creationId xmlns:a16="http://schemas.microsoft.com/office/drawing/2014/main" id="{D2611FE4-4CE8-7644-A6FD-ABFB5B5B8D60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5BA92924-BA89-854C-8409-64B301FD09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Sub-heading 2">
            <a:extLst>
              <a:ext uri="{FF2B5EF4-FFF2-40B4-BE49-F238E27FC236}">
                <a16:creationId xmlns:a16="http://schemas.microsoft.com/office/drawing/2014/main" id="{90BCFF40-F87E-ED46-9480-AC27B8F7C8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2" name="Title 2">
            <a:extLst>
              <a:ext uri="{FF2B5EF4-FFF2-40B4-BE49-F238E27FC236}">
                <a16:creationId xmlns:a16="http://schemas.microsoft.com/office/drawing/2014/main" id="{24773FA7-6E41-CA4A-B944-CFB56DE621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2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DE1645F-7F5E-DF4A-92A3-FB3C5E5CD28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39722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0" name="Sub-heading 1">
            <a:extLst>
              <a:ext uri="{FF2B5EF4-FFF2-40B4-BE49-F238E27FC236}">
                <a16:creationId xmlns:a16="http://schemas.microsoft.com/office/drawing/2014/main" id="{D7D43BA8-224C-6246-ABDE-468543E9DE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A004F2E-DDA4-A340-97A9-41B223F5D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4384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1A1C789A-0612-3644-A79B-9492F3528D52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63BC844-4DA9-DB4A-A3AA-E8A8209E0994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5" name="Sub-heading 3">
            <a:extLst>
              <a:ext uri="{FF2B5EF4-FFF2-40B4-BE49-F238E27FC236}">
                <a16:creationId xmlns:a16="http://schemas.microsoft.com/office/drawing/2014/main" id="{D8F5F88C-07A7-2147-A0EA-3CBC0139E6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29E07662-F181-D847-979F-68604D4006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3057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27" name="Content Placeholder  2">
            <a:extLst>
              <a:ext uri="{FF2B5EF4-FFF2-40B4-BE49-F238E27FC236}">
                <a16:creationId xmlns:a16="http://schemas.microsoft.com/office/drawing/2014/main" id="{81BE3FB5-7628-A44F-8346-A0EAD26BDE0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3"/>
            <a:ext cx="3599998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8" name="Sub-heading 2">
            <a:extLst>
              <a:ext uri="{FF2B5EF4-FFF2-40B4-BE49-F238E27FC236}">
                <a16:creationId xmlns:a16="http://schemas.microsoft.com/office/drawing/2014/main" id="{733D04FF-BCA2-1642-A192-144D8BEEF2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FC4B0CEE-DA4A-3244-81A8-3C23508A14A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0" name="Content Placeholder 1">
            <a:extLst>
              <a:ext uri="{FF2B5EF4-FFF2-40B4-BE49-F238E27FC236}">
                <a16:creationId xmlns:a16="http://schemas.microsoft.com/office/drawing/2014/main" id="{86AEBDB5-8697-1944-A7CB-0C142AFA54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3"/>
            <a:ext cx="3600000" cy="441971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1" name="Sub-heading 1">
            <a:extLst>
              <a:ext uri="{FF2B5EF4-FFF2-40B4-BE49-F238E27FC236}">
                <a16:creationId xmlns:a16="http://schemas.microsoft.com/office/drawing/2014/main" id="{609BD0E6-9034-2C40-A3D4-10BA44739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BAE43938-8335-A749-BAE2-E305CF0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28060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Maroon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Maroon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225944" y="1341306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227250" y="-42185"/>
            <a:ext cx="4785278" cy="1376863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101463"/>
            <a:ext cx="6256338" cy="441925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76838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82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11122470" cy="4422095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3213"/>
            <a:ext cx="8328565" cy="10528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174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attern">
            <a:extLst>
              <a:ext uri="{FF2B5EF4-FFF2-40B4-BE49-F238E27FC236}">
                <a16:creationId xmlns:a16="http://schemas.microsoft.com/office/drawing/2014/main" id="{C0EE66DB-533C-E64C-B3D1-64CA280079A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68"/>
          <a:stretch/>
        </p:blipFill>
        <p:spPr>
          <a:xfrm>
            <a:off x="1379" y="1342422"/>
            <a:ext cx="12190621" cy="5256000"/>
          </a:xfrm>
          <a:prstGeom prst="rect">
            <a:avLst/>
          </a:prstGeom>
        </p:spPr>
      </p:pic>
      <p:grpSp>
        <p:nvGrpSpPr>
          <p:cNvPr id="3" name="Bottom Corner Cover Ups">
            <a:extLst>
              <a:ext uri="{FF2B5EF4-FFF2-40B4-BE49-F238E27FC236}">
                <a16:creationId xmlns:a16="http://schemas.microsoft.com/office/drawing/2014/main" id="{5005E7C9-6600-A544-AFA5-371577BEB73F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9" name="SU.Footer.Shape.White.Cover.R">
              <a:extLst>
                <a:ext uri="{FF2B5EF4-FFF2-40B4-BE49-F238E27FC236}">
                  <a16:creationId xmlns:a16="http://schemas.microsoft.com/office/drawing/2014/main" id="{1D0C4382-EBF0-994D-87EB-841AE6F0FD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0" name="SU.Footer.Shape.White.Cover.L">
              <a:extLst>
                <a:ext uri="{FF2B5EF4-FFF2-40B4-BE49-F238E27FC236}">
                  <a16:creationId xmlns:a16="http://schemas.microsoft.com/office/drawing/2014/main" id="{A9785C11-D389-7D4F-9474-E4C97B9273D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7"/>
            <a:ext cx="11122470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Sub-heading">
            <a:extLst>
              <a:ext uri="{FF2B5EF4-FFF2-40B4-BE49-F238E27FC236}">
                <a16:creationId xmlns:a16="http://schemas.microsoft.com/office/drawing/2014/main" id="{75341AAE-B2DE-0D44-A2FA-007F38E94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11122470" cy="644993"/>
          </a:xfr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53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+ Content on Pattern Panel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attern">
            <a:extLst>
              <a:ext uri="{FF2B5EF4-FFF2-40B4-BE49-F238E27FC236}">
                <a16:creationId xmlns:a16="http://schemas.microsoft.com/office/drawing/2014/main" id="{D5786CBE-E2DA-F242-8EF3-D86AFD7773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9167"/>
          <a:stretch/>
        </p:blipFill>
        <p:spPr>
          <a:xfrm>
            <a:off x="1380" y="1342422"/>
            <a:ext cx="3784040" cy="5256000"/>
          </a:xfrm>
          <a:prstGeom prst="rect">
            <a:avLst/>
          </a:prstGeom>
        </p:spPr>
      </p:pic>
      <p:grpSp>
        <p:nvGrpSpPr>
          <p:cNvPr id="15" name="Bottom Corner Cover Ups">
            <a:extLst>
              <a:ext uri="{FF2B5EF4-FFF2-40B4-BE49-F238E27FC236}">
                <a16:creationId xmlns:a16="http://schemas.microsoft.com/office/drawing/2014/main" id="{F6742E16-A430-8D49-8E48-2E7C539F8975}"/>
              </a:ext>
            </a:extLst>
          </p:cNvPr>
          <p:cNvGrpSpPr/>
          <p:nvPr userDrawn="1"/>
        </p:nvGrpSpPr>
        <p:grpSpPr>
          <a:xfrm>
            <a:off x="0" y="5911729"/>
            <a:ext cx="12192027" cy="949000"/>
            <a:chOff x="0" y="5911729"/>
            <a:chExt cx="12192027" cy="949000"/>
          </a:xfrm>
        </p:grpSpPr>
        <p:pic>
          <p:nvPicPr>
            <p:cNvPr id="16" name="SU.Footer.Shape.White.Cover.R">
              <a:extLst>
                <a:ext uri="{FF2B5EF4-FFF2-40B4-BE49-F238E27FC236}">
                  <a16:creationId xmlns:a16="http://schemas.microsoft.com/office/drawing/2014/main" id="{36D2AD46-C46A-354E-BEB5-538F821ABE2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95482" b="18185"/>
            <a:stretch/>
          </p:blipFill>
          <p:spPr>
            <a:xfrm>
              <a:off x="11641165" y="5911729"/>
              <a:ext cx="550862" cy="949000"/>
            </a:xfrm>
            <a:prstGeom prst="rect">
              <a:avLst/>
            </a:prstGeom>
          </p:spPr>
        </p:pic>
        <p:pic>
          <p:nvPicPr>
            <p:cNvPr id="17" name="SU.Footer.Shape.White.Cover.L">
              <a:extLst>
                <a:ext uri="{FF2B5EF4-FFF2-40B4-BE49-F238E27FC236}">
                  <a16:creationId xmlns:a16="http://schemas.microsoft.com/office/drawing/2014/main" id="{FCFD9C81-5F69-5644-80F4-B4957DB6B59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95768" b="18185"/>
            <a:stretch/>
          </p:blipFill>
          <p:spPr>
            <a:xfrm>
              <a:off x="0" y="5911729"/>
              <a:ext cx="515938" cy="949000"/>
            </a:xfrm>
            <a:prstGeom prst="rect">
              <a:avLst/>
            </a:prstGeom>
          </p:spPr>
        </p:pic>
      </p:grpSp>
      <p:sp>
        <p:nvSpPr>
          <p:cNvPr id="14" name="Content Placeholder ">
            <a:extLst>
              <a:ext uri="{FF2B5EF4-FFF2-40B4-BE49-F238E27FC236}">
                <a16:creationId xmlns:a16="http://schemas.microsoft.com/office/drawing/2014/main" id="{D0E9C235-E1AC-4547-A3F0-A9434CA86FF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043364" y="1439056"/>
            <a:ext cx="7814339" cy="5074170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13" name="Sub-heading">
            <a:extLst>
              <a:ext uri="{FF2B5EF4-FFF2-40B4-BE49-F238E27FC236}">
                <a16:creationId xmlns:a16="http://schemas.microsoft.com/office/drawing/2014/main" id="{4F600B9D-C6D1-B541-84C3-79F974E469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437745"/>
            <a:ext cx="3266751" cy="5075482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GB" sz="2800" b="0" i="0" kern="120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8" y="286559"/>
            <a:ext cx="8328565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852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White Rectangle">
            <a:extLst>
              <a:ext uri="{FF2B5EF4-FFF2-40B4-BE49-F238E27FC236}">
                <a16:creationId xmlns:a16="http://schemas.microsoft.com/office/drawing/2014/main" id="{E092BD89-6351-F14F-99A1-F9ED46FD8A3D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 2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2093512"/>
            <a:ext cx="5335586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3" name="Sub-heading 2">
            <a:extLst>
              <a:ext uri="{FF2B5EF4-FFF2-40B4-BE49-F238E27FC236}">
                <a16:creationId xmlns:a16="http://schemas.microsoft.com/office/drawing/2014/main" id="{DBCB0F0E-2CA6-9B47-B078-4D0CBA22A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5552" y="1382145"/>
            <a:ext cx="5335586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1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EB87052C-3318-B443-ACEB-EB3464C7D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34093"/>
            <a:ext cx="5335587" cy="1071641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8" y="2098626"/>
            <a:ext cx="5367782" cy="4414600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 1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8" y="1379764"/>
            <a:ext cx="5367782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69" y="286559"/>
            <a:ext cx="5367782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89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Columns Layout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hite Rectangle">
            <a:extLst>
              <a:ext uri="{FF2B5EF4-FFF2-40B4-BE49-F238E27FC236}">
                <a16:creationId xmlns:a16="http://schemas.microsoft.com/office/drawing/2014/main" id="{F91E8B35-3A4B-C141-A1D0-4589A2506ABF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BBB9A18E-F7B6-1241-9C63-76045CF5625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41138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4" name="Sub-heading 3">
            <a:extLst>
              <a:ext uri="{FF2B5EF4-FFF2-40B4-BE49-F238E27FC236}">
                <a16:creationId xmlns:a16="http://schemas.microsoft.com/office/drawing/2014/main" id="{73E54803-8D9E-3F45-B6AB-2245573210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41138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5" name="Title 3">
            <a:extLst>
              <a:ext uri="{FF2B5EF4-FFF2-40B4-BE49-F238E27FC236}">
                <a16:creationId xmlns:a16="http://schemas.microsoft.com/office/drawing/2014/main" id="{16F8BEA3-5345-1748-AA80-5B585F793F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41138" y="229951"/>
            <a:ext cx="3600000" cy="105355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6" name="Content Placeholder  2">
            <a:extLst>
              <a:ext uri="{FF2B5EF4-FFF2-40B4-BE49-F238E27FC236}">
                <a16:creationId xmlns:a16="http://schemas.microsoft.com/office/drawing/2014/main" id="{88B2884D-0365-B541-8F3C-C51C6A73AE2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79902" y="2093512"/>
            <a:ext cx="3599998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7" name="Sub-heading 2">
            <a:extLst>
              <a:ext uri="{FF2B5EF4-FFF2-40B4-BE49-F238E27FC236}">
                <a16:creationId xmlns:a16="http://schemas.microsoft.com/office/drawing/2014/main" id="{6D580DE4-7F66-D04D-B514-60DB430392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9902" y="1382145"/>
            <a:ext cx="3599998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38" name="Title 2">
            <a:extLst>
              <a:ext uri="{FF2B5EF4-FFF2-40B4-BE49-F238E27FC236}">
                <a16:creationId xmlns:a16="http://schemas.microsoft.com/office/drawing/2014/main" id="{A6F7933B-A88D-C34B-BD54-79381E7FAA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79900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39" name="Content Placeholder 1">
            <a:extLst>
              <a:ext uri="{FF2B5EF4-FFF2-40B4-BE49-F238E27FC236}">
                <a16:creationId xmlns:a16="http://schemas.microsoft.com/office/drawing/2014/main" id="{2A0A52AC-CBA4-EA46-BD1B-323F4DB400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667" y="2093512"/>
            <a:ext cx="3600000" cy="4412219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0" name="Sub-heading 1">
            <a:extLst>
              <a:ext uri="{FF2B5EF4-FFF2-40B4-BE49-F238E27FC236}">
                <a16:creationId xmlns:a16="http://schemas.microsoft.com/office/drawing/2014/main" id="{CA2CC1C2-E7EE-0648-820D-BC18F6B338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8667" y="1382145"/>
            <a:ext cx="3600000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60F85EF3-BC19-7441-B388-C548745126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667" y="229952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13022843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Steel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attern Grey Bottom">
            <a:extLst>
              <a:ext uri="{FF2B5EF4-FFF2-40B4-BE49-F238E27FC236}">
                <a16:creationId xmlns:a16="http://schemas.microsoft.com/office/drawing/2014/main" id="{5F8180FE-41B2-8F47-AF2E-24E5C9A617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197368" y="4471002"/>
            <a:ext cx="4785278" cy="2148599"/>
          </a:xfrm>
          <a:prstGeom prst="rect">
            <a:avLst/>
          </a:prstGeom>
        </p:spPr>
      </p:pic>
      <p:pic>
        <p:nvPicPr>
          <p:cNvPr id="19" name="Pattern Grey Top">
            <a:extLst>
              <a:ext uri="{FF2B5EF4-FFF2-40B4-BE49-F238E27FC236}">
                <a16:creationId xmlns:a16="http://schemas.microsoft.com/office/drawing/2014/main" id="{DA8894CA-8492-9F40-AA7E-A17D05BCB3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85515"/>
          <a:stretch/>
        </p:blipFill>
        <p:spPr>
          <a:xfrm rot="10800000">
            <a:off x="225944" y="1334680"/>
            <a:ext cx="4785278" cy="829101"/>
          </a:xfrm>
          <a:prstGeom prst="rect">
            <a:avLst/>
          </a:prstGeom>
        </p:spPr>
      </p:pic>
      <p:pic>
        <p:nvPicPr>
          <p:cNvPr id="18" name="Pattern Sand Top">
            <a:extLst>
              <a:ext uri="{FF2B5EF4-FFF2-40B4-BE49-F238E27FC236}">
                <a16:creationId xmlns:a16="http://schemas.microsoft.com/office/drawing/2014/main" id="{3962A34F-1D66-A649-83D7-69B392B6F6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5866" t="14321" r="48528" b="71220"/>
          <a:stretch/>
        </p:blipFill>
        <p:spPr>
          <a:xfrm rot="10800000">
            <a:off x="227250" y="-42183"/>
            <a:ext cx="4785278" cy="137686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2096645"/>
            <a:ext cx="6256338" cy="4416581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Sub-heading">
            <a:extLst>
              <a:ext uri="{FF2B5EF4-FFF2-40B4-BE49-F238E27FC236}">
                <a16:creationId xmlns:a16="http://schemas.microsoft.com/office/drawing/2014/main" id="{F247DAB5-9184-904C-8ADA-EB59774A9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4798" y="1381173"/>
            <a:ext cx="6256339" cy="644993"/>
          </a:xfrm>
        </p:spPr>
        <p:txBody>
          <a:bodyPr anchor="ctr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0" i="0" kern="1200" dirty="0">
                <a:solidFill>
                  <a:schemeClr val="accent2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43724"/>
            <a:ext cx="4453200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1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Relationship Id="rId30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0"/>
            <a:ext cx="12192000" cy="1341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SU.Footer.Shape.White">
            <a:extLst>
              <a:ext uri="{FF2B5EF4-FFF2-40B4-BE49-F238E27FC236}">
                <a16:creationId xmlns:a16="http://schemas.microsoft.com/office/drawing/2014/main" id="{C2021710-E914-7244-8A47-3745EFB08A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 b="18185"/>
          <a:stretch/>
        </p:blipFill>
        <p:spPr>
          <a:xfrm>
            <a:off x="0" y="5909001"/>
            <a:ext cx="12192000" cy="948999"/>
          </a:xfrm>
          <a:prstGeom prst="rect">
            <a:avLst/>
          </a:prstGeom>
        </p:spPr>
      </p:pic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Economic and Management Sciences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EyeNzululwazi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ngoQoqosho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noLawulo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|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Ekonomiese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en</a:t>
            </a:r>
            <a:r>
              <a:rPr lang="en-GB" sz="1000" b="0" i="0" dirty="0">
                <a:solidFill>
                  <a:schemeClr val="accent3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3"/>
                </a:solidFill>
                <a:latin typeface="Trebuchet MS" panose="020B0703020202090204" pitchFamily="34" charset="0"/>
              </a:rPr>
              <a:t>Bestuurswetenskappe</a:t>
            </a:r>
            <a:endParaRPr lang="en-GB" sz="1000" b="0" i="0" dirty="0">
              <a:solidFill>
                <a:schemeClr val="accent3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SU.Shape" hidden="1">
            <a:extLst>
              <a:ext uri="{FF2B5EF4-FFF2-40B4-BE49-F238E27FC236}">
                <a16:creationId xmlns:a16="http://schemas.microsoft.com/office/drawing/2014/main" id="{050DDAF9-8F3A-0B48-82E1-6040CBB5F5D1}"/>
              </a:ext>
            </a:extLst>
          </p:cNvPr>
          <p:cNvSpPr/>
          <p:nvPr userDrawn="1"/>
        </p:nvSpPr>
        <p:spPr>
          <a:xfrm>
            <a:off x="0" y="1339540"/>
            <a:ext cx="12192000" cy="5259988"/>
          </a:xfrm>
          <a:custGeom>
            <a:avLst/>
            <a:gdLst>
              <a:gd name="connsiteX0" fmla="*/ 76801 w 3455263"/>
              <a:gd name="connsiteY0" fmla="*/ 1812227 h 1812226"/>
              <a:gd name="connsiteX1" fmla="*/ 0 w 3455263"/>
              <a:gd name="connsiteY1" fmla="*/ 1735169 h 1812226"/>
              <a:gd name="connsiteX2" fmla="*/ 0 w 3455263"/>
              <a:gd name="connsiteY2" fmla="*/ 0 h 1812226"/>
              <a:gd name="connsiteX3" fmla="*/ 3455263 w 3455263"/>
              <a:gd name="connsiteY3" fmla="*/ 0 h 1812226"/>
              <a:gd name="connsiteX4" fmla="*/ 3455263 w 3455263"/>
              <a:gd name="connsiteY4" fmla="*/ 1581150 h 1812226"/>
              <a:gd name="connsiteX5" fmla="*/ 3224766 w 3455263"/>
              <a:gd name="connsiteY5" fmla="*/ 1811750 h 1812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5263" h="1812226">
                <a:moveTo>
                  <a:pt x="76801" y="1812227"/>
                </a:moveTo>
                <a:cubicBezTo>
                  <a:pt x="76801" y="1812227"/>
                  <a:pt x="0" y="1812227"/>
                  <a:pt x="0" y="1735169"/>
                </a:cubicBezTo>
                <a:lnTo>
                  <a:pt x="0" y="0"/>
                </a:lnTo>
                <a:lnTo>
                  <a:pt x="3455263" y="0"/>
                </a:lnTo>
                <a:lnTo>
                  <a:pt x="3455263" y="1581150"/>
                </a:lnTo>
                <a:cubicBezTo>
                  <a:pt x="3455263" y="1581150"/>
                  <a:pt x="3455263" y="1811750"/>
                  <a:pt x="3224766" y="1811750"/>
                </a:cubicBezTo>
                <a:close/>
              </a:path>
            </a:pathLst>
          </a:custGeom>
          <a:noFill/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426437"/>
            <a:ext cx="11125197" cy="5155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85324"/>
            <a:ext cx="8515636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8" name="SU Logo">
            <a:extLst>
              <a:ext uri="{FF2B5EF4-FFF2-40B4-BE49-F238E27FC236}">
                <a16:creationId xmlns:a16="http://schemas.microsoft.com/office/drawing/2014/main" id="{4BCB2B4B-739F-974A-8938-B9DE97032C44}"/>
              </a:ext>
            </a:extLst>
          </p:cNvPr>
          <p:cNvPicPr>
            <a:picLocks noChangeAspect="1"/>
          </p:cNvPicPr>
          <p:nvPr userDrawn="1"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9138962" y="130470"/>
            <a:ext cx="3053038" cy="103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725" r:id="rId3"/>
    <p:sldLayoutId id="2147483712" r:id="rId4"/>
    <p:sldLayoutId id="2147483716" r:id="rId5"/>
    <p:sldLayoutId id="2147483741" r:id="rId6"/>
    <p:sldLayoutId id="2147483729" r:id="rId7"/>
    <p:sldLayoutId id="2147483749" r:id="rId8"/>
    <p:sldLayoutId id="2147483701" r:id="rId9"/>
    <p:sldLayoutId id="2147483713" r:id="rId10"/>
    <p:sldLayoutId id="2147483724" r:id="rId11"/>
    <p:sldLayoutId id="2147483743" r:id="rId12"/>
    <p:sldLayoutId id="2147483710" r:id="rId13"/>
    <p:sldLayoutId id="2147483750" r:id="rId14"/>
    <p:sldLayoutId id="2147483702" r:id="rId15"/>
    <p:sldLayoutId id="2147483714" r:id="rId16"/>
    <p:sldLayoutId id="2147483722" r:id="rId17"/>
    <p:sldLayoutId id="2147483744" r:id="rId18"/>
    <p:sldLayoutId id="2147483719" r:id="rId19"/>
    <p:sldLayoutId id="2147483751" r:id="rId20"/>
    <p:sldLayoutId id="2147483721" r:id="rId21"/>
    <p:sldLayoutId id="2147483709" r:id="rId22"/>
    <p:sldLayoutId id="2147483718" r:id="rId23"/>
    <p:sldLayoutId id="2147483745" r:id="rId24"/>
    <p:sldLayoutId id="2147483717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26.png"/><Relationship Id="rId7" Type="http://schemas.openxmlformats.org/officeDocument/2006/relationships/diagramLayout" Target="../diagrams/layout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6" Type="http://schemas.openxmlformats.org/officeDocument/2006/relationships/diagramData" Target="../diagrams/data3.xml"/><Relationship Id="rId5" Type="http://schemas.openxmlformats.org/officeDocument/2006/relationships/image" Target="../media/image28.jpeg"/><Relationship Id="rId10" Type="http://schemas.microsoft.com/office/2007/relationships/diagramDrawing" Target="../diagrams/drawing3.xml"/><Relationship Id="rId4" Type="http://schemas.openxmlformats.org/officeDocument/2006/relationships/image" Target="../media/image27.png"/><Relationship Id="rId9" Type="http://schemas.openxmlformats.org/officeDocument/2006/relationships/diagramColors" Target="../diagrams/colors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jpe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0C3128E-6965-DA44-B6A8-1C2E0271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/>
              <a:t>ACCOUNTING CYCLE</a:t>
            </a:r>
            <a:endParaRPr lang="en-GB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956FA49-1826-81B8-BEE8-CC6AE74C4B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2507432"/>
              </p:ext>
            </p:extLst>
          </p:nvPr>
        </p:nvGraphicFramePr>
        <p:xfrm>
          <a:off x="760396" y="1179421"/>
          <a:ext cx="971189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7673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ACCOUNTING CYCLE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99F7A-FEA3-F6A5-BD3B-5727F3D03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9461" y="1417320"/>
            <a:ext cx="8100140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algn="l" eaLnBrk="1" hangingPunct="1"/>
            <a:r>
              <a:rPr lang="en-GB" altLang="en-US" dirty="0"/>
              <a:t>An entity is any business that conducts operations and is involved in trading. It can sell goods or render services with or without the objective of making a profit. </a:t>
            </a:r>
          </a:p>
          <a:p>
            <a:pPr marL="0" indent="0" algn="l" eaLnBrk="1" hangingPunct="1">
              <a:buNone/>
            </a:pPr>
            <a:endParaRPr lang="en-GB" altLang="en-US" dirty="0"/>
          </a:p>
          <a:p>
            <a:pPr algn="l" eaLnBrk="1" hangingPunct="1"/>
            <a:r>
              <a:rPr lang="en-GB" altLang="en-US" b="1" dirty="0"/>
              <a:t>There are various types of entities:</a:t>
            </a:r>
          </a:p>
          <a:p>
            <a:pPr algn="l" eaLnBrk="1" hangingPunct="1"/>
            <a:endParaRPr lang="en-GB" altLang="en-US" b="1" dirty="0"/>
          </a:p>
          <a:p>
            <a:pPr algn="l" eaLnBrk="1" hangingPunct="1"/>
            <a:r>
              <a:rPr lang="en-GB" altLang="en-US" dirty="0"/>
              <a:t>Sole proprietorships  </a:t>
            </a:r>
          </a:p>
          <a:p>
            <a:pPr algn="l" eaLnBrk="1" hangingPunct="1"/>
            <a:r>
              <a:rPr lang="en-GB" altLang="en-US" dirty="0"/>
              <a:t>Partnerships</a:t>
            </a:r>
          </a:p>
          <a:p>
            <a:pPr algn="l" eaLnBrk="1" hangingPunct="1"/>
            <a:r>
              <a:rPr lang="en-GB" altLang="en-US" dirty="0"/>
              <a:t>Closed corporations</a:t>
            </a:r>
          </a:p>
          <a:p>
            <a:pPr algn="l" eaLnBrk="1" hangingPunct="1"/>
            <a:r>
              <a:rPr lang="en-GB" altLang="en-US" dirty="0"/>
              <a:t>Companies</a:t>
            </a:r>
            <a:endParaRPr lang="en-US" altLang="en-US" dirty="0"/>
          </a:p>
        </p:txBody>
      </p:sp>
      <p:pic>
        <p:nvPicPr>
          <p:cNvPr id="2050" name="Picture 2" descr="Guide for navigating s164 in the era of shareholder activism &amp; opportunism">
            <a:extLst>
              <a:ext uri="{FF2B5EF4-FFF2-40B4-BE49-F238E27FC236}">
                <a16:creationId xmlns:a16="http://schemas.microsoft.com/office/drawing/2014/main" id="{4DE8935F-6FBD-CA55-3ACF-3819BEE9B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2243558"/>
            <a:ext cx="5488485" cy="4107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160AC2-E4E1-F9E9-4D69-05D29EB01449}"/>
              </a:ext>
            </a:extLst>
          </p:cNvPr>
          <p:cNvSpPr txBox="1"/>
          <p:nvPr/>
        </p:nvSpPr>
        <p:spPr>
          <a:xfrm>
            <a:off x="7913049" y="6092791"/>
            <a:ext cx="4005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100" dirty="0"/>
              <a:t>https://www.golegal.co.za/s164-companies-shareholders/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807F8E-DF4D-216A-04AC-06D4345C4810}"/>
              </a:ext>
            </a:extLst>
          </p:cNvPr>
          <p:cNvSpPr txBox="1"/>
          <p:nvPr/>
        </p:nvSpPr>
        <p:spPr>
          <a:xfrm>
            <a:off x="129462" y="5582069"/>
            <a:ext cx="2453718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Theory, page 2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74972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ACCOUNTING CYCLE</a:t>
            </a:r>
            <a:endParaRPr lang="en-GB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9170F7D-610F-A176-9DD3-41ADA0BB107B}"/>
              </a:ext>
            </a:extLst>
          </p:cNvPr>
          <p:cNvSpPr txBox="1">
            <a:spLocks noChangeArrowheads="1"/>
          </p:cNvSpPr>
          <p:nvPr/>
        </p:nvSpPr>
        <p:spPr>
          <a:xfrm>
            <a:off x="129460" y="1417320"/>
            <a:ext cx="7897560" cy="4023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GB" altLang="en-US" sz="1800" b="1"/>
              <a:t>The accounting cycle</a:t>
            </a:r>
          </a:p>
          <a:p>
            <a:pPr marL="609600" indent="-609600">
              <a:buFontTx/>
              <a:buNone/>
            </a:pPr>
            <a:endParaRPr lang="en-GB" altLang="en-US" sz="1800"/>
          </a:p>
          <a:p>
            <a:pPr marL="609600" indent="-609600">
              <a:buFontTx/>
              <a:buAutoNum type="arabicPeriod"/>
            </a:pPr>
            <a:r>
              <a:rPr lang="en-GB" altLang="en-US" sz="1800"/>
              <a:t>Recording and processing</a:t>
            </a:r>
            <a:endParaRPr lang="en-US" altLang="en-US" sz="1800" i="1"/>
          </a:p>
          <a:p>
            <a:pPr marL="609600" indent="-609600">
              <a:buFontTx/>
              <a:buNone/>
            </a:pPr>
            <a:endParaRPr lang="en-GB" altLang="en-US" sz="1800" i="1"/>
          </a:p>
          <a:p>
            <a:pPr marL="609600" indent="-609600">
              <a:buFontTx/>
              <a:buAutoNum type="arabicPeriod" startAt="2"/>
            </a:pPr>
            <a:r>
              <a:rPr lang="en-GB" altLang="en-US" sz="1800"/>
              <a:t>Correcting mistakes</a:t>
            </a:r>
            <a:endParaRPr lang="en-GB" altLang="en-US" sz="1800" i="1"/>
          </a:p>
          <a:p>
            <a:pPr marL="609600" indent="-609600">
              <a:buFontTx/>
              <a:buNone/>
            </a:pPr>
            <a:endParaRPr lang="en-GB" altLang="en-US" sz="1800" i="1"/>
          </a:p>
          <a:p>
            <a:pPr marL="609600" indent="-609600">
              <a:buFontTx/>
              <a:buAutoNum type="arabicPeriod" startAt="3"/>
            </a:pPr>
            <a:r>
              <a:rPr lang="en-GB" altLang="en-US" sz="1800"/>
              <a:t>Compliance with accounting principles</a:t>
            </a:r>
          </a:p>
          <a:p>
            <a:pPr marL="609600" indent="-609600">
              <a:buFontTx/>
              <a:buNone/>
            </a:pPr>
            <a:endParaRPr lang="en-GB" altLang="en-US" sz="1800"/>
          </a:p>
          <a:p>
            <a:pPr marL="609600" indent="-609600">
              <a:buFontTx/>
              <a:buAutoNum type="arabicPeriod" startAt="4"/>
            </a:pPr>
            <a:r>
              <a:rPr lang="en-GB" altLang="en-US" sz="1800"/>
              <a:t>Preparation of financial statements</a:t>
            </a:r>
            <a:endParaRPr lang="en-US" altLang="en-US" sz="1800" i="1" dirty="0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801D900-70E9-E35A-2664-FE90B00402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4519856"/>
              </p:ext>
            </p:extLst>
          </p:nvPr>
        </p:nvGraphicFramePr>
        <p:xfrm>
          <a:off x="4078240" y="1015397"/>
          <a:ext cx="4433557" cy="2675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2" descr="IFRS - Products and services">
            <a:extLst>
              <a:ext uri="{FF2B5EF4-FFF2-40B4-BE49-F238E27FC236}">
                <a16:creationId xmlns:a16="http://schemas.microsoft.com/office/drawing/2014/main" id="{502DE54E-BCAF-5C9F-000C-343F822DF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974" y="3110308"/>
            <a:ext cx="3810000" cy="3276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C7F0B4-2C57-610B-6CB5-B7446E133EBE}"/>
              </a:ext>
            </a:extLst>
          </p:cNvPr>
          <p:cNvSpPr txBox="1"/>
          <p:nvPr/>
        </p:nvSpPr>
        <p:spPr>
          <a:xfrm>
            <a:off x="9026090" y="6045505"/>
            <a:ext cx="23740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/>
              <a:t>https://www.ifrs.org/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E499D-1AB3-30F4-7E99-D6620C877723}"/>
              </a:ext>
            </a:extLst>
          </p:cNvPr>
          <p:cNvSpPr txBox="1"/>
          <p:nvPr/>
        </p:nvSpPr>
        <p:spPr>
          <a:xfrm>
            <a:off x="129462" y="6092791"/>
            <a:ext cx="165473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2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9902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1D5BC-7609-4FA0-B782-6A1AAEFDC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E11B47D-371B-F3CD-CE95-33218E88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ACCOUNTING CYCLE</a:t>
            </a:r>
            <a:endParaRPr lang="en-GB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1737244-21F6-4A1A-BF50-C66371B5781E}"/>
              </a:ext>
            </a:extLst>
          </p:cNvPr>
          <p:cNvSpPr txBox="1">
            <a:spLocks noChangeArrowheads="1"/>
          </p:cNvSpPr>
          <p:nvPr/>
        </p:nvSpPr>
        <p:spPr>
          <a:xfrm>
            <a:off x="129460" y="1417320"/>
            <a:ext cx="7897560" cy="40233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marR="0" lvl="0" indent="-609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FontTx/>
              <a:buAutoNum type="arabicPeriod"/>
              <a:tabLst/>
              <a:defRPr/>
            </a:pPr>
            <a:r>
              <a:rPr kumimoji="0" lang="en-GB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Recording and processing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None/>
              <a:tabLst/>
              <a:defRPr/>
            </a:pPr>
            <a:endParaRPr lang="en-GB" altLang="en-US" sz="2000" b="1" dirty="0">
              <a:solidFill>
                <a:srgbClr val="4D5356"/>
              </a:solidFill>
              <a:latin typeface="Calibri" panose="020F0502020204030204"/>
            </a:endParaRPr>
          </a:p>
          <a:p>
            <a:pPr lvl="1">
              <a:spcBef>
                <a:spcPts val="1000"/>
              </a:spcBef>
              <a:buClr>
                <a:srgbClr val="B79962"/>
              </a:buClr>
              <a:buFont typeface="Wingdings" panose="05000000000000000000" pitchFamily="2" charset="2"/>
              <a:buChar char="Ø"/>
              <a:defRPr/>
            </a:pPr>
            <a:r>
              <a:rPr kumimoji="0" lang="en-GB" altLang="en-US" sz="200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 entry 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79962"/>
              </a:buClr>
              <a:buSzTx/>
              <a:buNone/>
              <a:tabLst/>
              <a:defRPr/>
            </a:pPr>
            <a:r>
              <a:rPr lang="en-GB" altLang="en-US" sz="2000" dirty="0">
                <a:solidFill>
                  <a:srgbClr val="4D5356"/>
                </a:solidFill>
                <a:latin typeface="Calibri" panose="020F0502020204030204"/>
              </a:rPr>
              <a:t>	Dt vs Cr</a:t>
            </a:r>
            <a:endParaRPr kumimoji="0" lang="en-US" altLang="en-US" sz="2000" u="none" strike="noStrike" kern="1200" cap="none" spc="0" normalizeH="0" baseline="0" noProof="0" dirty="0">
              <a:ln>
                <a:noFill/>
              </a:ln>
              <a:solidFill>
                <a:srgbClr val="4D535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47A073-F267-F0A5-6703-77DFF1B75F0C}"/>
              </a:ext>
            </a:extLst>
          </p:cNvPr>
          <p:cNvSpPr txBox="1"/>
          <p:nvPr/>
        </p:nvSpPr>
        <p:spPr>
          <a:xfrm>
            <a:off x="129462" y="6092791"/>
            <a:ext cx="165473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Theory, page 2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4D535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15B693-06B1-12F6-2032-ADB2F939EC39}"/>
              </a:ext>
            </a:extLst>
          </p:cNvPr>
          <p:cNvSpPr/>
          <p:nvPr/>
        </p:nvSpPr>
        <p:spPr>
          <a:xfrm>
            <a:off x="324465" y="3578942"/>
            <a:ext cx="2861187" cy="59976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E    +    L    =    A</a:t>
            </a:r>
            <a:endParaRPr lang="en-ZA" sz="28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A04AD0-036B-7FB4-A00A-7CDD667E2CF9}"/>
              </a:ext>
            </a:extLst>
          </p:cNvPr>
          <p:cNvSpPr/>
          <p:nvPr/>
        </p:nvSpPr>
        <p:spPr>
          <a:xfrm>
            <a:off x="4527756" y="3578942"/>
            <a:ext cx="2861187" cy="59976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E    =    A    -    L</a:t>
            </a:r>
            <a:endParaRPr lang="en-ZA" sz="28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264070-02E2-F1D5-1390-82EFAA3ECAB4}"/>
              </a:ext>
            </a:extLst>
          </p:cNvPr>
          <p:cNvSpPr/>
          <p:nvPr/>
        </p:nvSpPr>
        <p:spPr>
          <a:xfrm>
            <a:off x="3339690" y="3578942"/>
            <a:ext cx="1034027" cy="599768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OR</a:t>
            </a:r>
            <a:endParaRPr lang="en-ZA" sz="2800" b="1" dirty="0"/>
          </a:p>
        </p:txBody>
      </p:sp>
    </p:spTree>
    <p:extLst>
      <p:ext uri="{BB962C8B-B14F-4D97-AF65-F5344CB8AC3E}">
        <p14:creationId xmlns:p14="http://schemas.microsoft.com/office/powerpoint/2010/main" val="3477427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ACCOUNTING CYCLE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D7F2226-029E-F53D-5D43-6E3EB89479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6087" y="1417320"/>
            <a:ext cx="7897560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sz="2000" b="1" dirty="0"/>
              <a:t>Processing and recording transactions:</a:t>
            </a:r>
          </a:p>
          <a:p>
            <a:pPr eaLnBrk="1" hangingPunct="1">
              <a:buFontTx/>
              <a:buNone/>
            </a:pPr>
            <a:endParaRPr lang="en-US" altLang="en-US" sz="1600" b="1" dirty="0"/>
          </a:p>
          <a:p>
            <a:pPr eaLnBrk="1" hangingPunct="1">
              <a:buFontTx/>
              <a:buNone/>
            </a:pPr>
            <a:r>
              <a:rPr lang="en-US" altLang="en-US" sz="1600" b="1" dirty="0"/>
              <a:t>Source documents</a:t>
            </a:r>
            <a:r>
              <a:rPr lang="en-US" altLang="en-US" sz="1600" dirty="0"/>
              <a:t> 		Internal</a:t>
            </a:r>
          </a:p>
          <a:p>
            <a:pPr eaLnBrk="1" hangingPunct="1">
              <a:buFontTx/>
              <a:buNone/>
            </a:pPr>
            <a:r>
              <a:rPr lang="en-US" altLang="en-US" sz="1600" dirty="0"/>
              <a:t>				External</a:t>
            </a:r>
          </a:p>
          <a:p>
            <a:pPr eaLnBrk="1" hangingPunct="1">
              <a:buFontTx/>
              <a:buNone/>
            </a:pPr>
            <a:endParaRPr lang="en-US" altLang="en-US" sz="1600" dirty="0"/>
          </a:p>
          <a:p>
            <a:pPr eaLnBrk="1" hangingPunct="1">
              <a:buFontTx/>
              <a:buNone/>
            </a:pPr>
            <a:r>
              <a:rPr lang="en-US" altLang="en-US" sz="1600" b="1" dirty="0"/>
              <a:t>Journals</a:t>
            </a:r>
          </a:p>
          <a:p>
            <a:pPr eaLnBrk="1" hangingPunct="1">
              <a:buFontTx/>
              <a:buNone/>
            </a:pPr>
            <a:r>
              <a:rPr lang="en-GB" altLang="en-US" sz="1800" dirty="0"/>
              <a:t>	Purchases journal			Sales journal</a:t>
            </a:r>
          </a:p>
          <a:p>
            <a:pPr eaLnBrk="1" hangingPunct="1">
              <a:buFontTx/>
              <a:buNone/>
            </a:pPr>
            <a:r>
              <a:rPr lang="en-GB" altLang="en-US" sz="1800" dirty="0"/>
              <a:t>	Purchases return journal		Sales return journal </a:t>
            </a:r>
          </a:p>
          <a:p>
            <a:pPr eaLnBrk="1" hangingPunct="1">
              <a:buFontTx/>
              <a:buNone/>
            </a:pPr>
            <a:r>
              <a:rPr lang="en-GB" altLang="en-US" sz="1800" dirty="0"/>
              <a:t>	Cash payments journal		Cash receipts journal</a:t>
            </a:r>
          </a:p>
          <a:p>
            <a:pPr eaLnBrk="1" hangingPunct="1">
              <a:buFontTx/>
              <a:buNone/>
            </a:pPr>
            <a:r>
              <a:rPr lang="en-GB" altLang="en-US" sz="1800" dirty="0"/>
              <a:t>	General journal</a:t>
            </a:r>
          </a:p>
          <a:p>
            <a:pPr eaLnBrk="1" hangingPunct="1">
              <a:buFontTx/>
              <a:buNone/>
            </a:pPr>
            <a:endParaRPr lang="en-GB" altLang="en-US" sz="1800" dirty="0"/>
          </a:p>
          <a:p>
            <a:pPr eaLnBrk="1" hangingPunct="1">
              <a:buFontTx/>
              <a:buNone/>
            </a:pPr>
            <a:r>
              <a:rPr lang="en-GB" altLang="en-US" sz="1600" b="1" dirty="0"/>
              <a:t>General ledger</a:t>
            </a:r>
            <a:endParaRPr lang="en-US" altLang="en-US" sz="1600" b="1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CB95F15-DC41-342F-2919-EE1613FD0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198" y="2212312"/>
            <a:ext cx="4005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f-ZA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8CC072D8-28BC-C6B2-2D61-EE24D1348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1223" y="2509087"/>
            <a:ext cx="40059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f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65AECE-B329-5B68-9355-FE78AB48D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103" y="1202829"/>
            <a:ext cx="1603155" cy="17264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C397B9-2FCB-7E0A-A22F-B4A7BF99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96397">
            <a:off x="6891576" y="1378145"/>
            <a:ext cx="1428271" cy="14282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487914-D0EE-11E7-E492-3FF5DA8CB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85633">
            <a:off x="8294016" y="1557483"/>
            <a:ext cx="1726981" cy="18598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4" descr="Simple Receipt Vector Icon. Stock Vector - Illustration of calculation,  bill: 157813464">
            <a:extLst>
              <a:ext uri="{FF2B5EF4-FFF2-40B4-BE49-F238E27FC236}">
                <a16:creationId xmlns:a16="http://schemas.microsoft.com/office/drawing/2014/main" id="{09BB1A9D-CC2E-D0ED-88F3-8D621F913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5895" y="1522414"/>
            <a:ext cx="1840552" cy="19431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CBFF2F4E-D548-5A67-5EFF-DDD2B2B4B1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718322"/>
              </p:ext>
            </p:extLst>
          </p:nvPr>
        </p:nvGraphicFramePr>
        <p:xfrm>
          <a:off x="7542135" y="3792353"/>
          <a:ext cx="4433557" cy="2675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2E343CA-EEDF-34A0-E614-F7D4C80B131E}"/>
              </a:ext>
            </a:extLst>
          </p:cNvPr>
          <p:cNvSpPr txBox="1"/>
          <p:nvPr/>
        </p:nvSpPr>
        <p:spPr>
          <a:xfrm>
            <a:off x="129462" y="6092791"/>
            <a:ext cx="165473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3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3871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ACCOUNTING CYCLE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1FA83E7-E596-47CB-1031-261DACEE32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0584" y="1417320"/>
            <a:ext cx="7897560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US" sz="1800" b="1" dirty="0"/>
              <a:t>Accounting systems:</a:t>
            </a:r>
          </a:p>
          <a:p>
            <a:pPr eaLnBrk="1" hangingPunct="1">
              <a:buFontTx/>
              <a:buNone/>
            </a:pPr>
            <a:r>
              <a:rPr lang="en-US" altLang="en-US" sz="1800" b="1" dirty="0"/>
              <a:t> </a:t>
            </a:r>
          </a:p>
          <a:p>
            <a:pPr eaLnBrk="1" hangingPunct="1">
              <a:buFontTx/>
              <a:buNone/>
            </a:pPr>
            <a:r>
              <a:rPr lang="en-US" altLang="en-US" sz="1800" b="1" dirty="0"/>
              <a:t>Objective</a:t>
            </a:r>
          </a:p>
          <a:p>
            <a:pPr eaLnBrk="1" hangingPunct="1"/>
            <a:r>
              <a:rPr lang="en-US" altLang="en-US" sz="1800" dirty="0"/>
              <a:t>Processing of similar transactions</a:t>
            </a:r>
          </a:p>
          <a:p>
            <a:pPr eaLnBrk="1" hangingPunct="1"/>
            <a:r>
              <a:rPr lang="en-US" altLang="en-US" sz="1800" dirty="0"/>
              <a:t>Information for decision-making and reporting</a:t>
            </a:r>
          </a:p>
          <a:p>
            <a:pPr eaLnBrk="1" hangingPunct="1"/>
            <a:endParaRPr lang="en-US" altLang="en-US" sz="1800" dirty="0"/>
          </a:p>
          <a:p>
            <a:pPr eaLnBrk="1" hangingPunct="1">
              <a:buFontTx/>
              <a:buNone/>
            </a:pPr>
            <a:r>
              <a:rPr lang="en-US" altLang="en-US" sz="1800" b="1" dirty="0"/>
              <a:t>Requirements</a:t>
            </a:r>
          </a:p>
          <a:p>
            <a:pPr eaLnBrk="1" hangingPunct="1"/>
            <a:r>
              <a:rPr lang="en-US" altLang="en-US" sz="1800" dirty="0"/>
              <a:t>Relevant, accurate and timely information</a:t>
            </a:r>
          </a:p>
          <a:p>
            <a:pPr eaLnBrk="1" hangingPunct="1"/>
            <a:r>
              <a:rPr lang="en-US" altLang="en-US" sz="1800" dirty="0"/>
              <a:t>Internal controls</a:t>
            </a:r>
          </a:p>
          <a:p>
            <a:pPr eaLnBrk="1" hangingPunct="1"/>
            <a:r>
              <a:rPr lang="en-US" altLang="en-US" sz="1800" dirty="0"/>
              <a:t>Adaptable</a:t>
            </a:r>
          </a:p>
          <a:p>
            <a:pPr eaLnBrk="1" hangingPunct="1">
              <a:buFontTx/>
              <a:buNone/>
            </a:pPr>
            <a:endParaRPr lang="en-US" altLang="en-US" sz="1800" dirty="0"/>
          </a:p>
          <a:p>
            <a:pPr eaLnBrk="1" hangingPunct="1">
              <a:buFontTx/>
              <a:buNone/>
            </a:pPr>
            <a:r>
              <a:rPr lang="en-US" altLang="en-US" sz="1800" b="1" dirty="0"/>
              <a:t>Design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6E6B79C-A395-A2C1-6065-FE3C32BAC3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3396174"/>
              </p:ext>
            </p:extLst>
          </p:nvPr>
        </p:nvGraphicFramePr>
        <p:xfrm>
          <a:off x="6198669" y="2589194"/>
          <a:ext cx="5517142" cy="3263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5A598F7-35A3-220D-4417-E8CC62120824}"/>
              </a:ext>
            </a:extLst>
          </p:cNvPr>
          <p:cNvSpPr txBox="1"/>
          <p:nvPr/>
        </p:nvSpPr>
        <p:spPr>
          <a:xfrm>
            <a:off x="129462" y="6092791"/>
            <a:ext cx="165473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4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60801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PURCHASES AND CREDITORS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835D032-D706-8F14-0C6F-327709DCD8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8335" y="1417320"/>
            <a:ext cx="7897560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ZA" altLang="en-US" sz="1800" b="1" dirty="0"/>
              <a:t>Objective:</a:t>
            </a:r>
          </a:p>
          <a:p>
            <a:pPr eaLnBrk="1" hangingPunct="1"/>
            <a:r>
              <a:rPr lang="en-ZA" altLang="en-US" sz="1800" dirty="0"/>
              <a:t>All purchases must be authorised</a:t>
            </a:r>
          </a:p>
          <a:p>
            <a:pPr eaLnBrk="1" hangingPunct="1"/>
            <a:r>
              <a:rPr lang="en-ZA" altLang="en-US" sz="1800" dirty="0"/>
              <a:t>Controls ensuring that ordered goods are actually received</a:t>
            </a:r>
          </a:p>
          <a:p>
            <a:pPr eaLnBrk="1" hangingPunct="1"/>
            <a:r>
              <a:rPr lang="en-ZA" altLang="en-US" sz="1800" dirty="0"/>
              <a:t>The invoiced prices should agree to the price agreed upon</a:t>
            </a:r>
          </a:p>
          <a:p>
            <a:pPr eaLnBrk="1" hangingPunct="1"/>
            <a:r>
              <a:rPr lang="en-ZA" altLang="en-US" sz="1800" dirty="0"/>
              <a:t>All obligations must be recorded accurately</a:t>
            </a:r>
          </a:p>
          <a:p>
            <a:pPr eaLnBrk="1" hangingPunct="1"/>
            <a:r>
              <a:rPr lang="en-ZA" altLang="en-US" sz="1800" dirty="0"/>
              <a:t>Creditors must be paid on time</a:t>
            </a:r>
          </a:p>
          <a:p>
            <a:pPr eaLnBrk="1" hangingPunct="1"/>
            <a:endParaRPr lang="en-ZA" altLang="en-US" sz="900" dirty="0"/>
          </a:p>
          <a:p>
            <a:pPr eaLnBrk="1" hangingPunct="1">
              <a:buFontTx/>
              <a:buNone/>
            </a:pPr>
            <a:r>
              <a:rPr lang="en-ZA" altLang="en-US" sz="1800" b="1" dirty="0"/>
              <a:t>Source documents:</a:t>
            </a:r>
          </a:p>
          <a:p>
            <a:pPr eaLnBrk="1" hangingPunct="1">
              <a:buFontTx/>
              <a:buNone/>
            </a:pPr>
            <a:r>
              <a:rPr lang="en-ZA" altLang="en-US" sz="1800" dirty="0"/>
              <a:t>Requisitions			Order form</a:t>
            </a:r>
          </a:p>
          <a:p>
            <a:pPr eaLnBrk="1" hangingPunct="1">
              <a:buFontTx/>
              <a:buNone/>
            </a:pPr>
            <a:r>
              <a:rPr lang="en-ZA" altLang="en-US" sz="1800" dirty="0"/>
              <a:t>Goods received note			Invoice</a:t>
            </a:r>
          </a:p>
          <a:p>
            <a:pPr eaLnBrk="1" hangingPunct="1">
              <a:buFontTx/>
              <a:buNone/>
            </a:pPr>
            <a:r>
              <a:rPr lang="en-ZA" altLang="en-US" sz="1800" dirty="0"/>
              <a:t>Monthly creditors’ statement		Proof of payment </a:t>
            </a:r>
          </a:p>
          <a:p>
            <a:pPr eaLnBrk="1" hangingPunct="1">
              <a:buFontTx/>
              <a:buNone/>
            </a:pPr>
            <a:r>
              <a:rPr lang="en-ZA" altLang="en-US" sz="1800" dirty="0"/>
              <a:t>Payment requisitions		Bank statements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AC369F-A2B6-8AE4-4F95-CAF1CA816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602" y="923007"/>
            <a:ext cx="1586293" cy="1708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04CDD9-F83D-4D06-F85C-2715A7D3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7" y="1313230"/>
            <a:ext cx="1428271" cy="14282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458" name="Picture 2" descr="Goods Received Note | Goods Receipt Note | GRN Format">
            <a:extLst>
              <a:ext uri="{FF2B5EF4-FFF2-40B4-BE49-F238E27FC236}">
                <a16:creationId xmlns:a16="http://schemas.microsoft.com/office/drawing/2014/main" id="{91B624AC-B2B0-DAF8-017A-C6534476D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194" y="2872988"/>
            <a:ext cx="5070757" cy="2852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EF5DC9-F1F7-9939-1D0C-D054DEDD0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0855" y="4589270"/>
            <a:ext cx="1581190" cy="17028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51D2DA-DDCA-89AD-249C-5D1C7FA2D25D}"/>
              </a:ext>
            </a:extLst>
          </p:cNvPr>
          <p:cNvSpPr txBox="1"/>
          <p:nvPr/>
        </p:nvSpPr>
        <p:spPr>
          <a:xfrm>
            <a:off x="158335" y="5917615"/>
            <a:ext cx="1822001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4-6</a:t>
            </a:r>
          </a:p>
          <a:p>
            <a:r>
              <a:rPr lang="en-US" dirty="0"/>
              <a:t>Example 1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15950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SALES AND DEBTORS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E578AC6-DABD-86C6-ACE6-22A0725DE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085" y="1417320"/>
            <a:ext cx="7897560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GB" altLang="en-US" sz="1800" b="1" dirty="0"/>
              <a:t>Objective of the system</a:t>
            </a:r>
          </a:p>
          <a:p>
            <a:pPr eaLnBrk="1" hangingPunct="1"/>
            <a:r>
              <a:rPr lang="en-GB" altLang="en-US" sz="1800" dirty="0"/>
              <a:t>All sales must be recorded timeously</a:t>
            </a:r>
          </a:p>
          <a:p>
            <a:pPr eaLnBrk="1" hangingPunct="1"/>
            <a:r>
              <a:rPr lang="en-GB" altLang="en-US" sz="1800" dirty="0"/>
              <a:t>The correct amount must be invoiced</a:t>
            </a:r>
          </a:p>
          <a:p>
            <a:pPr eaLnBrk="1" hangingPunct="1"/>
            <a:r>
              <a:rPr lang="en-GB" altLang="en-US" sz="1800" dirty="0"/>
              <a:t>All payments must be recorded</a:t>
            </a:r>
          </a:p>
          <a:p>
            <a:pPr eaLnBrk="1" hangingPunct="1"/>
            <a:r>
              <a:rPr lang="en-GB" altLang="en-US" sz="1800" dirty="0"/>
              <a:t>There must be control over the collection of monies</a:t>
            </a:r>
          </a:p>
          <a:p>
            <a:pPr eaLnBrk="1" hangingPunct="1"/>
            <a:endParaRPr lang="en-GB" altLang="en-US" sz="1800" dirty="0"/>
          </a:p>
          <a:p>
            <a:pPr eaLnBrk="1" hangingPunct="1">
              <a:buFontTx/>
              <a:buNone/>
            </a:pPr>
            <a:r>
              <a:rPr lang="en-US" altLang="en-US" sz="1800" b="1" dirty="0"/>
              <a:t>Source documents</a:t>
            </a:r>
          </a:p>
          <a:p>
            <a:pPr eaLnBrk="1" hangingPunct="1">
              <a:buFontTx/>
              <a:buNone/>
            </a:pPr>
            <a:r>
              <a:rPr lang="en-US" altLang="en-US" sz="1800" dirty="0"/>
              <a:t>Delivery note			Invoice</a:t>
            </a:r>
          </a:p>
          <a:p>
            <a:pPr eaLnBrk="1" hangingPunct="1">
              <a:buFontTx/>
              <a:buNone/>
            </a:pPr>
            <a:r>
              <a:rPr lang="en-US" altLang="en-US" sz="1800" dirty="0"/>
              <a:t>Monthly debtors’ statement		Receipt</a:t>
            </a:r>
          </a:p>
          <a:p>
            <a:pPr eaLnBrk="1" hangingPunct="1">
              <a:buFontTx/>
              <a:buNone/>
            </a:pPr>
            <a:r>
              <a:rPr lang="en-US" altLang="en-US" sz="1800" dirty="0"/>
              <a:t>Bank deposit slip			Bank statement</a:t>
            </a:r>
          </a:p>
        </p:txBody>
      </p:sp>
      <p:pic>
        <p:nvPicPr>
          <p:cNvPr id="3" name="Picture 2" descr="3,400 Till Payment Images, Stock Photos &amp; Vectors | Shutterstock">
            <a:extLst>
              <a:ext uri="{FF2B5EF4-FFF2-40B4-BE49-F238E27FC236}">
                <a16:creationId xmlns:a16="http://schemas.microsoft.com/office/drawing/2014/main" id="{91FA2396-EE3A-070B-8E24-0AFCADA70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803" y="1060849"/>
            <a:ext cx="2678731" cy="1923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796E1C-45ED-7A0B-B13C-2A494D74A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532" y="1171034"/>
            <a:ext cx="1581190" cy="17028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Simple Receipt Vector Icon. Stock Vector - Illustration of calculation,  bill: 157813464">
            <a:extLst>
              <a:ext uri="{FF2B5EF4-FFF2-40B4-BE49-F238E27FC236}">
                <a16:creationId xmlns:a16="http://schemas.microsoft.com/office/drawing/2014/main" id="{764B0D4E-207E-12A4-2A44-B2584B8E0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960" y="1492917"/>
            <a:ext cx="1833900" cy="1936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47A549AC-8661-B1C2-4F09-47A144F1C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241" y="3750834"/>
            <a:ext cx="5960767" cy="2723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04526F-5E43-0DD7-6C6D-42A244CA37BB}"/>
              </a:ext>
            </a:extLst>
          </p:cNvPr>
          <p:cNvSpPr txBox="1"/>
          <p:nvPr/>
        </p:nvSpPr>
        <p:spPr>
          <a:xfrm>
            <a:off x="158335" y="5917615"/>
            <a:ext cx="1822001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6-8</a:t>
            </a:r>
          </a:p>
          <a:p>
            <a:r>
              <a:rPr lang="en-US" dirty="0"/>
              <a:t>Example 2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33370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SALES AND DEBTORS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552AC59-072D-55D0-C1FB-C5A10A6972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9084" y="1417319"/>
            <a:ext cx="9312924" cy="465382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eaLnBrk="1" hangingPunct="1">
              <a:buFontTx/>
              <a:buNone/>
              <a:defRPr/>
            </a:pPr>
            <a:r>
              <a:rPr lang="en-US" sz="1800" b="1" dirty="0"/>
              <a:t>Returns</a:t>
            </a:r>
          </a:p>
          <a:p>
            <a:pPr eaLnBrk="1" hangingPunct="1">
              <a:buFontTx/>
              <a:buNone/>
              <a:defRPr/>
            </a:pPr>
            <a:endParaRPr lang="en-US" sz="800" b="1" dirty="0"/>
          </a:p>
          <a:p>
            <a:pPr eaLnBrk="1" hangingPunct="1">
              <a:buFontTx/>
              <a:buNone/>
              <a:defRPr/>
            </a:pPr>
            <a:r>
              <a:rPr lang="en-US" sz="1800" b="1" dirty="0"/>
              <a:t>Debtors</a:t>
            </a:r>
          </a:p>
          <a:p>
            <a:pPr eaLnBrk="1" hangingPunct="1">
              <a:defRPr/>
            </a:pPr>
            <a:r>
              <a:rPr lang="en-US" sz="1800" dirty="0"/>
              <a:t>Age analysis</a:t>
            </a:r>
          </a:p>
          <a:p>
            <a:pPr eaLnBrk="1" hangingPunct="1">
              <a:defRPr/>
            </a:pPr>
            <a:r>
              <a:rPr lang="en-US" sz="1800" dirty="0"/>
              <a:t>Monthly statements</a:t>
            </a:r>
          </a:p>
          <a:p>
            <a:pPr eaLnBrk="1" hangingPunct="1">
              <a:buFontTx/>
              <a:buNone/>
              <a:defRPr/>
            </a:pPr>
            <a:endParaRPr lang="en-US" sz="800" dirty="0"/>
          </a:p>
          <a:p>
            <a:pPr eaLnBrk="1" hangingPunct="1">
              <a:buFontTx/>
              <a:buNone/>
              <a:defRPr/>
            </a:pPr>
            <a:r>
              <a:rPr lang="en-US" sz="1800" b="1" dirty="0"/>
              <a:t>Bad debts</a:t>
            </a:r>
            <a:endParaRPr lang="en-US" sz="1800" b="1" i="1" dirty="0"/>
          </a:p>
          <a:p>
            <a:pPr eaLnBrk="1" hangingPunct="1">
              <a:defRPr/>
            </a:pPr>
            <a:r>
              <a:rPr lang="en-US" sz="1800" dirty="0"/>
              <a:t>Follow certain procedures before deeming a debt irrecoverable</a:t>
            </a:r>
          </a:p>
          <a:p>
            <a:pPr eaLnBrk="1" hangingPunct="1">
              <a:defRPr/>
            </a:pPr>
            <a:r>
              <a:rPr lang="en-US" sz="1800" dirty="0"/>
              <a:t>Specific debtors are written off</a:t>
            </a:r>
          </a:p>
          <a:p>
            <a:pPr eaLnBrk="1" hangingPunct="1">
              <a:buFontTx/>
              <a:buNone/>
              <a:defRPr/>
            </a:pPr>
            <a:endParaRPr lang="en-US" sz="800" dirty="0"/>
          </a:p>
          <a:p>
            <a:pPr eaLnBrk="1" hangingPunct="1">
              <a:buFontTx/>
              <a:buNone/>
              <a:defRPr/>
            </a:pPr>
            <a:r>
              <a:rPr lang="en-US" sz="1800" dirty="0" err="1"/>
              <a:t>Dr</a:t>
            </a:r>
            <a:r>
              <a:rPr lang="en-US" sz="1800" dirty="0"/>
              <a:t>    Bad debts (P/L)</a:t>
            </a:r>
          </a:p>
          <a:p>
            <a:pPr eaLnBrk="1" hangingPunct="1">
              <a:buFontTx/>
              <a:buNone/>
              <a:defRPr/>
            </a:pPr>
            <a:r>
              <a:rPr lang="en-US" sz="1800" dirty="0"/>
              <a:t>	Cr 	Debtors (SFP)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sz="1800" i="1" dirty="0"/>
              <a:t>Decrease in the debtors’ control account in the general ledger, as well as in the debtors’ ledger</a:t>
            </a:r>
          </a:p>
          <a:p>
            <a:pPr eaLnBrk="1" hangingPunct="1">
              <a:buFontTx/>
              <a:buNone/>
              <a:defRPr/>
            </a:pPr>
            <a:endParaRPr lang="en-US" sz="1800" dirty="0"/>
          </a:p>
          <a:p>
            <a:pPr eaLnBrk="1" hangingPunct="1">
              <a:defRPr/>
            </a:pPr>
            <a:endParaRPr lang="en-US" sz="1000" dirty="0"/>
          </a:p>
          <a:p>
            <a:pPr eaLnBrk="1" hangingPunct="1">
              <a:buFontTx/>
              <a:buNone/>
              <a:defRPr/>
            </a:pPr>
            <a:endParaRPr lang="en-US" dirty="0"/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CCFA1ACA-75D6-3D9B-EFE0-67F5C792FEF4}"/>
              </a:ext>
            </a:extLst>
          </p:cNvPr>
          <p:cNvSpPr/>
          <p:nvPr/>
        </p:nvSpPr>
        <p:spPr>
          <a:xfrm rot="1366660">
            <a:off x="7939113" y="3625571"/>
            <a:ext cx="3152875" cy="1909711"/>
          </a:xfrm>
          <a:prstGeom prst="cloud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Remember: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In a general journal entry, you must indicate where in the financial statements you will find the account</a:t>
            </a:r>
            <a:endParaRPr lang="en-ZA" sz="140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F0F31-E3A1-CA64-2BC0-439AABFD803C}"/>
              </a:ext>
            </a:extLst>
          </p:cNvPr>
          <p:cNvSpPr txBox="1"/>
          <p:nvPr/>
        </p:nvSpPr>
        <p:spPr>
          <a:xfrm>
            <a:off x="9690411" y="6056310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8-10</a:t>
            </a:r>
          </a:p>
          <a:p>
            <a:r>
              <a:rPr lang="en-US" dirty="0"/>
              <a:t>Example 3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01083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SALES AND DEBTORS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8B4D53E-F90F-B542-51CD-294C369FB0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8124" y="1417320"/>
            <a:ext cx="8602739" cy="402095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Recovery of bad debts</a:t>
            </a:r>
            <a:endParaRPr lang="en-US" altLang="en-US" sz="1400" b="1" i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TWO SCENARIO’s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Debt written off during the year and later recovered in the same year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Only the irrecoverable portion of the debt may be recorded as an expense during the year.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Bank (SFP)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	Cr   Bad debt (P/L)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(Expense decreases by the amount recovered)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2"/>
            </a:pPr>
            <a:r>
              <a:rPr lang="en-US" altLang="en-US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Debt written off in the previous year and recovered in the current year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Accounting records of the previous accounting period have already been 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finalised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Bank (SFP)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    Cr  Bad debts recovered (P/L)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BA7443EC-74D9-3AD1-168A-EBF4CAB2B372}"/>
              </a:ext>
            </a:extLst>
          </p:cNvPr>
          <p:cNvSpPr/>
          <p:nvPr/>
        </p:nvSpPr>
        <p:spPr>
          <a:xfrm rot="1119134">
            <a:off x="7928378" y="2187561"/>
            <a:ext cx="4151862" cy="2482877"/>
          </a:xfrm>
          <a:prstGeom prst="cloud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Remember:</a:t>
            </a:r>
          </a:p>
          <a:p>
            <a:pPr algn="ctr"/>
            <a:r>
              <a:rPr lang="en-US" sz="1400" b="1" dirty="0">
                <a:solidFill>
                  <a:schemeClr val="accent1"/>
                </a:solidFill>
              </a:rPr>
              <a:t>debit bank</a:t>
            </a:r>
            <a:r>
              <a:rPr lang="en-US" sz="1400" dirty="0">
                <a:solidFill>
                  <a:schemeClr val="accent1"/>
                </a:solidFill>
              </a:rPr>
              <a:t>, and then </a:t>
            </a:r>
            <a:r>
              <a:rPr lang="en-US" sz="1400" b="1" dirty="0">
                <a:solidFill>
                  <a:schemeClr val="accent1"/>
                </a:solidFill>
              </a:rPr>
              <a:t>credit</a:t>
            </a:r>
            <a:r>
              <a:rPr lang="en-US" sz="1400" dirty="0">
                <a:solidFill>
                  <a:schemeClr val="accent1"/>
                </a:solidFill>
              </a:rPr>
              <a:t>:</a:t>
            </a:r>
            <a:endParaRPr lang="en-ZA" sz="1400" dirty="0">
              <a:solidFill>
                <a:schemeClr val="accent1"/>
              </a:solidFill>
            </a:endParaRPr>
          </a:p>
          <a:p>
            <a:pPr marL="342900" indent="-342900" algn="ctr">
              <a:buAutoNum type="arabicPeriod"/>
            </a:pPr>
            <a:r>
              <a:rPr lang="en-US" sz="1400" dirty="0">
                <a:solidFill>
                  <a:schemeClr val="accent1"/>
                </a:solidFill>
              </a:rPr>
              <a:t>If same debtor, same year: decrease bad debts expense </a:t>
            </a:r>
            <a:r>
              <a:rPr lang="en-US" sz="1400" b="1" dirty="0">
                <a:solidFill>
                  <a:schemeClr val="accent1"/>
                </a:solidFill>
              </a:rPr>
              <a:t>OR</a:t>
            </a:r>
          </a:p>
          <a:p>
            <a:pPr marL="342900" indent="-342900" algn="ctr">
              <a:buAutoNum type="arabicPeriod"/>
            </a:pPr>
            <a:r>
              <a:rPr lang="en-US" sz="1400" dirty="0">
                <a:solidFill>
                  <a:schemeClr val="accent1"/>
                </a:solidFill>
              </a:rPr>
              <a:t>If recovered in a different year: increase bad debts recovered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CCEACA-3C35-1B7B-90CE-CE61144ABBBB}"/>
              </a:ext>
            </a:extLst>
          </p:cNvPr>
          <p:cNvSpPr txBox="1"/>
          <p:nvPr/>
        </p:nvSpPr>
        <p:spPr>
          <a:xfrm>
            <a:off x="9690411" y="6056310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9-10</a:t>
            </a:r>
          </a:p>
          <a:p>
            <a:r>
              <a:rPr lang="en-US" dirty="0"/>
              <a:t>Example 3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137937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ALLOWANCE FOR CREDIT LOSSES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23CDFA-30CA-7A05-A76F-920A83033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7211" y="1417319"/>
            <a:ext cx="11353480" cy="452146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General allowance, not for specific debtors (therefore no entries to the debtors’ ledger or debtors’ control account)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Debtors are presented net of the allowance for credit losses of debtors in the </a:t>
            </a:r>
            <a:r>
              <a:rPr lang="en-US" altLang="en-US" sz="2000" b="1" dirty="0">
                <a:solidFill>
                  <a:schemeClr val="accent3"/>
                </a:solidFill>
              </a:rPr>
              <a:t>Statement of financial position</a:t>
            </a:r>
            <a:r>
              <a:rPr lang="en-US" altLang="en-US" sz="20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b="1" u="sng" dirty="0"/>
              <a:t>Journal:</a:t>
            </a:r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 b="1" dirty="0"/>
              <a:t>Increase in the allowance: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dirty="0" err="1"/>
              <a:t>Dr</a:t>
            </a:r>
            <a:r>
              <a:rPr lang="en-US" altLang="en-US" sz="1800" dirty="0"/>
              <a:t> Movement in allowance for credit losses of debtors (P/L)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	    Cr Allowance for credit losses of debtors (SFP)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800" dirty="0"/>
          </a:p>
          <a:p>
            <a:pPr lvl="1" eaLnBrk="1" hangingPunct="1">
              <a:lnSpc>
                <a:spcPct val="90000"/>
              </a:lnSpc>
              <a:buFontTx/>
              <a:buChar char="•"/>
            </a:pPr>
            <a:r>
              <a:rPr lang="en-US" altLang="en-US" sz="1800" b="1" dirty="0"/>
              <a:t>Decrease in the allowance: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dirty="0" err="1"/>
              <a:t>Dr</a:t>
            </a:r>
            <a:r>
              <a:rPr lang="en-US" altLang="en-US" sz="1800" dirty="0"/>
              <a:t> Allowance for credit losses of debtors (SFP)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	    Cr Movement in allowance for credit losses of debtors (P/L)</a:t>
            </a:r>
          </a:p>
        </p:txBody>
      </p: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A521288C-0366-D712-D223-ECA64FC605FE}"/>
              </a:ext>
            </a:extLst>
          </p:cNvPr>
          <p:cNvSpPr/>
          <p:nvPr/>
        </p:nvSpPr>
        <p:spPr>
          <a:xfrm>
            <a:off x="7939113" y="3625571"/>
            <a:ext cx="3152875" cy="1909711"/>
          </a:xfrm>
          <a:prstGeom prst="cloudCallou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Tip: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Draw the GL account (T-account) to help.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</a:rPr>
              <a:t>The SFP account can be debited or credited, but the balance must </a:t>
            </a:r>
            <a:r>
              <a:rPr lang="en-US" sz="1400" b="1" dirty="0">
                <a:solidFill>
                  <a:schemeClr val="accent1"/>
                </a:solidFill>
              </a:rPr>
              <a:t>always</a:t>
            </a:r>
            <a:r>
              <a:rPr lang="en-US" sz="1400" dirty="0">
                <a:solidFill>
                  <a:schemeClr val="accent1"/>
                </a:solidFill>
              </a:rPr>
              <a:t> be a credit</a:t>
            </a:r>
            <a:endParaRPr lang="en-ZA" sz="140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8C35D3-6D93-9DF9-6B40-9F43A0A741F7}"/>
              </a:ext>
            </a:extLst>
          </p:cNvPr>
          <p:cNvSpPr txBox="1"/>
          <p:nvPr/>
        </p:nvSpPr>
        <p:spPr>
          <a:xfrm>
            <a:off x="9690411" y="6056310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10-11</a:t>
            </a:r>
          </a:p>
          <a:p>
            <a:r>
              <a:rPr lang="en-US" dirty="0"/>
              <a:t>Example 4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5043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CC02-CE2F-4294-E12E-AFCB7F21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2C00B65-1830-2362-B416-1D1DC428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PREPARATION OF FINANCIAL STATEMENTS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266A876-8078-70D3-B167-3FF1D3ED5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6837" y="1417320"/>
            <a:ext cx="7897560" cy="447919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Accounting period</a:t>
            </a:r>
            <a:endParaRPr lang="en-US" altLang="en-US" sz="1800" b="1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Closing of ledger accounts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b="1" dirty="0"/>
          </a:p>
          <a:p>
            <a:pPr algn="ctr" eaLnBrk="1" hangingPunct="1">
              <a:buFontTx/>
              <a:buNone/>
            </a:pPr>
            <a:r>
              <a:rPr lang="en-US" sz="1800" dirty="0">
                <a:cs typeface="Arial" charset="0"/>
              </a:rPr>
              <a:t>Sales and cost of sales:</a:t>
            </a:r>
          </a:p>
          <a:p>
            <a:pPr algn="ctr" eaLnBrk="1" hangingPunct="1">
              <a:buFontTx/>
              <a:buNone/>
            </a:pPr>
            <a:r>
              <a:rPr lang="en-US" sz="1800" dirty="0">
                <a:cs typeface="Arial" charset="0"/>
              </a:rPr>
              <a:t>»	Trade account</a:t>
            </a:r>
          </a:p>
          <a:p>
            <a:pPr algn="ctr" eaLnBrk="1" hangingPunct="1">
              <a:buFontTx/>
              <a:buNone/>
            </a:pPr>
            <a:endParaRPr lang="en-US" sz="1800" dirty="0"/>
          </a:p>
          <a:p>
            <a:pPr algn="ctr" eaLnBrk="1" hangingPunct="1">
              <a:buFontTx/>
              <a:buNone/>
            </a:pPr>
            <a:r>
              <a:rPr lang="en-US" sz="1800" dirty="0"/>
              <a:t>Income and expense accounts, and Trade account:</a:t>
            </a:r>
          </a:p>
          <a:p>
            <a:pPr algn="ctr" eaLnBrk="1" hangingPunct="1">
              <a:buFontTx/>
              <a:buNone/>
            </a:pPr>
            <a:r>
              <a:rPr lang="en-US" sz="1800" dirty="0">
                <a:cs typeface="Arial" charset="0"/>
              </a:rPr>
              <a:t>»	Profit or loss account</a:t>
            </a:r>
          </a:p>
          <a:p>
            <a:pPr algn="ctr" eaLnBrk="1" hangingPunct="1">
              <a:buFontTx/>
              <a:buNone/>
            </a:pPr>
            <a:endParaRPr lang="en-US" sz="300" dirty="0">
              <a:cs typeface="Arial" charset="0"/>
            </a:endParaRPr>
          </a:p>
          <a:p>
            <a:pPr algn="ctr">
              <a:buNone/>
            </a:pPr>
            <a:r>
              <a:rPr lang="en-US" sz="1800" dirty="0">
                <a:cs typeface="Arial" charset="0"/>
              </a:rPr>
              <a:t>Profit or loss account:</a:t>
            </a:r>
          </a:p>
          <a:p>
            <a:pPr algn="ctr" eaLnBrk="1" hangingPunct="1">
              <a:buNone/>
            </a:pPr>
            <a:r>
              <a:rPr lang="en-US" sz="1800" dirty="0">
                <a:cs typeface="Arial" charset="0"/>
              </a:rPr>
              <a:t>»	Retained earnings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1800" b="1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b="1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C59C0-A8F7-8792-01B7-142C5F51EF90}"/>
              </a:ext>
            </a:extLst>
          </p:cNvPr>
          <p:cNvSpPr txBox="1"/>
          <p:nvPr/>
        </p:nvSpPr>
        <p:spPr>
          <a:xfrm>
            <a:off x="196837" y="5896510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Theory, page 12-14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D535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5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4D535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6220D416-A295-B540-4130-B75F00E63E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357" y="5060741"/>
            <a:ext cx="15121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CC0066"/>
                </a:solidFill>
              </a:rPr>
              <a:t>= P/L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36348B-18DE-BB02-D4FF-8587031B10C5}"/>
              </a:ext>
            </a:extLst>
          </p:cNvPr>
          <p:cNvCxnSpPr>
            <a:cxnSpLocks/>
          </p:cNvCxnSpPr>
          <p:nvPr/>
        </p:nvCxnSpPr>
        <p:spPr>
          <a:xfrm>
            <a:off x="2084439" y="5502085"/>
            <a:ext cx="4208206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Box 6">
            <a:extLst>
              <a:ext uri="{FF2B5EF4-FFF2-40B4-BE49-F238E27FC236}">
                <a16:creationId xmlns:a16="http://schemas.microsoft.com/office/drawing/2014/main" id="{5F4CA2D8-65BE-959A-3AF5-3CBB2F407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3529" y="5529892"/>
            <a:ext cx="17178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CC0066"/>
                </a:solidFill>
              </a:rPr>
              <a:t>= Equity</a:t>
            </a:r>
            <a:endParaRPr lang="en-US" sz="2800" dirty="0">
              <a:solidFill>
                <a:srgbClr val="CC0066"/>
              </a:solidFill>
            </a:endParaRPr>
          </a:p>
        </p:txBody>
      </p:sp>
      <p:sp>
        <p:nvSpPr>
          <p:cNvPr id="11" name="Curved Left Arrow 1">
            <a:extLst>
              <a:ext uri="{FF2B5EF4-FFF2-40B4-BE49-F238E27FC236}">
                <a16:creationId xmlns:a16="http://schemas.microsoft.com/office/drawing/2014/main" id="{7AF81DF8-6049-4E87-6E77-A70AC3AB6453}"/>
              </a:ext>
            </a:extLst>
          </p:cNvPr>
          <p:cNvSpPr/>
          <p:nvPr/>
        </p:nvSpPr>
        <p:spPr>
          <a:xfrm rot="20689125">
            <a:off x="6238025" y="5065286"/>
            <a:ext cx="398779" cy="768186"/>
          </a:xfrm>
          <a:prstGeom prst="curvedLeftArrow">
            <a:avLst/>
          </a:prstGeom>
          <a:solidFill>
            <a:srgbClr val="003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9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PREPARATION OF FINANCIAL STATEMENTS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AE8A972-F810-8248-5974-926BF29AC8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6837" y="1417320"/>
            <a:ext cx="7897560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Accounting period</a:t>
            </a:r>
            <a:endParaRPr lang="en-US" altLang="en-US" sz="1800" b="1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b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Closing of ledger accounts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1800" b="1" i="1" dirty="0"/>
              <a:t>Owners’ equity 	= 	Assets 	  - 	Liabilities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b="1" i="1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Trial balance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Errors which result in the trial balance not balancing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Errors in a trial balance which balances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1800" b="1" dirty="0"/>
              <a:t>Determining profit</a:t>
            </a:r>
            <a:endParaRPr lang="en-US" altLang="en-US" sz="1800" b="1" i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		Trading entity : 	Sales – Cost of sales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800" dirty="0"/>
              <a:t>		Service entity:	 Income less expenses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DE88ED4-5634-0624-A645-45591D0668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5058371"/>
              </p:ext>
            </p:extLst>
          </p:nvPr>
        </p:nvGraphicFramePr>
        <p:xfrm>
          <a:off x="6478021" y="2964579"/>
          <a:ext cx="5517142" cy="3263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C3F74F7-A403-4197-DD60-81C92876B916}"/>
              </a:ext>
            </a:extLst>
          </p:cNvPr>
          <p:cNvSpPr txBox="1"/>
          <p:nvPr/>
        </p:nvSpPr>
        <p:spPr>
          <a:xfrm>
            <a:off x="196837" y="5896510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12-14</a:t>
            </a:r>
          </a:p>
          <a:p>
            <a:r>
              <a:rPr lang="en-US" dirty="0"/>
              <a:t>Example 5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48274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ADJUSTMENTS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218340-A602-274B-AD63-FFD8CE0BA2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3464" y="1417320"/>
            <a:ext cx="7897560" cy="269266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eaLnBrk="1" hangingPunct="1">
              <a:buNone/>
              <a:defRPr/>
            </a:pPr>
            <a:r>
              <a:rPr lang="en-US" sz="2800" b="1" u="sng" dirty="0"/>
              <a:t>Accrual basis</a:t>
            </a:r>
          </a:p>
          <a:p>
            <a:pPr marL="0" indent="0" eaLnBrk="1" hangingPunct="1">
              <a:buNone/>
              <a:defRPr/>
            </a:pPr>
            <a:r>
              <a:rPr lang="en-US" sz="2800" dirty="0"/>
              <a:t>The effect of all transactions and events should be </a:t>
            </a:r>
            <a:r>
              <a:rPr lang="en-US" sz="2800" b="1" u="sng" dirty="0">
                <a:ln w="0"/>
                <a:solidFill>
                  <a:schemeClr val="accent1"/>
                </a:solidFill>
              </a:rPr>
              <a:t>recorded in the period in which those effects occur</a:t>
            </a:r>
            <a:r>
              <a:rPr lang="en-US" sz="2800" dirty="0"/>
              <a:t>, </a:t>
            </a:r>
          </a:p>
          <a:p>
            <a:pPr marL="0" indent="0" eaLnBrk="1" hangingPunct="1">
              <a:buNone/>
              <a:defRPr/>
            </a:pPr>
            <a:r>
              <a:rPr lang="en-US" sz="2800" dirty="0"/>
              <a:t>even if the resulting cash receipts and payments occur in a different period. </a:t>
            </a:r>
          </a:p>
          <a:p>
            <a:pPr marL="990600" lvl="1" indent="-533400" eaLnBrk="1" hangingPunct="1">
              <a:buFontTx/>
              <a:buNone/>
              <a:defRPr/>
            </a:pPr>
            <a:endParaRPr lang="en-US" sz="1800" dirty="0"/>
          </a:p>
          <a:p>
            <a:pPr marL="609600" indent="-609600" eaLnBrk="1" hangingPunct="1">
              <a:buFontTx/>
              <a:buNone/>
              <a:defRPr/>
            </a:pPr>
            <a:endParaRPr lang="en-US" sz="18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930FA1-4264-C14D-0F21-48D4BB9FF0FC}"/>
              </a:ext>
            </a:extLst>
          </p:cNvPr>
          <p:cNvSpPr/>
          <p:nvPr/>
        </p:nvSpPr>
        <p:spPr>
          <a:xfrm>
            <a:off x="649965" y="4360245"/>
            <a:ext cx="6083166" cy="145341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Example: 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</a:rPr>
              <a:t>Sell inventory with a selling price of R125 to a debtor: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</a:rPr>
              <a:t>Dr Debtors (SFP)    125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</a:rPr>
              <a:t>          Cr Sales (P/L)       125</a:t>
            </a:r>
            <a:endParaRPr lang="en-ZA" sz="2000" dirty="0">
              <a:solidFill>
                <a:schemeClr val="accent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CA31EB8-50B3-D546-30DA-21A86E87A0B2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332396" y="5280012"/>
            <a:ext cx="2848628" cy="302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677FED0-3524-9634-D2AC-FE0840933D57}"/>
              </a:ext>
            </a:extLst>
          </p:cNvPr>
          <p:cNvSpPr/>
          <p:nvPr/>
        </p:nvSpPr>
        <p:spPr>
          <a:xfrm>
            <a:off x="8181024" y="4736736"/>
            <a:ext cx="3619098" cy="108655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We record the sale (effect of transaction) even if we have not yet received the money.</a:t>
            </a:r>
            <a:endParaRPr lang="en-ZA" sz="1600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CEFB0-483B-32D7-30D7-F27790BED802}"/>
              </a:ext>
            </a:extLst>
          </p:cNvPr>
          <p:cNvSpPr txBox="1"/>
          <p:nvPr/>
        </p:nvSpPr>
        <p:spPr>
          <a:xfrm>
            <a:off x="2204186" y="6063920"/>
            <a:ext cx="6083166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P.S. What is matching principle if this is accrual principle?</a:t>
            </a:r>
            <a:endParaRPr lang="en-ZA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A4228-BBEF-7C49-BA67-5AA6A0416A64}"/>
              </a:ext>
            </a:extLst>
          </p:cNvPr>
          <p:cNvSpPr txBox="1"/>
          <p:nvPr/>
        </p:nvSpPr>
        <p:spPr>
          <a:xfrm>
            <a:off x="9809418" y="6063920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14-15</a:t>
            </a:r>
          </a:p>
          <a:p>
            <a:r>
              <a:rPr lang="en-US" dirty="0"/>
              <a:t>Example 6</a:t>
            </a:r>
          </a:p>
        </p:txBody>
      </p:sp>
    </p:spTree>
    <p:extLst>
      <p:ext uri="{BB962C8B-B14F-4D97-AF65-F5344CB8AC3E}">
        <p14:creationId xmlns:p14="http://schemas.microsoft.com/office/powerpoint/2010/main" val="3740107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RECONCILIATIONS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2AC6B32-2ACD-57B3-B329-7C0CAB3C8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7586" y="1417320"/>
            <a:ext cx="11449732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 eaLnBrk="1" hangingPunct="1">
              <a:buNone/>
              <a:defRPr/>
            </a:pPr>
            <a:r>
              <a:rPr lang="en-US" sz="2800" b="1" u="sng" dirty="0"/>
              <a:t>Detection of errors</a:t>
            </a:r>
          </a:p>
          <a:p>
            <a:pPr marL="609600" indent="-609600" eaLnBrk="1" hangingPunct="1">
              <a:buFontTx/>
              <a:buNone/>
              <a:defRPr/>
            </a:pPr>
            <a:r>
              <a:rPr lang="en-US" sz="2800" b="1" dirty="0"/>
              <a:t>Control accounts and subsidiary ledgers</a:t>
            </a:r>
          </a:p>
          <a:p>
            <a:pPr marL="609600" indent="-609600" eaLnBrk="1" hangingPunct="1">
              <a:defRPr/>
            </a:pPr>
            <a:r>
              <a:rPr lang="en-US" sz="2800" dirty="0"/>
              <a:t>The debtors’ control account should agree to the debtors’ ledger</a:t>
            </a:r>
          </a:p>
          <a:p>
            <a:pPr marL="609600" indent="-609600" eaLnBrk="1" hangingPunct="1">
              <a:defRPr/>
            </a:pPr>
            <a:r>
              <a:rPr lang="en-US" sz="2800" dirty="0"/>
              <a:t>The creditors’ control account should agree to the creditors’ ledger</a:t>
            </a:r>
          </a:p>
          <a:p>
            <a:pPr eaLnBrk="1" hangingPunct="1">
              <a:buFontTx/>
              <a:buNone/>
              <a:defRPr/>
            </a:pPr>
            <a:endParaRPr lang="en-US" sz="2800" dirty="0"/>
          </a:p>
          <a:p>
            <a:pPr eaLnBrk="1" hangingPunct="1">
              <a:buFontTx/>
              <a:buNone/>
              <a:defRPr/>
            </a:pPr>
            <a:r>
              <a:rPr lang="en-US" sz="2800" dirty="0"/>
              <a:t>Two sources are available to detect errors</a:t>
            </a:r>
          </a:p>
          <a:p>
            <a:pPr eaLnBrk="1" hangingPunct="1">
              <a:defRPr/>
            </a:pPr>
            <a:r>
              <a:rPr lang="en-US" sz="2800" u="sng" dirty="0"/>
              <a:t>Internal sources</a:t>
            </a:r>
            <a:r>
              <a:rPr lang="en-US" sz="2800" dirty="0"/>
              <a:t>: trial balance, comparison between control accounts and subsidiary ledgers</a:t>
            </a:r>
          </a:p>
          <a:p>
            <a:pPr eaLnBrk="1" hangingPunct="1">
              <a:defRPr/>
            </a:pPr>
            <a:r>
              <a:rPr lang="en-US" sz="2800" u="sng" dirty="0"/>
              <a:t>External sources</a:t>
            </a:r>
            <a:r>
              <a:rPr lang="en-US" sz="2800" dirty="0"/>
              <a:t>: Bank statements, monthly creditors’ statements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BCE099-357E-0363-2A71-C6E85A5E99D9}"/>
              </a:ext>
            </a:extLst>
          </p:cNvPr>
          <p:cNvSpPr txBox="1"/>
          <p:nvPr/>
        </p:nvSpPr>
        <p:spPr>
          <a:xfrm>
            <a:off x="177586" y="5733144"/>
            <a:ext cx="220336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15</a:t>
            </a:r>
          </a:p>
        </p:txBody>
      </p:sp>
    </p:spTree>
    <p:extLst>
      <p:ext uri="{BB962C8B-B14F-4D97-AF65-F5344CB8AC3E}">
        <p14:creationId xmlns:p14="http://schemas.microsoft.com/office/powerpoint/2010/main" val="100758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RECONCILIATIONS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DF99B70-78CF-9E62-6F15-9EF65E6C9B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8336" y="1417320"/>
            <a:ext cx="11132098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609600" indent="-609600" eaLnBrk="1" hangingPunct="1">
              <a:buFontTx/>
              <a:buNone/>
              <a:defRPr/>
            </a:pPr>
            <a:r>
              <a:rPr lang="en-US" sz="2000" b="1" dirty="0"/>
              <a:t>Bank</a:t>
            </a:r>
          </a:p>
          <a:p>
            <a:pPr marL="609600" indent="-609600" eaLnBrk="1" hangingPunct="1">
              <a:buFontTx/>
              <a:buNone/>
              <a:defRPr/>
            </a:pPr>
            <a:endParaRPr lang="en-US" sz="2000" b="1" dirty="0"/>
          </a:p>
          <a:p>
            <a:pPr marL="0" indent="0" eaLnBrk="1" hangingPunct="1">
              <a:buFontTx/>
              <a:buNone/>
              <a:defRPr/>
            </a:pPr>
            <a:r>
              <a:rPr lang="en-US" sz="2000" dirty="0"/>
              <a:t>Compare the closing balance per the bank statement to the closing balance per the bank account.</a:t>
            </a:r>
          </a:p>
          <a:p>
            <a:pPr marL="609600" indent="-609600" eaLnBrk="1" hangingPunct="1">
              <a:buFontTx/>
              <a:buNone/>
              <a:defRPr/>
            </a:pPr>
            <a:endParaRPr lang="en-US" sz="2000" dirty="0"/>
          </a:p>
          <a:p>
            <a:pPr marL="609600" indent="-609600" eaLnBrk="1" hangingPunct="1">
              <a:buFontTx/>
              <a:buNone/>
              <a:defRPr/>
            </a:pPr>
            <a:r>
              <a:rPr lang="en-US" sz="2000" b="1" dirty="0"/>
              <a:t>Steps:</a:t>
            </a:r>
          </a:p>
          <a:p>
            <a:pPr marL="609600" indent="-609600" eaLnBrk="1" hangingPunct="1">
              <a:defRPr/>
            </a:pPr>
            <a:r>
              <a:rPr lang="en-GB" sz="2000" dirty="0"/>
              <a:t>Check whether the previous month’s corrections were done.</a:t>
            </a:r>
          </a:p>
          <a:p>
            <a:pPr marL="609600" indent="-609600" eaLnBrk="1" hangingPunct="1">
              <a:defRPr/>
            </a:pPr>
            <a:r>
              <a:rPr lang="en-GB" sz="2000" dirty="0"/>
              <a:t>Inspect the bank statement for errors – e.g. deposits not for out entity, incorrect casting.</a:t>
            </a:r>
          </a:p>
          <a:p>
            <a:pPr marL="609600" indent="-609600" eaLnBrk="1" hangingPunct="1">
              <a:defRPr/>
            </a:pPr>
            <a:r>
              <a:rPr lang="en-GB" sz="2000" dirty="0"/>
              <a:t>Compare the individual entries on the bank statement to the entries to the bank account and journal, and vice versa.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462A1A-A070-48E3-7E6F-C8566FD15694}"/>
              </a:ext>
            </a:extLst>
          </p:cNvPr>
          <p:cNvSpPr txBox="1"/>
          <p:nvPr/>
        </p:nvSpPr>
        <p:spPr>
          <a:xfrm>
            <a:off x="158336" y="5733144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16-17</a:t>
            </a:r>
          </a:p>
          <a:p>
            <a:r>
              <a:rPr lang="en-US" dirty="0"/>
              <a:t>Example 7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31905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RECONCILIATIONS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C2189B0-72DF-5B71-BBC7-C736AE17A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7585" y="1417320"/>
            <a:ext cx="11093597" cy="402336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609600" indent="-609600" eaLnBrk="1" hangingPunct="1">
              <a:buFontTx/>
              <a:buNone/>
            </a:pPr>
            <a:r>
              <a:rPr lang="en-US" altLang="en-US" sz="2000" b="1" dirty="0"/>
              <a:t>Debtors</a:t>
            </a:r>
          </a:p>
          <a:p>
            <a:pPr marL="609600" indent="-609600" eaLnBrk="1" hangingPunct="1">
              <a:buFontTx/>
              <a:buNone/>
            </a:pPr>
            <a:endParaRPr lang="en-US" altLang="en-US" sz="2000" b="1" dirty="0"/>
          </a:p>
          <a:p>
            <a:pPr marL="609600" indent="-609600" eaLnBrk="1" hangingPunct="1">
              <a:buFontTx/>
              <a:buNone/>
            </a:pPr>
            <a:r>
              <a:rPr lang="en-US" altLang="en-US" sz="2000" dirty="0"/>
              <a:t>Reconcile the debtors’ control account and the debtors’ ledger</a:t>
            </a:r>
          </a:p>
          <a:p>
            <a:pPr marL="609600" indent="-609600" eaLnBrk="1" hangingPunct="1">
              <a:buFontTx/>
              <a:buNone/>
            </a:pPr>
            <a:endParaRPr lang="en-US" altLang="en-US" sz="2000" dirty="0"/>
          </a:p>
          <a:p>
            <a:pPr marL="609600" indent="-609600" eaLnBrk="1" hangingPunct="1">
              <a:buFontTx/>
              <a:buNone/>
            </a:pPr>
            <a:r>
              <a:rPr lang="en-US" altLang="en-US" sz="2000" b="1" dirty="0"/>
              <a:t>Steps:</a:t>
            </a:r>
          </a:p>
          <a:p>
            <a:pPr marL="609600" indent="-609600" eaLnBrk="1" hangingPunct="1"/>
            <a:r>
              <a:rPr lang="en-GB" altLang="en-US" sz="2000" dirty="0"/>
              <a:t>Check the casting of the debtors’ ledger, the debtors’ list and the debtors’ control account.</a:t>
            </a:r>
          </a:p>
          <a:p>
            <a:pPr marL="609600" indent="-609600" eaLnBrk="1" hangingPunct="1"/>
            <a:r>
              <a:rPr lang="en-GB" altLang="en-US" sz="2000" dirty="0"/>
              <a:t>Inspect the debtors’ ledger and debtors’ control account and confirm that the listed items are appropriate and have been cast or subtracted correctly.</a:t>
            </a:r>
          </a:p>
          <a:p>
            <a:pPr marL="609600" indent="-609600" eaLnBrk="1" hangingPunct="1"/>
            <a:r>
              <a:rPr lang="en-GB" altLang="en-US" sz="2000" dirty="0"/>
              <a:t>Inspect the books of first entry (journals) transferred to the debtors’ control account and debtors’ ledger.</a:t>
            </a:r>
            <a:endParaRPr lang="en-US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80911-4BA9-5BC3-872A-30FE912B525E}"/>
              </a:ext>
            </a:extLst>
          </p:cNvPr>
          <p:cNvSpPr txBox="1"/>
          <p:nvPr/>
        </p:nvSpPr>
        <p:spPr>
          <a:xfrm>
            <a:off x="177585" y="5733144"/>
            <a:ext cx="220336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18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9209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/>
              <a:t>RECONCILIATIONS</a:t>
            </a:r>
            <a:endParaRPr lang="en-GB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3983B1A-2677-78CC-9B68-F89AE7F495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6461" y="1417320"/>
            <a:ext cx="11324604" cy="356856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eaLnBrk="1" hangingPunct="1">
              <a:buFontTx/>
              <a:buNone/>
              <a:defRPr/>
            </a:pPr>
            <a:r>
              <a:rPr lang="en-US" sz="2000" b="1" dirty="0"/>
              <a:t>Creditors</a:t>
            </a:r>
          </a:p>
          <a:p>
            <a:pPr marL="609600" indent="-609600" eaLnBrk="1" hangingPunct="1">
              <a:buFontTx/>
              <a:buNone/>
              <a:defRPr/>
            </a:pPr>
            <a:r>
              <a:rPr lang="en-US" sz="2000" dirty="0"/>
              <a:t>Reconcile the creditors’ ledger of a specific creditor to the monthly creditor’s statement</a:t>
            </a:r>
            <a:endParaRPr lang="en-US" sz="2000" b="1" dirty="0"/>
          </a:p>
          <a:p>
            <a:pPr marL="609600" indent="-609600" eaLnBrk="1" hangingPunct="1">
              <a:buFontTx/>
              <a:buNone/>
              <a:defRPr/>
            </a:pPr>
            <a:endParaRPr lang="en-US" sz="2000" b="1" dirty="0"/>
          </a:p>
          <a:p>
            <a:pPr marL="609600" indent="-609600" eaLnBrk="1" hangingPunct="1">
              <a:buFontTx/>
              <a:buNone/>
              <a:defRPr/>
            </a:pPr>
            <a:r>
              <a:rPr lang="en-US" sz="2000" b="1" dirty="0"/>
              <a:t>Steps:</a:t>
            </a:r>
          </a:p>
          <a:p>
            <a:pPr marL="609600" indent="-609600" eaLnBrk="1" hangingPunct="1">
              <a:defRPr/>
            </a:pPr>
            <a:r>
              <a:rPr lang="en-GB" sz="2000" dirty="0"/>
              <a:t>Check the casting of the creditors’ ledger, as well as the monthly creditor’s statement.</a:t>
            </a:r>
          </a:p>
          <a:p>
            <a:pPr marL="609600" indent="-609600" eaLnBrk="1" hangingPunct="1">
              <a:defRPr/>
            </a:pPr>
            <a:r>
              <a:rPr lang="en-GB" sz="2000" dirty="0"/>
              <a:t>Inspect the creditors’ ledger and the monthly creditor’s statement and confirm the items listed are appropriated and have been cast or subtracted correctly.</a:t>
            </a:r>
          </a:p>
          <a:p>
            <a:pPr marL="609600" indent="-609600" eaLnBrk="1" hangingPunct="1">
              <a:defRPr/>
            </a:pPr>
            <a:r>
              <a:rPr lang="en-GB" sz="2000" dirty="0"/>
              <a:t>Compare the individual entries between the monthly creditor’s statement and creditors’ ledger.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5BD19-6D3D-A8A6-11CD-EC379FF4D5E7}"/>
              </a:ext>
            </a:extLst>
          </p:cNvPr>
          <p:cNvSpPr txBox="1"/>
          <p:nvPr/>
        </p:nvSpPr>
        <p:spPr>
          <a:xfrm>
            <a:off x="206461" y="5733144"/>
            <a:ext cx="220336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Theory, page 18</a:t>
            </a:r>
          </a:p>
          <a:p>
            <a:r>
              <a:rPr lang="en-US" dirty="0"/>
              <a:t>Example 8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91008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4EF6FAB-C914-A840-AA72-3825B435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/>
              <a:t>ACCOUNTING CYCLE: </a:t>
            </a:r>
            <a:br>
              <a:rPr lang="en-US" altLang="en-US" sz="3200" b="1" dirty="0"/>
            </a:br>
            <a:r>
              <a:rPr lang="en-US" altLang="en-US" sz="3200" b="1" dirty="0"/>
              <a:t> - where does </a:t>
            </a:r>
            <a:r>
              <a:rPr lang="en-US" altLang="en-US" sz="3200" b="1" dirty="0" err="1"/>
              <a:t>FinAcc</a:t>
            </a:r>
            <a:r>
              <a:rPr lang="en-US" altLang="en-US" sz="3200" b="1" dirty="0"/>
              <a:t> fit in?</a:t>
            </a:r>
            <a:endParaRPr lang="en-GB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DCE6C79-27C0-E562-51F5-7263555FC4D7}"/>
              </a:ext>
            </a:extLst>
          </p:cNvPr>
          <p:cNvGraphicFramePr/>
          <p:nvPr/>
        </p:nvGraphicFramePr>
        <p:xfrm>
          <a:off x="152909" y="1520793"/>
          <a:ext cx="5208364" cy="4514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A500673C-A695-A365-C8D1-90CB71697BAC}"/>
              </a:ext>
            </a:extLst>
          </p:cNvPr>
          <p:cNvGraphicFramePr/>
          <p:nvPr/>
        </p:nvGraphicFramePr>
        <p:xfrm>
          <a:off x="4682950" y="1684422"/>
          <a:ext cx="6212848" cy="4514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1" name="Right Brace 10">
            <a:extLst>
              <a:ext uri="{FF2B5EF4-FFF2-40B4-BE49-F238E27FC236}">
                <a16:creationId xmlns:a16="http://schemas.microsoft.com/office/drawing/2014/main" id="{2C86EE6F-2FD9-62E4-7A48-33FCECD18A69}"/>
              </a:ext>
            </a:extLst>
          </p:cNvPr>
          <p:cNvSpPr/>
          <p:nvPr/>
        </p:nvSpPr>
        <p:spPr>
          <a:xfrm>
            <a:off x="9094269" y="1857675"/>
            <a:ext cx="558266" cy="212718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4D535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D3DCE6-478C-CFE2-4269-5AC53BE74A11}"/>
              </a:ext>
            </a:extLst>
          </p:cNvPr>
          <p:cNvSpPr/>
          <p:nvPr/>
        </p:nvSpPr>
        <p:spPr>
          <a:xfrm>
            <a:off x="9688883" y="2521819"/>
            <a:ext cx="2413829" cy="6930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122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Understand this (but computer can also do it)</a:t>
            </a: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61223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025A250-293C-3914-9FFB-BF31C65370B8}"/>
              </a:ext>
            </a:extLst>
          </p:cNvPr>
          <p:cNvSpPr/>
          <p:nvPr/>
        </p:nvSpPr>
        <p:spPr>
          <a:xfrm>
            <a:off x="8441355" y="3994483"/>
            <a:ext cx="558266" cy="2127183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4D535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FFBAA3-FD72-1343-1E8E-19DA999FAE69}"/>
              </a:ext>
            </a:extLst>
          </p:cNvPr>
          <p:cNvSpPr/>
          <p:nvPr/>
        </p:nvSpPr>
        <p:spPr>
          <a:xfrm>
            <a:off x="9119678" y="4644989"/>
            <a:ext cx="2889183" cy="82616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122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High-level adjustments, critical thinking to make decisions</a:t>
            </a: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srgbClr val="61223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1235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MS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2CCCD3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C6D65BAC40A45BAB92F14DB5F4FAF" ma:contentTypeVersion="13" ma:contentTypeDescription="Create a new document." ma:contentTypeScope="" ma:versionID="4bebfb9a38d2a52932940e3bd172a61b">
  <xsd:schema xmlns:xsd="http://www.w3.org/2001/XMLSchema" xmlns:xs="http://www.w3.org/2001/XMLSchema" xmlns:p="http://schemas.microsoft.com/office/2006/metadata/properties" xmlns:ns2="88a3d677-9216-46c3-8201-ee58da5def3b" xmlns:ns3="dffefaba-9bcc-430d-9abe-09565c10f6ee" targetNamespace="http://schemas.microsoft.com/office/2006/metadata/properties" ma:root="true" ma:fieldsID="c2094452f851fe343f0223b9fe04b330" ns2:_="" ns3:_="">
    <xsd:import namespace="88a3d677-9216-46c3-8201-ee58da5def3b"/>
    <xsd:import namespace="dffefaba-9bcc-430d-9abe-09565c10f6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3d677-9216-46c3-8201-ee58da5def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fefaba-9bcc-430d-9abe-09565c10f6e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6BAB9D-4EE9-4033-AB72-A72D6D5ED5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a3d677-9216-46c3-8201-ee58da5def3b"/>
    <ds:schemaRef ds:uri="dffefaba-9bcc-430d-9abe-09565c10f6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B9220D-8720-49D8-96AD-9ED891556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6082A2-059F-450D-9B82-4DCBDAC1F6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39029</TotalTime>
  <Words>1415</Words>
  <Application>Microsoft Office PowerPoint</Application>
  <PresentationFormat>Widescreen</PresentationFormat>
  <Paragraphs>275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Trebuchet MS</vt:lpstr>
      <vt:lpstr>Wingdings</vt:lpstr>
      <vt:lpstr>Office Theme</vt:lpstr>
      <vt:lpstr>ACCOUNTING CYCLE</vt:lpstr>
      <vt:lpstr>ACCOUNTING CYCLE</vt:lpstr>
      <vt:lpstr>ACCOUNTING CYCLE</vt:lpstr>
      <vt:lpstr>ACCOUNTING CYCLE</vt:lpstr>
      <vt:lpstr>ACCOUNTING CYCLE</vt:lpstr>
      <vt:lpstr>ACCOUNTING CYCLE</vt:lpstr>
      <vt:lpstr>PURCHASES AND CREDITORS</vt:lpstr>
      <vt:lpstr>SALES AND DEBTORS</vt:lpstr>
      <vt:lpstr>SALES AND DEBTORS</vt:lpstr>
      <vt:lpstr>SALES AND DEBTORS</vt:lpstr>
      <vt:lpstr>ALLOWANCE FOR CREDIT LOSSES</vt:lpstr>
      <vt:lpstr>PREPARATION OF FINANCIAL STATEMENTS</vt:lpstr>
      <vt:lpstr>PREPARATION OF FINANCIAL STATEMENTS</vt:lpstr>
      <vt:lpstr>ADJUSTMENTS</vt:lpstr>
      <vt:lpstr>RECONCILIATIONS</vt:lpstr>
      <vt:lpstr>RECONCILIATIONS</vt:lpstr>
      <vt:lpstr>RECONCILIATIONS</vt:lpstr>
      <vt:lpstr>RECONCILIATIONS</vt:lpstr>
      <vt:lpstr>ACCOUNTING CYCLE:   - where does FinAcc fit in?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Ngobese, LM, Mr [lmngobese@sun.ac.za]</cp:lastModifiedBy>
  <cp:revision>751</cp:revision>
  <dcterms:created xsi:type="dcterms:W3CDTF">2021-09-15T08:20:16Z</dcterms:created>
  <dcterms:modified xsi:type="dcterms:W3CDTF">2026-02-10T11:12:56Z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</Properties>
</file>