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8" r:id="rId1"/>
    <p:sldMasterId id="2147483777" r:id="rId2"/>
  </p:sldMasterIdLst>
  <p:notesMasterIdLst>
    <p:notesMasterId r:id="rId16"/>
  </p:notesMasterIdLst>
  <p:handoutMasterIdLst>
    <p:handoutMasterId r:id="rId17"/>
  </p:handoutMasterIdLst>
  <p:sldIdLst>
    <p:sldId id="432" r:id="rId3"/>
    <p:sldId id="423" r:id="rId4"/>
    <p:sldId id="417" r:id="rId5"/>
    <p:sldId id="418" r:id="rId6"/>
    <p:sldId id="426" r:id="rId7"/>
    <p:sldId id="436" r:id="rId8"/>
    <p:sldId id="424" r:id="rId9"/>
    <p:sldId id="414" r:id="rId10"/>
    <p:sldId id="427" r:id="rId11"/>
    <p:sldId id="428" r:id="rId12"/>
    <p:sldId id="429" r:id="rId13"/>
    <p:sldId id="420" r:id="rId14"/>
    <p:sldId id="421" r:id="rId15"/>
  </p:sldIdLst>
  <p:sldSz cx="9144000" cy="6858000" type="screen4x3"/>
  <p:notesSz cx="6797675" cy="9928225"/>
  <p:defaultTextStyle>
    <a:defPPr>
      <a:defRPr lang="en-GB"/>
    </a:defPPr>
    <a:lvl1pPr algn="l" rtl="0" fontAlgn="base">
      <a:spcBef>
        <a:spcPct val="0"/>
      </a:spcBef>
      <a:spcAft>
        <a:spcPct val="0"/>
      </a:spcAft>
      <a:defRPr sz="2400" kern="1200">
        <a:solidFill>
          <a:schemeClr val="tx1"/>
        </a:solidFill>
        <a:latin typeface="Comic Sans MS" pitchFamily="66" charset="0"/>
        <a:ea typeface="+mn-ea"/>
        <a:cs typeface="+mn-cs"/>
      </a:defRPr>
    </a:lvl1pPr>
    <a:lvl2pPr marL="457200" algn="l" rtl="0" fontAlgn="base">
      <a:spcBef>
        <a:spcPct val="0"/>
      </a:spcBef>
      <a:spcAft>
        <a:spcPct val="0"/>
      </a:spcAft>
      <a:defRPr sz="2400" kern="1200">
        <a:solidFill>
          <a:schemeClr val="tx1"/>
        </a:solidFill>
        <a:latin typeface="Comic Sans MS" pitchFamily="66" charset="0"/>
        <a:ea typeface="+mn-ea"/>
        <a:cs typeface="+mn-cs"/>
      </a:defRPr>
    </a:lvl2pPr>
    <a:lvl3pPr marL="914400" algn="l" rtl="0" fontAlgn="base">
      <a:spcBef>
        <a:spcPct val="0"/>
      </a:spcBef>
      <a:spcAft>
        <a:spcPct val="0"/>
      </a:spcAft>
      <a:defRPr sz="2400" kern="1200">
        <a:solidFill>
          <a:schemeClr val="tx1"/>
        </a:solidFill>
        <a:latin typeface="Comic Sans MS" pitchFamily="66" charset="0"/>
        <a:ea typeface="+mn-ea"/>
        <a:cs typeface="+mn-cs"/>
      </a:defRPr>
    </a:lvl3pPr>
    <a:lvl4pPr marL="1371600" algn="l" rtl="0" fontAlgn="base">
      <a:spcBef>
        <a:spcPct val="0"/>
      </a:spcBef>
      <a:spcAft>
        <a:spcPct val="0"/>
      </a:spcAft>
      <a:defRPr sz="2400" kern="1200">
        <a:solidFill>
          <a:schemeClr val="tx1"/>
        </a:solidFill>
        <a:latin typeface="Comic Sans MS" pitchFamily="66" charset="0"/>
        <a:ea typeface="+mn-ea"/>
        <a:cs typeface="+mn-cs"/>
      </a:defRPr>
    </a:lvl4pPr>
    <a:lvl5pPr marL="1828800" algn="l" rtl="0" fontAlgn="base">
      <a:spcBef>
        <a:spcPct val="0"/>
      </a:spcBef>
      <a:spcAft>
        <a:spcPct val="0"/>
      </a:spcAft>
      <a:defRPr sz="2400" kern="1200">
        <a:solidFill>
          <a:schemeClr val="tx1"/>
        </a:solidFill>
        <a:latin typeface="Comic Sans MS" pitchFamily="66" charset="0"/>
        <a:ea typeface="+mn-ea"/>
        <a:cs typeface="+mn-cs"/>
      </a:defRPr>
    </a:lvl5pPr>
    <a:lvl6pPr marL="2286000" algn="l" defTabSz="914400" rtl="0" eaLnBrk="1" latinLnBrk="0" hangingPunct="1">
      <a:defRPr sz="2400" kern="1200">
        <a:solidFill>
          <a:schemeClr val="tx1"/>
        </a:solidFill>
        <a:latin typeface="Comic Sans MS" pitchFamily="66" charset="0"/>
        <a:ea typeface="+mn-ea"/>
        <a:cs typeface="+mn-cs"/>
      </a:defRPr>
    </a:lvl6pPr>
    <a:lvl7pPr marL="2743200" algn="l" defTabSz="914400" rtl="0" eaLnBrk="1" latinLnBrk="0" hangingPunct="1">
      <a:defRPr sz="2400" kern="1200">
        <a:solidFill>
          <a:schemeClr val="tx1"/>
        </a:solidFill>
        <a:latin typeface="Comic Sans MS" pitchFamily="66" charset="0"/>
        <a:ea typeface="+mn-ea"/>
        <a:cs typeface="+mn-cs"/>
      </a:defRPr>
    </a:lvl7pPr>
    <a:lvl8pPr marL="3200400" algn="l" defTabSz="914400" rtl="0" eaLnBrk="1" latinLnBrk="0" hangingPunct="1">
      <a:defRPr sz="2400" kern="1200">
        <a:solidFill>
          <a:schemeClr val="tx1"/>
        </a:solidFill>
        <a:latin typeface="Comic Sans MS" pitchFamily="66" charset="0"/>
        <a:ea typeface="+mn-ea"/>
        <a:cs typeface="+mn-cs"/>
      </a:defRPr>
    </a:lvl8pPr>
    <a:lvl9pPr marL="3657600" algn="l" defTabSz="914400" rtl="0" eaLnBrk="1" latinLnBrk="0" hangingPunct="1">
      <a:defRPr sz="2400" kern="1200">
        <a:solidFill>
          <a:schemeClr val="tx1"/>
        </a:solidFill>
        <a:latin typeface="Comic Sans MS" pitchFamily="66"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0093"/>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111" d="100"/>
          <a:sy n="111" d="100"/>
        </p:scale>
        <p:origin x="161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1026"/>
          <p:cNvSpPr>
            <a:spLocks noGrp="1" noChangeArrowheads="1"/>
          </p:cNvSpPr>
          <p:nvPr>
            <p:ph type="hdr" sz="quarter"/>
          </p:nvPr>
        </p:nvSpPr>
        <p:spPr bwMode="auto">
          <a:xfrm>
            <a:off x="0" y="0"/>
            <a:ext cx="2944736" cy="49675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41987" name="Rectangle 1027"/>
          <p:cNvSpPr>
            <a:spLocks noGrp="1" noChangeArrowheads="1"/>
          </p:cNvSpPr>
          <p:nvPr>
            <p:ph type="dt" sz="quarter" idx="1"/>
          </p:nvPr>
        </p:nvSpPr>
        <p:spPr bwMode="auto">
          <a:xfrm>
            <a:off x="3852940" y="0"/>
            <a:ext cx="2944735" cy="49675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41988" name="Rectangle 1028"/>
          <p:cNvSpPr>
            <a:spLocks noGrp="1" noChangeArrowheads="1"/>
          </p:cNvSpPr>
          <p:nvPr>
            <p:ph type="ftr" sz="quarter" idx="2"/>
          </p:nvPr>
        </p:nvSpPr>
        <p:spPr bwMode="auto">
          <a:xfrm>
            <a:off x="0" y="9431476"/>
            <a:ext cx="2944736" cy="4967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41989" name="Rectangle 1029"/>
          <p:cNvSpPr>
            <a:spLocks noGrp="1" noChangeArrowheads="1"/>
          </p:cNvSpPr>
          <p:nvPr>
            <p:ph type="sldNum" sz="quarter" idx="3"/>
          </p:nvPr>
        </p:nvSpPr>
        <p:spPr bwMode="auto">
          <a:xfrm>
            <a:off x="3852940" y="9431476"/>
            <a:ext cx="2944735" cy="4967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6D28C8F2-C4CF-4392-8E0D-3444F6E1DB29}" type="slidenum">
              <a:rPr lang="en-GB"/>
              <a:pPr>
                <a:defRPr/>
              </a:pPr>
              <a:t>‹#›</a:t>
            </a:fld>
            <a:endParaRPr lang="en-GB"/>
          </a:p>
        </p:txBody>
      </p:sp>
    </p:spTree>
    <p:extLst>
      <p:ext uri="{BB962C8B-B14F-4D97-AF65-F5344CB8AC3E}">
        <p14:creationId xmlns:p14="http://schemas.microsoft.com/office/powerpoint/2010/main" val="28789347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fld id="{5E32CF0C-6528-4C69-BE55-7B802BEC00DE}" type="datetimeFigureOut">
              <a:rPr lang="en-ZA" smtClean="0"/>
              <a:t>2026/03/04</a:t>
            </a:fld>
            <a:endParaRPr lang="en-ZA"/>
          </a:p>
        </p:txBody>
      </p:sp>
      <p:sp>
        <p:nvSpPr>
          <p:cNvPr id="4" name="Slide Image Placeholder 3"/>
          <p:cNvSpPr>
            <a:spLocks noGrp="1" noRot="1" noChangeAspect="1"/>
          </p:cNvSpPr>
          <p:nvPr>
            <p:ph type="sldImg" idx="2"/>
          </p:nvPr>
        </p:nvSpPr>
        <p:spPr>
          <a:xfrm>
            <a:off x="1165225" y="1241425"/>
            <a:ext cx="4467225" cy="3349625"/>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fld id="{23CBD6C9-B66E-42F8-A53C-16000BFFEA2E}" type="slidenum">
              <a:rPr lang="en-ZA" smtClean="0"/>
              <a:t>‹#›</a:t>
            </a:fld>
            <a:endParaRPr lang="en-ZA"/>
          </a:p>
        </p:txBody>
      </p:sp>
    </p:spTree>
    <p:extLst>
      <p:ext uri="{BB962C8B-B14F-4D97-AF65-F5344CB8AC3E}">
        <p14:creationId xmlns:p14="http://schemas.microsoft.com/office/powerpoint/2010/main" val="3911018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Tree>
    <p:extLst>
      <p:ext uri="{BB962C8B-B14F-4D97-AF65-F5344CB8AC3E}">
        <p14:creationId xmlns:p14="http://schemas.microsoft.com/office/powerpoint/2010/main" val="5723508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3.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3" Type="http://schemas.microsoft.com/office/2007/relationships/hdphoto" Target="../media/hdphoto4.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5.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20.svg"/><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25.sv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24.svg"/><Relationship Id="rId4"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25.sv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24.svg"/><Relationship Id="rId4" Type="http://schemas.openxmlformats.org/officeDocument/2006/relationships/image" Target="../media/image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microsoft.com/office/2007/relationships/hdphoto" Target="../media/hdphoto3.wdp"/><Relationship Id="rId7" Type="http://schemas.openxmlformats.org/officeDocument/2006/relationships/image" Target="../media/image25.sv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24.svg"/><Relationship Id="rId4" Type="http://schemas.openxmlformats.org/officeDocument/2006/relationships/image" Target="../media/image8.png"/></Relationships>
</file>

<file path=ppt/slideLayouts/_rels/slideLayout36.xml.rels><?xml version="1.0" encoding="UTF-8" standalone="yes"?>
<Relationships xmlns="http://schemas.openxmlformats.org/package/2006/relationships"><Relationship Id="rId3" Type="http://schemas.microsoft.com/office/2007/relationships/hdphoto" Target="../media/hdphoto4.wdp"/><Relationship Id="rId7" Type="http://schemas.openxmlformats.org/officeDocument/2006/relationships/image" Target="../media/image25.sv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24.svg"/><Relationship Id="rId4" Type="http://schemas.openxmlformats.org/officeDocument/2006/relationships/image" Target="../media/image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microsoft.com/office/2007/relationships/hdphoto" Target="../media/hdphoto5.wdp"/><Relationship Id="rId7" Type="http://schemas.openxmlformats.org/officeDocument/2006/relationships/image" Target="../media/image25.sv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24.svg"/><Relationship Id="rId4" Type="http://schemas.openxmlformats.org/officeDocument/2006/relationships/image" Target="../media/image8.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2.xml"/><Relationship Id="rId6" Type="http://schemas.openxmlformats.org/officeDocument/2006/relationships/image" Target="../media/image25.svg"/><Relationship Id="rId5" Type="http://schemas.openxmlformats.org/officeDocument/2006/relationships/image" Target="../media/image10.png"/><Relationship Id="rId4" Type="http://schemas.openxmlformats.org/officeDocument/2006/relationships/image" Target="../media/image24.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7.png"/><Relationship Id="rId1" Type="http://schemas.openxmlformats.org/officeDocument/2006/relationships/slideMaster" Target="../slideMasters/slideMaster2.xml"/><Relationship Id="rId5" Type="http://schemas.openxmlformats.org/officeDocument/2006/relationships/image" Target="../media/image29.svg"/><Relationship Id="rId4" Type="http://schemas.openxmlformats.org/officeDocument/2006/relationships/image" Target="../media/image1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2.xml"/><Relationship Id="rId6" Type="http://schemas.openxmlformats.org/officeDocument/2006/relationships/image" Target="../media/image25.svg"/><Relationship Id="rId5" Type="http://schemas.openxmlformats.org/officeDocument/2006/relationships/image" Target="../media/image10.png"/><Relationship Id="rId4" Type="http://schemas.openxmlformats.org/officeDocument/2006/relationships/image" Target="../media/image24.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2.xml"/><Relationship Id="rId6" Type="http://schemas.openxmlformats.org/officeDocument/2006/relationships/image" Target="../media/image25.svg"/><Relationship Id="rId5" Type="http://schemas.openxmlformats.org/officeDocument/2006/relationships/image" Target="../media/image10.png"/><Relationship Id="rId4" Type="http://schemas.openxmlformats.org/officeDocument/2006/relationships/image" Target="../media/image24.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1.png"/><Relationship Id="rId1" Type="http://schemas.openxmlformats.org/officeDocument/2006/relationships/slideMaster" Target="../slideMasters/slideMaster2.xml"/><Relationship Id="rId5" Type="http://schemas.openxmlformats.org/officeDocument/2006/relationships/image" Target="../media/image26.svg"/><Relationship Id="rId4" Type="http://schemas.openxmlformats.org/officeDocument/2006/relationships/image" Target="../media/image1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amp; End Slide Option">
    <p:spTree>
      <p:nvGrpSpPr>
        <p:cNvPr id="1" name=""/>
        <p:cNvGrpSpPr/>
        <p:nvPr/>
      </p:nvGrpSpPr>
      <p:grpSpPr>
        <a:xfrm>
          <a:off x="0" y="0"/>
          <a:ext cx="0" cy="0"/>
          <a:chOff x="0" y="0"/>
          <a:chExt cx="0" cy="0"/>
        </a:xfrm>
      </p:grpSpPr>
      <p:pic>
        <p:nvPicPr>
          <p:cNvPr id="4" name="Supergraphic">
            <a:extLst>
              <a:ext uri="{FF2B5EF4-FFF2-40B4-BE49-F238E27FC236}">
                <a16:creationId xmlns:a16="http://schemas.microsoft.com/office/drawing/2014/main" id="{5B248510-4BC7-9345-88FC-2E0C971BA74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61219" y="1341440"/>
            <a:ext cx="897728" cy="1837209"/>
          </a:xfrm>
          <a:prstGeom prst="rect">
            <a:avLst/>
          </a:prstGeom>
        </p:spPr>
      </p:pic>
      <p:cxnSp>
        <p:nvCxnSpPr>
          <p:cNvPr id="5" name="Gold H Line">
            <a:extLst>
              <a:ext uri="{FF2B5EF4-FFF2-40B4-BE49-F238E27FC236}">
                <a16:creationId xmlns:a16="http://schemas.microsoft.com/office/drawing/2014/main" id="{D2E91EF0-985A-D444-B885-44EABE549784}"/>
              </a:ext>
            </a:extLst>
          </p:cNvPr>
          <p:cNvCxnSpPr/>
          <p:nvPr/>
        </p:nvCxnSpPr>
        <p:spPr>
          <a:xfrm>
            <a:off x="0" y="1341438"/>
            <a:ext cx="9144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9" name="Title">
            <a:extLst>
              <a:ext uri="{FF2B5EF4-FFF2-40B4-BE49-F238E27FC236}">
                <a16:creationId xmlns:a16="http://schemas.microsoft.com/office/drawing/2014/main" id="{62CE03E8-B1C3-CC40-B8F9-5DD639D93B94}"/>
              </a:ext>
            </a:extLst>
          </p:cNvPr>
          <p:cNvSpPr>
            <a:spLocks noGrp="1"/>
          </p:cNvSpPr>
          <p:nvPr>
            <p:ph type="title" hasCustomPrompt="1"/>
          </p:nvPr>
        </p:nvSpPr>
        <p:spPr>
          <a:xfrm>
            <a:off x="389001" y="286559"/>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775273732"/>
      </p:ext>
    </p:extLst>
  </p:cSld>
  <p:clrMapOvr>
    <a:masterClrMapping/>
  </p:clrMapOvr>
  <p:extLst>
    <p:ext uri="{DCECCB84-F9BA-43D5-87BE-67443E8EF086}">
      <p15:sldGuideLst xmlns:p15="http://schemas.microsoft.com/office/powerpoint/2012/main">
        <p15:guide id="1" pos="694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ub-heading + Content on White Bg">
    <p:spTree>
      <p:nvGrpSpPr>
        <p:cNvPr id="1" name=""/>
        <p:cNvGrpSpPr/>
        <p:nvPr/>
      </p:nvGrpSpPr>
      <p:grpSpPr>
        <a:xfrm>
          <a:off x="0" y="0"/>
          <a:ext cx="0" cy="0"/>
          <a:chOff x="0" y="0"/>
          <a:chExt cx="0" cy="0"/>
        </a:xfrm>
      </p:grpSpPr>
      <p:cxnSp>
        <p:nvCxnSpPr>
          <p:cNvPr id="6" name="Gold H Line">
            <a:extLst>
              <a:ext uri="{FF2B5EF4-FFF2-40B4-BE49-F238E27FC236}">
                <a16:creationId xmlns:a16="http://schemas.microsoft.com/office/drawing/2014/main" id="{14D6B201-F64D-A747-B121-C05B2A976FDB}"/>
              </a:ext>
            </a:extLst>
          </p:cNvPr>
          <p:cNvCxnSpPr/>
          <p:nvPr/>
        </p:nvCxnSpPr>
        <p:spPr>
          <a:xfrm>
            <a:off x="0" y="1341438"/>
            <a:ext cx="9144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389001" y="2098627"/>
            <a:ext cx="8341853" cy="4414600"/>
          </a:xfrm>
        </p:spPr>
        <p:txBody>
          <a:bodyPr>
            <a:normAutofit lnSpcReduction="10000"/>
          </a:bodyPr>
          <a:lstStyle/>
          <a:p>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389001" y="1384085"/>
            <a:ext cx="8341853"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6559"/>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792630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heading + Content on Pattern White Bg">
    <p:spTree>
      <p:nvGrpSpPr>
        <p:cNvPr id="1" name=""/>
        <p:cNvGrpSpPr/>
        <p:nvPr/>
      </p:nvGrpSpPr>
      <p:grpSpPr>
        <a:xfrm>
          <a:off x="0" y="0"/>
          <a:ext cx="0" cy="0"/>
          <a:chOff x="0" y="0"/>
          <a:chExt cx="0" cy="0"/>
        </a:xfrm>
      </p:grpSpPr>
      <p:pic>
        <p:nvPicPr>
          <p:cNvPr id="9" name="Pattern">
            <a:extLst>
              <a:ext uri="{FF2B5EF4-FFF2-40B4-BE49-F238E27FC236}">
                <a16:creationId xmlns:a16="http://schemas.microsoft.com/office/drawing/2014/main" id="{92A5C720-0429-4541-B977-B6E1AE463E85}"/>
              </a:ext>
            </a:extLst>
          </p:cNvPr>
          <p:cNvPicPr>
            <a:picLocks noChangeAspect="1"/>
          </p:cNvPicPr>
          <p:nvPr/>
        </p:nvPicPr>
        <p:blipFill rotWithShape="1">
          <a:blip r:embed="rId2" cstate="screen">
            <a:duotone>
              <a:schemeClr val="accent2">
                <a:shade val="45000"/>
                <a:satMod val="135000"/>
              </a:schemeClr>
              <a:prstClr val="white"/>
            </a:duotone>
            <a:alphaModFix amt="40000"/>
            <a:extLst>
              <a:ext uri="{BEBA8EAE-BF5A-486C-A8C5-ECC9F3942E4B}">
                <a14:imgProps xmlns:a14="http://schemas.microsoft.com/office/drawing/2010/main">
                  <a14:imgLayer r:embed="rId3">
                    <a14:imgEffect>
                      <a14:sharpenSoften amount="50000"/>
                    </a14:imgEffect>
                    <a14:imgEffect>
                      <a14:colorTemperature colorTemp="11500"/>
                    </a14:imgEffect>
                    <a14:imgEffect>
                      <a14:saturation sat="400000"/>
                    </a14:imgEffect>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034" y="1342422"/>
            <a:ext cx="9142965" cy="5256000"/>
          </a:xfrm>
          <a:prstGeom prst="rect">
            <a:avLst/>
          </a:prstGeom>
        </p:spPr>
      </p:pic>
      <p:grpSp>
        <p:nvGrpSpPr>
          <p:cNvPr id="11" name="Bottom Corner Cover Ups">
            <a:extLst>
              <a:ext uri="{FF2B5EF4-FFF2-40B4-BE49-F238E27FC236}">
                <a16:creationId xmlns:a16="http://schemas.microsoft.com/office/drawing/2014/main" id="{6B263B2D-D558-B84C-9022-34F07C2522D9}"/>
              </a:ext>
            </a:extLst>
          </p:cNvPr>
          <p:cNvGrpSpPr/>
          <p:nvPr/>
        </p:nvGrpSpPr>
        <p:grpSpPr>
          <a:xfrm>
            <a:off x="1" y="5911729"/>
            <a:ext cx="9144020" cy="949000"/>
            <a:chOff x="0" y="5911729"/>
            <a:chExt cx="12192027" cy="949000"/>
          </a:xfrm>
        </p:grpSpPr>
        <p:pic>
          <p:nvPicPr>
            <p:cNvPr id="12" name="SU.Footer.Shape.White.Cover.R">
              <a:extLst>
                <a:ext uri="{FF2B5EF4-FFF2-40B4-BE49-F238E27FC236}">
                  <a16:creationId xmlns:a16="http://schemas.microsoft.com/office/drawing/2014/main" id="{A42B02D9-6BCD-3B46-A57F-212570E5235E}"/>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3" name="SU.Footer.Shape.White.Cover.L">
              <a:extLst>
                <a:ext uri="{FF2B5EF4-FFF2-40B4-BE49-F238E27FC236}">
                  <a16:creationId xmlns:a16="http://schemas.microsoft.com/office/drawing/2014/main" id="{7BE51404-5FBA-E747-9F0C-F3B96BD72370}"/>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89001" y="2098627"/>
            <a:ext cx="8341853" cy="4414600"/>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389001" y="1379765"/>
            <a:ext cx="8341853"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6559"/>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541990509"/>
      </p:ext>
    </p:extLst>
  </p:cSld>
  <p:clrMapOvr>
    <a:masterClrMapping/>
  </p:clrMapOvr>
  <p:extLst>
    <p:ext uri="{DCECCB84-F9BA-43D5-87BE-67443E8EF086}">
      <p15:sldGuideLst xmlns:p15="http://schemas.microsoft.com/office/powerpoint/2012/main">
        <p15:guide id="1" orient="horz" pos="845">
          <p15:clr>
            <a:srgbClr val="FBAE40"/>
          </p15:clr>
        </p15:guide>
        <p15:guide id="2" orient="horz" pos="86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ub-heading + Content on Pattern Panel White 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4232ACA5-F913-4C40-9156-9574AC847B0D}"/>
              </a:ext>
            </a:extLst>
          </p:cNvPr>
          <p:cNvPicPr>
            <a:picLocks noChangeAspect="1"/>
          </p:cNvPicPr>
          <p:nvPr/>
        </p:nvPicPr>
        <p:blipFill rotWithShape="1">
          <a:blip r:embed="rId2" cstate="screen">
            <a:duotone>
              <a:schemeClr val="accent2">
                <a:shade val="45000"/>
                <a:satMod val="135000"/>
              </a:schemeClr>
              <a:prstClr val="white"/>
            </a:duotone>
            <a:alphaModFix amt="40000"/>
            <a:extLst>
              <a:ext uri="{BEBA8EAE-BF5A-486C-A8C5-ECC9F3942E4B}">
                <a14:imgProps xmlns:a14="http://schemas.microsoft.com/office/drawing/2010/main">
                  <a14:imgLayer r:embed="rId3">
                    <a14:imgEffect>
                      <a14:sharpenSoften amount="50000"/>
                    </a14:imgEffect>
                    <a14:imgEffect>
                      <a14:colorTemperature colorTemp="11500"/>
                    </a14:imgEffect>
                    <a14:imgEffect>
                      <a14:saturation sat="400000"/>
                    </a14:imgEffect>
                    <a14:imgEffect>
                      <a14:brightnessContrast bright="40000" contrast="40000"/>
                    </a14:imgEffect>
                  </a14:imgLayer>
                </a14:imgProps>
              </a:ext>
              <a:ext uri="{28A0092B-C50C-407E-A947-70E740481C1C}">
                <a14:useLocalDpi xmlns:a14="http://schemas.microsoft.com/office/drawing/2010/main"/>
              </a:ext>
            </a:extLst>
          </a:blip>
          <a:srcRect r="67065"/>
          <a:stretch/>
        </p:blipFill>
        <p:spPr>
          <a:xfrm>
            <a:off x="1034" y="1342422"/>
            <a:ext cx="3031488" cy="5256000"/>
          </a:xfrm>
          <a:prstGeom prst="rect">
            <a:avLst/>
          </a:prstGeom>
        </p:spPr>
      </p:pic>
      <p:grpSp>
        <p:nvGrpSpPr>
          <p:cNvPr id="15" name="Bottom Corner Cover Ups">
            <a:extLst>
              <a:ext uri="{FF2B5EF4-FFF2-40B4-BE49-F238E27FC236}">
                <a16:creationId xmlns:a16="http://schemas.microsoft.com/office/drawing/2014/main" id="{F2814333-1BF5-E849-A0FE-9AA7C7404101}"/>
              </a:ext>
            </a:extLst>
          </p:cNvPr>
          <p:cNvGrpSpPr/>
          <p:nvPr/>
        </p:nvGrpSpPr>
        <p:grpSpPr>
          <a:xfrm>
            <a:off x="1" y="5911729"/>
            <a:ext cx="9144020" cy="949000"/>
            <a:chOff x="0" y="5911729"/>
            <a:chExt cx="12192027" cy="949000"/>
          </a:xfrm>
        </p:grpSpPr>
        <p:pic>
          <p:nvPicPr>
            <p:cNvPr id="16" name="SU.Footer.Shape.White.Cover.R">
              <a:extLst>
                <a:ext uri="{FF2B5EF4-FFF2-40B4-BE49-F238E27FC236}">
                  <a16:creationId xmlns:a16="http://schemas.microsoft.com/office/drawing/2014/main" id="{03FDF139-728B-024E-9703-C432EBC41B11}"/>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7" name="SU.Footer.Shape.White.Cover.L">
              <a:extLst>
                <a:ext uri="{FF2B5EF4-FFF2-40B4-BE49-F238E27FC236}">
                  <a16:creationId xmlns:a16="http://schemas.microsoft.com/office/drawing/2014/main" id="{29002AAF-104D-E541-A418-B45D06E37CA1}"/>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13" name="Content Placeholder ">
            <a:extLst>
              <a:ext uri="{FF2B5EF4-FFF2-40B4-BE49-F238E27FC236}">
                <a16:creationId xmlns:a16="http://schemas.microsoft.com/office/drawing/2014/main" id="{297102B3-ABBC-8342-9686-98DDA2B5DFAF}"/>
              </a:ext>
            </a:extLst>
          </p:cNvPr>
          <p:cNvSpPr>
            <a:spLocks noGrp="1"/>
          </p:cNvSpPr>
          <p:nvPr>
            <p:ph idx="1" hasCustomPrompt="1"/>
          </p:nvPr>
        </p:nvSpPr>
        <p:spPr>
          <a:xfrm>
            <a:off x="3223880" y="1439056"/>
            <a:ext cx="5506974" cy="5059180"/>
          </a:xfrm>
        </p:spPr>
        <p:txBody>
          <a:bodyPr>
            <a:normAutofit lnSpcReduction="10000"/>
          </a:bodyPr>
          <a:lstStyle/>
          <a:p>
            <a:r>
              <a:rPr lang="en-GB" dirty="0"/>
              <a:t>Content placeholder</a:t>
            </a:r>
          </a:p>
        </p:txBody>
      </p:sp>
      <p:sp>
        <p:nvSpPr>
          <p:cNvPr id="14" name="Sub-heading">
            <a:extLst>
              <a:ext uri="{FF2B5EF4-FFF2-40B4-BE49-F238E27FC236}">
                <a16:creationId xmlns:a16="http://schemas.microsoft.com/office/drawing/2014/main" id="{F0A305C8-DF3E-DB45-9F64-CF839254AACB}"/>
              </a:ext>
            </a:extLst>
          </p:cNvPr>
          <p:cNvSpPr>
            <a:spLocks noGrp="1"/>
          </p:cNvSpPr>
          <p:nvPr>
            <p:ph type="body" sz="quarter" idx="10" hasCustomPrompt="1"/>
          </p:nvPr>
        </p:nvSpPr>
        <p:spPr>
          <a:xfrm>
            <a:off x="389002" y="1439056"/>
            <a:ext cx="2643521" cy="5059179"/>
          </a:xfrm>
        </p:spPr>
        <p:txBody>
          <a:bodyPr anchor="t">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6559"/>
            <a:ext cx="6246424"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4271384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ual Layout Slide on White Bg">
    <p:spTree>
      <p:nvGrpSpPr>
        <p:cNvPr id="1" name=""/>
        <p:cNvGrpSpPr/>
        <p:nvPr/>
      </p:nvGrpSpPr>
      <p:grpSpPr>
        <a:xfrm>
          <a:off x="0" y="0"/>
          <a:ext cx="0" cy="0"/>
          <a:chOff x="0" y="0"/>
          <a:chExt cx="0" cy="0"/>
        </a:xfrm>
      </p:grpSpPr>
      <p:sp>
        <p:nvSpPr>
          <p:cNvPr id="11" name="White Rectangle">
            <a:extLst>
              <a:ext uri="{FF2B5EF4-FFF2-40B4-BE49-F238E27FC236}">
                <a16:creationId xmlns:a16="http://schemas.microsoft.com/office/drawing/2014/main" id="{948D6589-07BC-504A-9A95-293D1FAB3969}"/>
              </a:ext>
            </a:extLst>
          </p:cNvPr>
          <p:cNvSpPr/>
          <p:nvPr/>
        </p:nvSpPr>
        <p:spPr>
          <a:xfrm>
            <a:off x="0" y="1"/>
            <a:ext cx="9144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cxnSp>
        <p:nvCxnSpPr>
          <p:cNvPr id="10" name="Gold H Line">
            <a:extLst>
              <a:ext uri="{FF2B5EF4-FFF2-40B4-BE49-F238E27FC236}">
                <a16:creationId xmlns:a16="http://schemas.microsoft.com/office/drawing/2014/main" id="{BCBE8D15-217A-AD4B-B1B6-A4A4464A9778}"/>
              </a:ext>
            </a:extLst>
          </p:cNvPr>
          <p:cNvCxnSpPr/>
          <p:nvPr/>
        </p:nvCxnSpPr>
        <p:spPr>
          <a:xfrm>
            <a:off x="0" y="1341438"/>
            <a:ext cx="9144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8" name="Content Placeholder  2">
            <a:extLst>
              <a:ext uri="{FF2B5EF4-FFF2-40B4-BE49-F238E27FC236}">
                <a16:creationId xmlns:a16="http://schemas.microsoft.com/office/drawing/2014/main" id="{2FCD4CF8-0C12-EA43-B791-77B95BE3B8A1}"/>
              </a:ext>
            </a:extLst>
          </p:cNvPr>
          <p:cNvSpPr>
            <a:spLocks noGrp="1"/>
          </p:cNvSpPr>
          <p:nvPr>
            <p:ph idx="12" hasCustomPrompt="1"/>
          </p:nvPr>
        </p:nvSpPr>
        <p:spPr>
          <a:xfrm>
            <a:off x="4729164" y="2093513"/>
            <a:ext cx="4001690" cy="441971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1">
                <a:solidFill>
                  <a:schemeClr val="tx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9" name="Sub-heading 2">
            <a:extLst>
              <a:ext uri="{FF2B5EF4-FFF2-40B4-BE49-F238E27FC236}">
                <a16:creationId xmlns:a16="http://schemas.microsoft.com/office/drawing/2014/main" id="{EFD6BD00-14FA-0C44-936C-18A58C6AEAF6}"/>
              </a:ext>
            </a:extLst>
          </p:cNvPr>
          <p:cNvSpPr>
            <a:spLocks noGrp="1"/>
          </p:cNvSpPr>
          <p:nvPr>
            <p:ph type="body" sz="quarter" idx="13" hasCustomPrompt="1"/>
          </p:nvPr>
        </p:nvSpPr>
        <p:spPr>
          <a:xfrm>
            <a:off x="4729164" y="1374651"/>
            <a:ext cx="400169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1"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4" name="Title 2">
            <a:extLst>
              <a:ext uri="{FF2B5EF4-FFF2-40B4-BE49-F238E27FC236}">
                <a16:creationId xmlns:a16="http://schemas.microsoft.com/office/drawing/2014/main" id="{3A21EA00-5D4A-874F-9DE9-2C510BCA999D}"/>
              </a:ext>
            </a:extLst>
          </p:cNvPr>
          <p:cNvSpPr>
            <a:spLocks noGrp="1"/>
          </p:cNvSpPr>
          <p:nvPr>
            <p:ph type="body" sz="quarter" idx="14" hasCustomPrompt="1"/>
          </p:nvPr>
        </p:nvSpPr>
        <p:spPr>
          <a:xfrm>
            <a:off x="4729163" y="234094"/>
            <a:ext cx="4001690" cy="1019176"/>
          </a:xfrm>
        </p:spPr>
        <p:txBody>
          <a:bodyPr/>
          <a:lstStyle>
            <a:lvl1pPr marL="0" indent="0">
              <a:buFontTx/>
              <a:buNone/>
              <a:defRPr lang="en-GB" sz="2400" b="1" i="1" kern="1200" dirty="0" smtClean="0">
                <a:solidFill>
                  <a:schemeClr val="accent1"/>
                </a:solidFill>
                <a:latin typeface="Trebuchet MS" panose="020B0703020202090204" pitchFamily="34" charset="0"/>
                <a:ea typeface="+mj-ea"/>
                <a:cs typeface="+mj-cs"/>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GB" dirty="0"/>
              <a:t>CLICK TO EDIT TITLE</a:t>
            </a:r>
          </a:p>
        </p:txBody>
      </p:sp>
      <p:sp>
        <p:nvSpPr>
          <p:cNvPr id="15" name="Content Placeholder 1">
            <a:extLst>
              <a:ext uri="{FF2B5EF4-FFF2-40B4-BE49-F238E27FC236}">
                <a16:creationId xmlns:a16="http://schemas.microsoft.com/office/drawing/2014/main" id="{711302C3-77CD-E045-AC17-217A8FF65206}"/>
              </a:ext>
            </a:extLst>
          </p:cNvPr>
          <p:cNvSpPr>
            <a:spLocks noGrp="1"/>
          </p:cNvSpPr>
          <p:nvPr>
            <p:ph idx="1" hasCustomPrompt="1"/>
          </p:nvPr>
        </p:nvSpPr>
        <p:spPr>
          <a:xfrm>
            <a:off x="389001" y="2098627"/>
            <a:ext cx="4025837" cy="441971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tx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1">
            <a:extLst>
              <a:ext uri="{FF2B5EF4-FFF2-40B4-BE49-F238E27FC236}">
                <a16:creationId xmlns:a16="http://schemas.microsoft.com/office/drawing/2014/main" id="{C672C517-E44C-5541-8903-0803B60C387D}"/>
              </a:ext>
            </a:extLst>
          </p:cNvPr>
          <p:cNvSpPr>
            <a:spLocks noGrp="1"/>
          </p:cNvSpPr>
          <p:nvPr>
            <p:ph type="body" sz="quarter" idx="10" hasCustomPrompt="1"/>
          </p:nvPr>
        </p:nvSpPr>
        <p:spPr>
          <a:xfrm>
            <a:off x="389001" y="1379765"/>
            <a:ext cx="4025837"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1">
            <a:extLst>
              <a:ext uri="{FF2B5EF4-FFF2-40B4-BE49-F238E27FC236}">
                <a16:creationId xmlns:a16="http://schemas.microsoft.com/office/drawing/2014/main" id="{AD74D22F-7C30-804B-B618-3432E30FA7B0}"/>
              </a:ext>
            </a:extLst>
          </p:cNvPr>
          <p:cNvSpPr>
            <a:spLocks noGrp="1"/>
          </p:cNvSpPr>
          <p:nvPr>
            <p:ph type="title" hasCustomPrompt="1"/>
          </p:nvPr>
        </p:nvSpPr>
        <p:spPr>
          <a:xfrm>
            <a:off x="389002" y="234094"/>
            <a:ext cx="4025837" cy="1019176"/>
          </a:xfrm>
          <a:prstGeom prst="rect">
            <a:avLst/>
          </a:prstGeom>
        </p:spPr>
        <p:txBody>
          <a:bodyPr/>
          <a:lstStyle>
            <a:lvl1pPr>
              <a:lnSpc>
                <a:spcPct val="100000"/>
              </a:lnSpc>
              <a:defRPr/>
            </a:lvl1pPr>
          </a:lstStyle>
          <a:p>
            <a:r>
              <a:rPr lang="en-GB" dirty="0"/>
              <a:t>CLICK TO EDIT TITLE</a:t>
            </a:r>
            <a:endParaRPr lang="en-US" dirty="0"/>
          </a:p>
        </p:txBody>
      </p:sp>
    </p:spTree>
    <p:extLst>
      <p:ext uri="{BB962C8B-B14F-4D97-AF65-F5344CB8AC3E}">
        <p14:creationId xmlns:p14="http://schemas.microsoft.com/office/powerpoint/2010/main" val="292596859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xColumns Slide on White Bg">
    <p:spTree>
      <p:nvGrpSpPr>
        <p:cNvPr id="1" name=""/>
        <p:cNvGrpSpPr/>
        <p:nvPr/>
      </p:nvGrpSpPr>
      <p:grpSpPr>
        <a:xfrm>
          <a:off x="0" y="0"/>
          <a:ext cx="0" cy="0"/>
          <a:chOff x="0" y="0"/>
          <a:chExt cx="0" cy="0"/>
        </a:xfrm>
      </p:grpSpPr>
      <p:sp>
        <p:nvSpPr>
          <p:cNvPr id="19" name="White Rectangle">
            <a:extLst>
              <a:ext uri="{FF2B5EF4-FFF2-40B4-BE49-F238E27FC236}">
                <a16:creationId xmlns:a16="http://schemas.microsoft.com/office/drawing/2014/main" id="{AF7E239E-9757-3248-A127-4F42F0637408}"/>
              </a:ext>
            </a:extLst>
          </p:cNvPr>
          <p:cNvSpPr/>
          <p:nvPr/>
        </p:nvSpPr>
        <p:spPr>
          <a:xfrm>
            <a:off x="0" y="1"/>
            <a:ext cx="9144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cxnSp>
        <p:nvCxnSpPr>
          <p:cNvPr id="18" name="Gold H Line">
            <a:extLst>
              <a:ext uri="{FF2B5EF4-FFF2-40B4-BE49-F238E27FC236}">
                <a16:creationId xmlns:a16="http://schemas.microsoft.com/office/drawing/2014/main" id="{FF14821C-DD56-5047-8DDF-2CED2D6B409A}"/>
              </a:ext>
            </a:extLst>
          </p:cNvPr>
          <p:cNvCxnSpPr/>
          <p:nvPr/>
        </p:nvCxnSpPr>
        <p:spPr>
          <a:xfrm>
            <a:off x="0" y="1341438"/>
            <a:ext cx="9144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1" name="Content Placeholder 3">
            <a:extLst>
              <a:ext uri="{FF2B5EF4-FFF2-40B4-BE49-F238E27FC236}">
                <a16:creationId xmlns:a16="http://schemas.microsoft.com/office/drawing/2014/main" id="{2B59F022-8EBD-944D-810D-855A24D6A260}"/>
              </a:ext>
            </a:extLst>
          </p:cNvPr>
          <p:cNvSpPr>
            <a:spLocks noGrp="1"/>
          </p:cNvSpPr>
          <p:nvPr>
            <p:ph idx="12" hasCustomPrompt="1"/>
          </p:nvPr>
        </p:nvSpPr>
        <p:spPr>
          <a:xfrm>
            <a:off x="6030854" y="2093513"/>
            <a:ext cx="2700000" cy="440472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3" name="Sub-heading 3">
            <a:extLst>
              <a:ext uri="{FF2B5EF4-FFF2-40B4-BE49-F238E27FC236}">
                <a16:creationId xmlns:a16="http://schemas.microsoft.com/office/drawing/2014/main" id="{DBCB0F0E-2CA6-9B47-B078-4D0CBA22AA46}"/>
              </a:ext>
            </a:extLst>
          </p:cNvPr>
          <p:cNvSpPr>
            <a:spLocks noGrp="1"/>
          </p:cNvSpPr>
          <p:nvPr>
            <p:ph type="body" sz="quarter" idx="13" hasCustomPrompt="1"/>
          </p:nvPr>
        </p:nvSpPr>
        <p:spPr>
          <a:xfrm>
            <a:off x="6030854" y="1382146"/>
            <a:ext cx="27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5" name="Title 3">
            <a:extLst>
              <a:ext uri="{FF2B5EF4-FFF2-40B4-BE49-F238E27FC236}">
                <a16:creationId xmlns:a16="http://schemas.microsoft.com/office/drawing/2014/main" id="{46C5C79B-1FC7-684E-8098-DD6B7E0A0122}"/>
              </a:ext>
            </a:extLst>
          </p:cNvPr>
          <p:cNvSpPr>
            <a:spLocks noGrp="1"/>
          </p:cNvSpPr>
          <p:nvPr>
            <p:ph type="body" sz="quarter" idx="14" hasCustomPrompt="1"/>
          </p:nvPr>
        </p:nvSpPr>
        <p:spPr>
          <a:xfrm>
            <a:off x="6030854" y="230573"/>
            <a:ext cx="2700000" cy="1067301"/>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14" name="Content Placeholder  2">
            <a:extLst>
              <a:ext uri="{FF2B5EF4-FFF2-40B4-BE49-F238E27FC236}">
                <a16:creationId xmlns:a16="http://schemas.microsoft.com/office/drawing/2014/main" id="{4BF8A05F-FD1D-CD48-A3CF-DE8AF43F6977}"/>
              </a:ext>
            </a:extLst>
          </p:cNvPr>
          <p:cNvSpPr>
            <a:spLocks noGrp="1"/>
          </p:cNvSpPr>
          <p:nvPr>
            <p:ph idx="15" hasCustomPrompt="1"/>
          </p:nvPr>
        </p:nvSpPr>
        <p:spPr>
          <a:xfrm>
            <a:off x="3209926" y="2093513"/>
            <a:ext cx="2699999" cy="440472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5" name="Sub-heading 2">
            <a:extLst>
              <a:ext uri="{FF2B5EF4-FFF2-40B4-BE49-F238E27FC236}">
                <a16:creationId xmlns:a16="http://schemas.microsoft.com/office/drawing/2014/main" id="{EB65077B-EB16-BF45-A1FD-89A294FE27D1}"/>
              </a:ext>
            </a:extLst>
          </p:cNvPr>
          <p:cNvSpPr>
            <a:spLocks noGrp="1"/>
          </p:cNvSpPr>
          <p:nvPr>
            <p:ph type="body" sz="quarter" idx="16" hasCustomPrompt="1"/>
          </p:nvPr>
        </p:nvSpPr>
        <p:spPr>
          <a:xfrm>
            <a:off x="3209926" y="1382146"/>
            <a:ext cx="2699999"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2">
            <a:extLst>
              <a:ext uri="{FF2B5EF4-FFF2-40B4-BE49-F238E27FC236}">
                <a16:creationId xmlns:a16="http://schemas.microsoft.com/office/drawing/2014/main" id="{5BE914C9-9E29-9D45-8E51-BE422FBBE2C1}"/>
              </a:ext>
            </a:extLst>
          </p:cNvPr>
          <p:cNvSpPr>
            <a:spLocks noGrp="1"/>
          </p:cNvSpPr>
          <p:nvPr>
            <p:ph type="body" sz="quarter" idx="17" hasCustomPrompt="1"/>
          </p:nvPr>
        </p:nvSpPr>
        <p:spPr>
          <a:xfrm>
            <a:off x="3209925" y="229952"/>
            <a:ext cx="27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10" name="Content Placeholder 1">
            <a:extLst>
              <a:ext uri="{FF2B5EF4-FFF2-40B4-BE49-F238E27FC236}">
                <a16:creationId xmlns:a16="http://schemas.microsoft.com/office/drawing/2014/main" id="{1E5D113C-3036-C842-BC1F-5B0180C05F49}"/>
              </a:ext>
            </a:extLst>
          </p:cNvPr>
          <p:cNvSpPr>
            <a:spLocks noGrp="1"/>
          </p:cNvSpPr>
          <p:nvPr>
            <p:ph idx="1" hasCustomPrompt="1"/>
          </p:nvPr>
        </p:nvSpPr>
        <p:spPr>
          <a:xfrm>
            <a:off x="389000" y="2093513"/>
            <a:ext cx="2700000" cy="440472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1">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389000" y="1382146"/>
            <a:ext cx="27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6" name="Title 1">
            <a:extLst>
              <a:ext uri="{FF2B5EF4-FFF2-40B4-BE49-F238E27FC236}">
                <a16:creationId xmlns:a16="http://schemas.microsoft.com/office/drawing/2014/main" id="{0A2B4331-7730-C944-82F4-41B3F12BA696}"/>
              </a:ext>
            </a:extLst>
          </p:cNvPr>
          <p:cNvSpPr>
            <a:spLocks noGrp="1"/>
          </p:cNvSpPr>
          <p:nvPr>
            <p:ph type="body" sz="quarter" idx="18" hasCustomPrompt="1"/>
          </p:nvPr>
        </p:nvSpPr>
        <p:spPr>
          <a:xfrm>
            <a:off x="389000" y="229952"/>
            <a:ext cx="27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1603180288"/>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Divider Slide on White Bg ">
    <p:spTree>
      <p:nvGrpSpPr>
        <p:cNvPr id="1" name=""/>
        <p:cNvGrpSpPr/>
        <p:nvPr/>
      </p:nvGrpSpPr>
      <p:grpSpPr>
        <a:xfrm>
          <a:off x="0" y="0"/>
          <a:ext cx="0" cy="0"/>
          <a:chOff x="0" y="0"/>
          <a:chExt cx="0" cy="0"/>
        </a:xfrm>
      </p:grpSpPr>
      <p:pic>
        <p:nvPicPr>
          <p:cNvPr id="9" name="Pattern Sand Bottom">
            <a:extLst>
              <a:ext uri="{FF2B5EF4-FFF2-40B4-BE49-F238E27FC236}">
                <a16:creationId xmlns:a16="http://schemas.microsoft.com/office/drawing/2014/main" id="{7E41FF7E-0642-ED43-BF36-6F4C4C4A2BE9}"/>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48026" y="4478954"/>
            <a:ext cx="3588959" cy="2148599"/>
          </a:xfrm>
          <a:prstGeom prst="rect">
            <a:avLst/>
          </a:prstGeom>
        </p:spPr>
      </p:pic>
      <p:pic>
        <p:nvPicPr>
          <p:cNvPr id="11" name="Pattern Top">
            <a:extLst>
              <a:ext uri="{FF2B5EF4-FFF2-40B4-BE49-F238E27FC236}">
                <a16:creationId xmlns:a16="http://schemas.microsoft.com/office/drawing/2014/main" id="{6124DACD-3877-F440-9547-FC58D4D8F16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flipV="1">
            <a:off x="140490" y="-43952"/>
            <a:ext cx="3588959" cy="2148599"/>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038600" y="2097153"/>
            <a:ext cx="4692254" cy="441607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038600" y="1382714"/>
            <a:ext cx="4692254"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93304" y="2943724"/>
            <a:ext cx="3336145"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623559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ub-heading + Content on Sand Bg">
    <p:spTree>
      <p:nvGrpSpPr>
        <p:cNvPr id="1" name=""/>
        <p:cNvGrpSpPr/>
        <p:nvPr/>
      </p:nvGrpSpPr>
      <p:grpSpPr>
        <a:xfrm>
          <a:off x="0" y="0"/>
          <a:ext cx="0" cy="0"/>
          <a:chOff x="0" y="0"/>
          <a:chExt cx="0" cy="0"/>
        </a:xfrm>
      </p:grpSpPr>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89001" y="2098627"/>
            <a:ext cx="8341853" cy="4369629"/>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389001" y="1379765"/>
            <a:ext cx="8341853"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94054"/>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654022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ub-heading + Content on Pattern Sand 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238EDFC1-EE9A-8048-86A1-2E5C9233E777}"/>
              </a:ext>
            </a:extLst>
          </p:cNvPr>
          <p:cNvPicPr>
            <a:picLocks noChangeAspect="1"/>
          </p:cNvPicPr>
          <p:nvPr/>
        </p:nvPicPr>
        <p:blipFill rotWithShape="1">
          <a:blip r:embed="rId2" cstate="screen">
            <a:duotone>
              <a:schemeClr val="accent2">
                <a:shade val="45000"/>
                <a:satMod val="135000"/>
              </a:schemeClr>
              <a:prstClr val="white"/>
            </a:duotone>
            <a:alphaModFix amt="6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035" y="1342422"/>
            <a:ext cx="9142966" cy="5256000"/>
          </a:xfrm>
          <a:prstGeom prst="rect">
            <a:avLst/>
          </a:prstGeom>
        </p:spPr>
      </p:pic>
      <p:grpSp>
        <p:nvGrpSpPr>
          <p:cNvPr id="13" name="Bottom Corner Cover Ups">
            <a:extLst>
              <a:ext uri="{FF2B5EF4-FFF2-40B4-BE49-F238E27FC236}">
                <a16:creationId xmlns:a16="http://schemas.microsoft.com/office/drawing/2014/main" id="{93D46E69-FB5E-344A-A7B7-752C7C6ECCDD}"/>
              </a:ext>
            </a:extLst>
          </p:cNvPr>
          <p:cNvGrpSpPr/>
          <p:nvPr/>
        </p:nvGrpSpPr>
        <p:grpSpPr>
          <a:xfrm>
            <a:off x="1" y="5911729"/>
            <a:ext cx="9144020" cy="949000"/>
            <a:chOff x="0" y="5911729"/>
            <a:chExt cx="12192027" cy="949000"/>
          </a:xfrm>
        </p:grpSpPr>
        <p:pic>
          <p:nvPicPr>
            <p:cNvPr id="14" name="SU.Footer.Shape.White.Cover.R">
              <a:extLst>
                <a:ext uri="{FF2B5EF4-FFF2-40B4-BE49-F238E27FC236}">
                  <a16:creationId xmlns:a16="http://schemas.microsoft.com/office/drawing/2014/main" id="{C3DAB37C-2D70-5C41-B708-179C820942FA}"/>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5" name="SU.Footer.Shape.White.Cover.L">
              <a:extLst>
                <a:ext uri="{FF2B5EF4-FFF2-40B4-BE49-F238E27FC236}">
                  <a16:creationId xmlns:a16="http://schemas.microsoft.com/office/drawing/2014/main" id="{73C9FD76-564E-0348-A31C-D0132A5B66BC}"/>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89001" y="2098626"/>
            <a:ext cx="8341853" cy="4414600"/>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389001" y="1379765"/>
            <a:ext cx="8341853"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6559"/>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389620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heading + Content on Pattern Panel Sand 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D1F2E50E-95E6-FC4E-962F-EC9D3C8E6FB6}"/>
              </a:ext>
            </a:extLst>
          </p:cNvPr>
          <p:cNvPicPr>
            <a:picLocks noChangeAspect="1"/>
          </p:cNvPicPr>
          <p:nvPr/>
        </p:nvPicPr>
        <p:blipFill rotWithShape="1">
          <a:blip r:embed="rId2" cstate="screen">
            <a:duotone>
              <a:schemeClr val="accent2">
                <a:shade val="45000"/>
                <a:satMod val="135000"/>
              </a:schemeClr>
              <a:prstClr val="white"/>
            </a:duotone>
            <a:alphaModFix amt="6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7065"/>
          <a:stretch/>
        </p:blipFill>
        <p:spPr>
          <a:xfrm>
            <a:off x="1035" y="1342422"/>
            <a:ext cx="3031488" cy="5256000"/>
          </a:xfrm>
          <a:prstGeom prst="rect">
            <a:avLst/>
          </a:prstGeom>
        </p:spPr>
      </p:pic>
      <p:grpSp>
        <p:nvGrpSpPr>
          <p:cNvPr id="13" name="Bottom Corner Cover Ups">
            <a:extLst>
              <a:ext uri="{FF2B5EF4-FFF2-40B4-BE49-F238E27FC236}">
                <a16:creationId xmlns:a16="http://schemas.microsoft.com/office/drawing/2014/main" id="{B3C7A21B-1B7F-7C48-A146-B42CAF24A16C}"/>
              </a:ext>
            </a:extLst>
          </p:cNvPr>
          <p:cNvGrpSpPr/>
          <p:nvPr/>
        </p:nvGrpSpPr>
        <p:grpSpPr>
          <a:xfrm>
            <a:off x="1" y="5911729"/>
            <a:ext cx="9144020" cy="949000"/>
            <a:chOff x="0" y="5911729"/>
            <a:chExt cx="12192027" cy="949000"/>
          </a:xfrm>
        </p:grpSpPr>
        <p:pic>
          <p:nvPicPr>
            <p:cNvPr id="14" name="SU.Footer.Shape.White.Cover.R">
              <a:extLst>
                <a:ext uri="{FF2B5EF4-FFF2-40B4-BE49-F238E27FC236}">
                  <a16:creationId xmlns:a16="http://schemas.microsoft.com/office/drawing/2014/main" id="{4E7E269D-C46B-D74D-ADD3-C0B4C411F72A}"/>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5" name="SU.Footer.Shape.White.Cover.L">
              <a:extLst>
                <a:ext uri="{FF2B5EF4-FFF2-40B4-BE49-F238E27FC236}">
                  <a16:creationId xmlns:a16="http://schemas.microsoft.com/office/drawing/2014/main" id="{643164C7-3D42-2F47-9B4F-124EA0300755}"/>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223880" y="1446552"/>
            <a:ext cx="5506974" cy="5066675"/>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389002" y="1446551"/>
            <a:ext cx="2643521" cy="5066674"/>
          </a:xfrm>
        </p:spPr>
        <p:txBody>
          <a:bodyPr anchor="t">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6559"/>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276556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ual Layout Slide on Sand Bg">
    <p:spTree>
      <p:nvGrpSpPr>
        <p:cNvPr id="1" name=""/>
        <p:cNvGrpSpPr/>
        <p:nvPr/>
      </p:nvGrpSpPr>
      <p:grpSpPr>
        <a:xfrm>
          <a:off x="0" y="0"/>
          <a:ext cx="0" cy="0"/>
          <a:chOff x="0" y="0"/>
          <a:chExt cx="0" cy="0"/>
        </a:xfrm>
      </p:grpSpPr>
      <p:sp>
        <p:nvSpPr>
          <p:cNvPr id="8" name="White Rectangle">
            <a:extLst>
              <a:ext uri="{FF2B5EF4-FFF2-40B4-BE49-F238E27FC236}">
                <a16:creationId xmlns:a16="http://schemas.microsoft.com/office/drawing/2014/main" id="{16180752-C10C-8440-9EE3-94FE745DE7CB}"/>
              </a:ext>
            </a:extLst>
          </p:cNvPr>
          <p:cNvSpPr/>
          <p:nvPr/>
        </p:nvSpPr>
        <p:spPr>
          <a:xfrm>
            <a:off x="0" y="1"/>
            <a:ext cx="9144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4" name="Content Placeholder  2">
            <a:extLst>
              <a:ext uri="{FF2B5EF4-FFF2-40B4-BE49-F238E27FC236}">
                <a16:creationId xmlns:a16="http://schemas.microsoft.com/office/drawing/2014/main" id="{3DFF6234-ED27-674E-B499-43815E04B1F3}"/>
              </a:ext>
            </a:extLst>
          </p:cNvPr>
          <p:cNvSpPr>
            <a:spLocks noGrp="1"/>
          </p:cNvSpPr>
          <p:nvPr>
            <p:ph idx="12" hasCustomPrompt="1"/>
          </p:nvPr>
        </p:nvSpPr>
        <p:spPr>
          <a:xfrm>
            <a:off x="4729164" y="2093513"/>
            <a:ext cx="4001690" cy="4427209"/>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1">
                <a:solidFill>
                  <a:srgbClr val="4D5356"/>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2">
            <a:extLst>
              <a:ext uri="{FF2B5EF4-FFF2-40B4-BE49-F238E27FC236}">
                <a16:creationId xmlns:a16="http://schemas.microsoft.com/office/drawing/2014/main" id="{566B889E-5E19-884B-A6F6-A481CC7DE2E3}"/>
              </a:ext>
            </a:extLst>
          </p:cNvPr>
          <p:cNvSpPr>
            <a:spLocks noGrp="1"/>
          </p:cNvSpPr>
          <p:nvPr>
            <p:ph type="body" sz="quarter" idx="13" hasCustomPrompt="1"/>
          </p:nvPr>
        </p:nvSpPr>
        <p:spPr>
          <a:xfrm>
            <a:off x="4729164" y="1382146"/>
            <a:ext cx="400169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1"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2" name="Title 2">
            <a:extLst>
              <a:ext uri="{FF2B5EF4-FFF2-40B4-BE49-F238E27FC236}">
                <a16:creationId xmlns:a16="http://schemas.microsoft.com/office/drawing/2014/main" id="{F6537FBF-A738-EB4D-9E99-BDECCAA2CE51}"/>
              </a:ext>
            </a:extLst>
          </p:cNvPr>
          <p:cNvSpPr>
            <a:spLocks noGrp="1"/>
          </p:cNvSpPr>
          <p:nvPr>
            <p:ph type="body" sz="quarter" idx="14" hasCustomPrompt="1"/>
          </p:nvPr>
        </p:nvSpPr>
        <p:spPr>
          <a:xfrm>
            <a:off x="4729163" y="234093"/>
            <a:ext cx="4001690" cy="1019176"/>
          </a:xfrm>
        </p:spPr>
        <p:txBody>
          <a:bodyPr/>
          <a:lstStyle>
            <a:lvl1pPr marL="0" indent="0">
              <a:buFontTx/>
              <a:buNone/>
              <a:defRPr lang="en-GB" sz="2400" b="1" i="1" kern="1200" dirty="0" smtClean="0">
                <a:solidFill>
                  <a:schemeClr val="accent1"/>
                </a:solidFill>
                <a:latin typeface="Trebuchet MS" panose="020B0703020202090204" pitchFamily="34" charset="0"/>
                <a:ea typeface="+mj-ea"/>
                <a:cs typeface="+mj-cs"/>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GB" dirty="0"/>
              <a:t>CLICK TO EDIT TITLE</a:t>
            </a:r>
          </a:p>
        </p:txBody>
      </p:sp>
      <p:sp>
        <p:nvSpPr>
          <p:cNvPr id="19" name="Content Placeholder 1">
            <a:extLst>
              <a:ext uri="{FF2B5EF4-FFF2-40B4-BE49-F238E27FC236}">
                <a16:creationId xmlns:a16="http://schemas.microsoft.com/office/drawing/2014/main" id="{1F49F80C-ACC3-A44A-8CC6-3C5EDE180965}"/>
              </a:ext>
            </a:extLst>
          </p:cNvPr>
          <p:cNvSpPr>
            <a:spLocks noGrp="1"/>
          </p:cNvSpPr>
          <p:nvPr>
            <p:ph idx="1" hasCustomPrompt="1"/>
          </p:nvPr>
        </p:nvSpPr>
        <p:spPr>
          <a:xfrm>
            <a:off x="389001" y="2098627"/>
            <a:ext cx="4025837" cy="4422095"/>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rgbClr val="4D5356"/>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20" name="Sub-heading 1">
            <a:extLst>
              <a:ext uri="{FF2B5EF4-FFF2-40B4-BE49-F238E27FC236}">
                <a16:creationId xmlns:a16="http://schemas.microsoft.com/office/drawing/2014/main" id="{B3F930F9-C039-AF47-823C-5530804EC881}"/>
              </a:ext>
            </a:extLst>
          </p:cNvPr>
          <p:cNvSpPr>
            <a:spLocks noGrp="1"/>
          </p:cNvSpPr>
          <p:nvPr>
            <p:ph type="body" sz="quarter" idx="10" hasCustomPrompt="1"/>
          </p:nvPr>
        </p:nvSpPr>
        <p:spPr>
          <a:xfrm>
            <a:off x="389001" y="1379765"/>
            <a:ext cx="4025837"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1" name="Title 1">
            <a:extLst>
              <a:ext uri="{FF2B5EF4-FFF2-40B4-BE49-F238E27FC236}">
                <a16:creationId xmlns:a16="http://schemas.microsoft.com/office/drawing/2014/main" id="{9EDA3B2F-BE8B-BF42-ABB3-E31B7ECCE836}"/>
              </a:ext>
            </a:extLst>
          </p:cNvPr>
          <p:cNvSpPr>
            <a:spLocks noGrp="1"/>
          </p:cNvSpPr>
          <p:nvPr>
            <p:ph type="title" hasCustomPrompt="1"/>
          </p:nvPr>
        </p:nvSpPr>
        <p:spPr>
          <a:xfrm>
            <a:off x="389002" y="286559"/>
            <a:ext cx="4025837"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44749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xColumns Layout Slide on Sand Bg">
    <p:spTree>
      <p:nvGrpSpPr>
        <p:cNvPr id="1" name=""/>
        <p:cNvGrpSpPr/>
        <p:nvPr/>
      </p:nvGrpSpPr>
      <p:grpSpPr>
        <a:xfrm>
          <a:off x="0" y="0"/>
          <a:ext cx="0" cy="0"/>
          <a:chOff x="0" y="0"/>
          <a:chExt cx="0" cy="0"/>
        </a:xfrm>
      </p:grpSpPr>
      <p:sp>
        <p:nvSpPr>
          <p:cNvPr id="11" name="White Rectangle">
            <a:extLst>
              <a:ext uri="{FF2B5EF4-FFF2-40B4-BE49-F238E27FC236}">
                <a16:creationId xmlns:a16="http://schemas.microsoft.com/office/drawing/2014/main" id="{257E3393-912E-0B49-AEEE-D6B9ACB96FDA}"/>
              </a:ext>
            </a:extLst>
          </p:cNvPr>
          <p:cNvSpPr/>
          <p:nvPr/>
        </p:nvSpPr>
        <p:spPr>
          <a:xfrm>
            <a:off x="0" y="1"/>
            <a:ext cx="9144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3" name="Content Placeholder 3">
            <a:extLst>
              <a:ext uri="{FF2B5EF4-FFF2-40B4-BE49-F238E27FC236}">
                <a16:creationId xmlns:a16="http://schemas.microsoft.com/office/drawing/2014/main" id="{7D3B1D8D-243B-DA40-B75D-A969A88B2F8F}"/>
              </a:ext>
            </a:extLst>
          </p:cNvPr>
          <p:cNvSpPr>
            <a:spLocks noGrp="1"/>
          </p:cNvSpPr>
          <p:nvPr>
            <p:ph idx="12" hasCustomPrompt="1"/>
          </p:nvPr>
        </p:nvSpPr>
        <p:spPr>
          <a:xfrm>
            <a:off x="6030854" y="2093513"/>
            <a:ext cx="2700000" cy="440472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3">
            <a:extLst>
              <a:ext uri="{FF2B5EF4-FFF2-40B4-BE49-F238E27FC236}">
                <a16:creationId xmlns:a16="http://schemas.microsoft.com/office/drawing/2014/main" id="{651902F8-552C-7C40-AA8D-2CE4C4E180B0}"/>
              </a:ext>
            </a:extLst>
          </p:cNvPr>
          <p:cNvSpPr>
            <a:spLocks noGrp="1"/>
          </p:cNvSpPr>
          <p:nvPr>
            <p:ph type="body" sz="quarter" idx="13" hasCustomPrompt="1"/>
          </p:nvPr>
        </p:nvSpPr>
        <p:spPr>
          <a:xfrm>
            <a:off x="6030854" y="1382146"/>
            <a:ext cx="27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3">
            <a:extLst>
              <a:ext uri="{FF2B5EF4-FFF2-40B4-BE49-F238E27FC236}">
                <a16:creationId xmlns:a16="http://schemas.microsoft.com/office/drawing/2014/main" id="{D70127F6-1B72-C84F-9735-3D0725E985F3}"/>
              </a:ext>
            </a:extLst>
          </p:cNvPr>
          <p:cNvSpPr>
            <a:spLocks noGrp="1"/>
          </p:cNvSpPr>
          <p:nvPr>
            <p:ph type="body" sz="quarter" idx="14" hasCustomPrompt="1"/>
          </p:nvPr>
        </p:nvSpPr>
        <p:spPr>
          <a:xfrm>
            <a:off x="6030850" y="229952"/>
            <a:ext cx="27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26" name="Content Placeholder  2">
            <a:extLst>
              <a:ext uri="{FF2B5EF4-FFF2-40B4-BE49-F238E27FC236}">
                <a16:creationId xmlns:a16="http://schemas.microsoft.com/office/drawing/2014/main" id="{26B27DB4-949B-464F-A1EF-C46A3C3631C1}"/>
              </a:ext>
            </a:extLst>
          </p:cNvPr>
          <p:cNvSpPr>
            <a:spLocks noGrp="1"/>
          </p:cNvSpPr>
          <p:nvPr>
            <p:ph idx="15" hasCustomPrompt="1"/>
          </p:nvPr>
        </p:nvSpPr>
        <p:spPr>
          <a:xfrm>
            <a:off x="3209926" y="2093513"/>
            <a:ext cx="2699999" cy="440472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27" name="Sub-heading 2">
            <a:extLst>
              <a:ext uri="{FF2B5EF4-FFF2-40B4-BE49-F238E27FC236}">
                <a16:creationId xmlns:a16="http://schemas.microsoft.com/office/drawing/2014/main" id="{26C885C7-ECC4-4F47-8909-3F2435E1935F}"/>
              </a:ext>
            </a:extLst>
          </p:cNvPr>
          <p:cNvSpPr>
            <a:spLocks noGrp="1"/>
          </p:cNvSpPr>
          <p:nvPr>
            <p:ph type="body" sz="quarter" idx="16" hasCustomPrompt="1"/>
          </p:nvPr>
        </p:nvSpPr>
        <p:spPr>
          <a:xfrm>
            <a:off x="3209926" y="1382146"/>
            <a:ext cx="2699999"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8" name="Title 2">
            <a:extLst>
              <a:ext uri="{FF2B5EF4-FFF2-40B4-BE49-F238E27FC236}">
                <a16:creationId xmlns:a16="http://schemas.microsoft.com/office/drawing/2014/main" id="{58332A8F-EAE9-F94C-83E3-1D8BA1D91921}"/>
              </a:ext>
            </a:extLst>
          </p:cNvPr>
          <p:cNvSpPr>
            <a:spLocks noGrp="1"/>
          </p:cNvSpPr>
          <p:nvPr>
            <p:ph type="body" sz="quarter" idx="17" hasCustomPrompt="1"/>
          </p:nvPr>
        </p:nvSpPr>
        <p:spPr>
          <a:xfrm>
            <a:off x="3209925" y="229952"/>
            <a:ext cx="27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29" name="Content Placeholder 1">
            <a:extLst>
              <a:ext uri="{FF2B5EF4-FFF2-40B4-BE49-F238E27FC236}">
                <a16:creationId xmlns:a16="http://schemas.microsoft.com/office/drawing/2014/main" id="{F2D4C76D-E14A-6D42-98D9-5AB41C4534F2}"/>
              </a:ext>
            </a:extLst>
          </p:cNvPr>
          <p:cNvSpPr>
            <a:spLocks noGrp="1"/>
          </p:cNvSpPr>
          <p:nvPr>
            <p:ph idx="1" hasCustomPrompt="1"/>
          </p:nvPr>
        </p:nvSpPr>
        <p:spPr>
          <a:xfrm>
            <a:off x="389000" y="2093513"/>
            <a:ext cx="2700000" cy="440472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30" name="Sub-heading 1">
            <a:extLst>
              <a:ext uri="{FF2B5EF4-FFF2-40B4-BE49-F238E27FC236}">
                <a16:creationId xmlns:a16="http://schemas.microsoft.com/office/drawing/2014/main" id="{E5ACC0B6-8927-2744-B7D5-8F74BBD9FF40}"/>
              </a:ext>
            </a:extLst>
          </p:cNvPr>
          <p:cNvSpPr>
            <a:spLocks noGrp="1"/>
          </p:cNvSpPr>
          <p:nvPr>
            <p:ph type="body" sz="quarter" idx="10" hasCustomPrompt="1"/>
          </p:nvPr>
        </p:nvSpPr>
        <p:spPr>
          <a:xfrm>
            <a:off x="389000" y="1382146"/>
            <a:ext cx="27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1" name="Title 1">
            <a:extLst>
              <a:ext uri="{FF2B5EF4-FFF2-40B4-BE49-F238E27FC236}">
                <a16:creationId xmlns:a16="http://schemas.microsoft.com/office/drawing/2014/main" id="{92EB4B94-2979-2E4C-BC92-09558809B4B0}"/>
              </a:ext>
            </a:extLst>
          </p:cNvPr>
          <p:cNvSpPr>
            <a:spLocks noGrp="1"/>
          </p:cNvSpPr>
          <p:nvPr>
            <p:ph type="body" sz="quarter" idx="18" hasCustomPrompt="1"/>
          </p:nvPr>
        </p:nvSpPr>
        <p:spPr>
          <a:xfrm>
            <a:off x="389000" y="229952"/>
            <a:ext cx="27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11641765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Divider Slide on Sand Bg">
    <p:spTree>
      <p:nvGrpSpPr>
        <p:cNvPr id="1" name=""/>
        <p:cNvGrpSpPr/>
        <p:nvPr/>
      </p:nvGrpSpPr>
      <p:grpSpPr>
        <a:xfrm>
          <a:off x="0" y="0"/>
          <a:ext cx="0" cy="0"/>
          <a:chOff x="0" y="0"/>
          <a:chExt cx="0" cy="0"/>
        </a:xfrm>
      </p:grpSpPr>
      <p:pic>
        <p:nvPicPr>
          <p:cNvPr id="17" name="Pattern Sand Bottom">
            <a:extLst>
              <a:ext uri="{FF2B5EF4-FFF2-40B4-BE49-F238E27FC236}">
                <a16:creationId xmlns:a16="http://schemas.microsoft.com/office/drawing/2014/main" id="{5F8180FE-41B2-8F47-AF2E-24E5C9A6174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48026" y="4478954"/>
            <a:ext cx="3588959" cy="2148599"/>
          </a:xfrm>
          <a:prstGeom prst="rect">
            <a:avLst/>
          </a:prstGeom>
        </p:spPr>
      </p:pic>
      <p:pic>
        <p:nvPicPr>
          <p:cNvPr id="8" name="Pattern Top">
            <a:extLst>
              <a:ext uri="{FF2B5EF4-FFF2-40B4-BE49-F238E27FC236}">
                <a16:creationId xmlns:a16="http://schemas.microsoft.com/office/drawing/2014/main" id="{2C99B27B-2E8D-C04F-BC82-C62BE7870952}"/>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flipV="1">
            <a:off x="140490" y="-43952"/>
            <a:ext cx="3588959" cy="2148599"/>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038600" y="2097153"/>
            <a:ext cx="4692254" cy="441607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038599" y="1384865"/>
            <a:ext cx="4692254" cy="631312"/>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93304" y="2943724"/>
            <a:ext cx="3336145"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5922244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ub-heading + Content on Maroon Bg">
    <p:spTree>
      <p:nvGrpSpPr>
        <p:cNvPr id="1" name=""/>
        <p:cNvGrpSpPr/>
        <p:nvPr/>
      </p:nvGrpSpPr>
      <p:grpSpPr>
        <a:xfrm>
          <a:off x="0" y="0"/>
          <a:ext cx="0" cy="0"/>
          <a:chOff x="0" y="0"/>
          <a:chExt cx="0" cy="0"/>
        </a:xfrm>
      </p:grpSpPr>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389001" y="2098627"/>
            <a:ext cx="8341853" cy="4407105"/>
          </a:xfrm>
        </p:spPr>
        <p:txBody>
          <a:bodyPr>
            <a:normAutofit lnSpcReduction="10000"/>
          </a:bodyPr>
          <a:lstStyle>
            <a:lvl1pPr>
              <a:defRPr>
                <a:solidFill>
                  <a:schemeClr val="bg2"/>
                </a:solidFill>
              </a:defRPr>
            </a:lvl1pPr>
          </a:lstStyle>
          <a:p>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389001" y="1379765"/>
            <a:ext cx="8341853" cy="644993"/>
          </a:xfrm>
          <a:noFill/>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6559"/>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87959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ub-heading + Content on Pattern Maroon Bg">
    <p:spTree>
      <p:nvGrpSpPr>
        <p:cNvPr id="1" name=""/>
        <p:cNvGrpSpPr/>
        <p:nvPr/>
      </p:nvGrpSpPr>
      <p:grpSpPr>
        <a:xfrm>
          <a:off x="0" y="0"/>
          <a:ext cx="0" cy="0"/>
          <a:chOff x="0" y="0"/>
          <a:chExt cx="0" cy="0"/>
        </a:xfrm>
      </p:grpSpPr>
      <p:pic>
        <p:nvPicPr>
          <p:cNvPr id="25" name="Pattern">
            <a:extLst>
              <a:ext uri="{FF2B5EF4-FFF2-40B4-BE49-F238E27FC236}">
                <a16:creationId xmlns:a16="http://schemas.microsoft.com/office/drawing/2014/main" id="{4226EFA1-497F-5A4F-8521-91A0CFCC6FAD}"/>
              </a:ext>
            </a:extLst>
          </p:cNvPr>
          <p:cNvPicPr>
            <a:picLocks noChangeAspect="1"/>
          </p:cNvPicPr>
          <p:nvPr/>
        </p:nvPicPr>
        <p:blipFill rotWithShape="1">
          <a:blip r:embed="rId2" cstate="screen">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035" y="1342422"/>
            <a:ext cx="9142966" cy="5256000"/>
          </a:xfrm>
          <a:prstGeom prst="rect">
            <a:avLst/>
          </a:prstGeom>
        </p:spPr>
      </p:pic>
      <p:grpSp>
        <p:nvGrpSpPr>
          <p:cNvPr id="26" name="Bottom Corner Cover Ups">
            <a:extLst>
              <a:ext uri="{FF2B5EF4-FFF2-40B4-BE49-F238E27FC236}">
                <a16:creationId xmlns:a16="http://schemas.microsoft.com/office/drawing/2014/main" id="{12DF9248-7DA5-8141-89FC-ECD244595B6B}"/>
              </a:ext>
            </a:extLst>
          </p:cNvPr>
          <p:cNvGrpSpPr/>
          <p:nvPr/>
        </p:nvGrpSpPr>
        <p:grpSpPr>
          <a:xfrm>
            <a:off x="1" y="5911729"/>
            <a:ext cx="9144020" cy="949000"/>
            <a:chOff x="0" y="5911729"/>
            <a:chExt cx="12192027" cy="949000"/>
          </a:xfrm>
        </p:grpSpPr>
        <p:pic>
          <p:nvPicPr>
            <p:cNvPr id="27" name="SU.Footer.Shape.White.Cover.R">
              <a:extLst>
                <a:ext uri="{FF2B5EF4-FFF2-40B4-BE49-F238E27FC236}">
                  <a16:creationId xmlns:a16="http://schemas.microsoft.com/office/drawing/2014/main" id="{44528E5A-08AB-2F40-85F7-9CF023074800}"/>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28" name="SU.Footer.Shape.White.Cover.L">
              <a:extLst>
                <a:ext uri="{FF2B5EF4-FFF2-40B4-BE49-F238E27FC236}">
                  <a16:creationId xmlns:a16="http://schemas.microsoft.com/office/drawing/2014/main" id="{D874E491-8EBD-0144-BAB4-4A1A86F2BCF0}"/>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89001" y="2098627"/>
            <a:ext cx="8341853" cy="4414600"/>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389001" y="1379765"/>
            <a:ext cx="8341853" cy="644993"/>
          </a:xfrm>
        </p:spPr>
        <p:txBody>
          <a:bodyPr anchor="ctr">
            <a:normAutofit/>
          </a:bodyPr>
          <a:lstStyle>
            <a:lvl1pPr marL="0" indent="0" algn="l" defTabSz="685800" rtl="0" eaLnBrk="1" latinLnBrk="0" hangingPunct="1">
              <a:lnSpc>
                <a:spcPct val="100000"/>
              </a:lnSpc>
              <a:spcBef>
                <a:spcPts val="750"/>
              </a:spcBef>
              <a:buClr>
                <a:schemeClr val="accent2"/>
              </a:buClr>
              <a:buFontTx/>
              <a:buNone/>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6559"/>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4904470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ub-heading + Content on Pattern Panel Maroon Bg">
    <p:spTree>
      <p:nvGrpSpPr>
        <p:cNvPr id="1" name=""/>
        <p:cNvGrpSpPr/>
        <p:nvPr/>
      </p:nvGrpSpPr>
      <p:grpSpPr>
        <a:xfrm>
          <a:off x="0" y="0"/>
          <a:ext cx="0" cy="0"/>
          <a:chOff x="0" y="0"/>
          <a:chExt cx="0" cy="0"/>
        </a:xfrm>
      </p:grpSpPr>
      <p:pic>
        <p:nvPicPr>
          <p:cNvPr id="20" name="Pattern">
            <a:extLst>
              <a:ext uri="{FF2B5EF4-FFF2-40B4-BE49-F238E27FC236}">
                <a16:creationId xmlns:a16="http://schemas.microsoft.com/office/drawing/2014/main" id="{4A2374C0-3B03-8F48-9525-7E36392B299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67065"/>
          <a:stretch/>
        </p:blipFill>
        <p:spPr>
          <a:xfrm>
            <a:off x="1035" y="1342422"/>
            <a:ext cx="3031488" cy="5256000"/>
          </a:xfrm>
          <a:prstGeom prst="rect">
            <a:avLst/>
          </a:prstGeom>
        </p:spPr>
      </p:pic>
      <p:grpSp>
        <p:nvGrpSpPr>
          <p:cNvPr id="21" name="Bottom Corner Cover Ups">
            <a:extLst>
              <a:ext uri="{FF2B5EF4-FFF2-40B4-BE49-F238E27FC236}">
                <a16:creationId xmlns:a16="http://schemas.microsoft.com/office/drawing/2014/main" id="{27B58CE0-B94F-A74F-AF83-E7C43D629945}"/>
              </a:ext>
            </a:extLst>
          </p:cNvPr>
          <p:cNvGrpSpPr/>
          <p:nvPr/>
        </p:nvGrpSpPr>
        <p:grpSpPr>
          <a:xfrm>
            <a:off x="1" y="5911729"/>
            <a:ext cx="9144020" cy="949000"/>
            <a:chOff x="0" y="5911729"/>
            <a:chExt cx="12192027" cy="949000"/>
          </a:xfrm>
        </p:grpSpPr>
        <p:pic>
          <p:nvPicPr>
            <p:cNvPr id="22" name="SU.Footer.Shape.White.Cover.R">
              <a:extLst>
                <a:ext uri="{FF2B5EF4-FFF2-40B4-BE49-F238E27FC236}">
                  <a16:creationId xmlns:a16="http://schemas.microsoft.com/office/drawing/2014/main" id="{96365ED4-3E98-AF49-A700-D17226523700}"/>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23" name="SU.Footer.Shape.White.Cover.L">
              <a:extLst>
                <a:ext uri="{FF2B5EF4-FFF2-40B4-BE49-F238E27FC236}">
                  <a16:creationId xmlns:a16="http://schemas.microsoft.com/office/drawing/2014/main" id="{D3178EAC-4321-104D-9E00-9ED1994E171E}"/>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223880" y="1439056"/>
            <a:ext cx="5506974" cy="5074170"/>
          </a:xfrm>
        </p:spPr>
        <p:txBody>
          <a:bodyPr>
            <a:normAutofit lnSpcReduction="10000"/>
          </a:bodyPr>
          <a:lstStyle>
            <a:lvl1pPr>
              <a:defRPr>
                <a:solidFill>
                  <a:schemeClr val="bg2"/>
                </a:solidFill>
              </a:defRPr>
            </a:lvl1p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389002" y="1438310"/>
            <a:ext cx="2643521" cy="5074939"/>
          </a:xfrm>
        </p:spPr>
        <p:txBody>
          <a:bodyPr anchor="t">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6559"/>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3363115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ual Layout Slide on Maroon Bg">
    <p:spTree>
      <p:nvGrpSpPr>
        <p:cNvPr id="1" name=""/>
        <p:cNvGrpSpPr/>
        <p:nvPr/>
      </p:nvGrpSpPr>
      <p:grpSpPr>
        <a:xfrm>
          <a:off x="0" y="0"/>
          <a:ext cx="0" cy="0"/>
          <a:chOff x="0" y="0"/>
          <a:chExt cx="0" cy="0"/>
        </a:xfrm>
      </p:grpSpPr>
      <p:sp>
        <p:nvSpPr>
          <p:cNvPr id="3" name="White Rectangle">
            <a:extLst>
              <a:ext uri="{FF2B5EF4-FFF2-40B4-BE49-F238E27FC236}">
                <a16:creationId xmlns:a16="http://schemas.microsoft.com/office/drawing/2014/main" id="{D2611FE4-4CE8-7644-A6FD-ABFB5B5B8D60}"/>
              </a:ext>
            </a:extLst>
          </p:cNvPr>
          <p:cNvSpPr/>
          <p:nvPr/>
        </p:nvSpPr>
        <p:spPr>
          <a:xfrm>
            <a:off x="0" y="1"/>
            <a:ext cx="9144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4" name="Content Placeholder  2">
            <a:extLst>
              <a:ext uri="{FF2B5EF4-FFF2-40B4-BE49-F238E27FC236}">
                <a16:creationId xmlns:a16="http://schemas.microsoft.com/office/drawing/2014/main" id="{5BA92924-BA89-854C-8409-64B301FD09C2}"/>
              </a:ext>
            </a:extLst>
          </p:cNvPr>
          <p:cNvSpPr>
            <a:spLocks noGrp="1"/>
          </p:cNvSpPr>
          <p:nvPr>
            <p:ph idx="12" hasCustomPrompt="1"/>
          </p:nvPr>
        </p:nvSpPr>
        <p:spPr>
          <a:xfrm>
            <a:off x="4729164" y="2093513"/>
            <a:ext cx="4001690" cy="4397229"/>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1">
                <a:solidFill>
                  <a:schemeClr val="bg2"/>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7" name="Sub-heading 2">
            <a:extLst>
              <a:ext uri="{FF2B5EF4-FFF2-40B4-BE49-F238E27FC236}">
                <a16:creationId xmlns:a16="http://schemas.microsoft.com/office/drawing/2014/main" id="{90BCFF40-F87E-ED46-9480-AC27B8F7C8FD}"/>
              </a:ext>
            </a:extLst>
          </p:cNvPr>
          <p:cNvSpPr>
            <a:spLocks noGrp="1"/>
          </p:cNvSpPr>
          <p:nvPr>
            <p:ph type="body" sz="quarter" idx="13" hasCustomPrompt="1"/>
          </p:nvPr>
        </p:nvSpPr>
        <p:spPr>
          <a:xfrm>
            <a:off x="4729164" y="1382146"/>
            <a:ext cx="400169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1"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2" name="Title 2">
            <a:extLst>
              <a:ext uri="{FF2B5EF4-FFF2-40B4-BE49-F238E27FC236}">
                <a16:creationId xmlns:a16="http://schemas.microsoft.com/office/drawing/2014/main" id="{24773FA7-6E41-CA4A-B944-CFB56DE6214C}"/>
              </a:ext>
            </a:extLst>
          </p:cNvPr>
          <p:cNvSpPr>
            <a:spLocks noGrp="1"/>
          </p:cNvSpPr>
          <p:nvPr>
            <p:ph type="body" sz="quarter" idx="14" hasCustomPrompt="1"/>
          </p:nvPr>
        </p:nvSpPr>
        <p:spPr>
          <a:xfrm>
            <a:off x="4729163" y="234093"/>
            <a:ext cx="4001690" cy="1071642"/>
          </a:xfrm>
        </p:spPr>
        <p:txBody>
          <a:bodyPr/>
          <a:lstStyle>
            <a:lvl1pPr marL="0" indent="0">
              <a:buFontTx/>
              <a:buNone/>
              <a:defRPr lang="en-GB" sz="2400" b="1" i="1" kern="1200" dirty="0" smtClean="0">
                <a:solidFill>
                  <a:schemeClr val="accent1"/>
                </a:solidFill>
                <a:latin typeface="Trebuchet MS" panose="020B0703020202090204" pitchFamily="34" charset="0"/>
                <a:ea typeface="+mj-ea"/>
                <a:cs typeface="+mj-cs"/>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GB" dirty="0"/>
              <a:t>CLICK TO EDIT TITLE</a:t>
            </a:r>
          </a:p>
        </p:txBody>
      </p:sp>
      <p:sp>
        <p:nvSpPr>
          <p:cNvPr id="19" name="Content Placeholder 1">
            <a:extLst>
              <a:ext uri="{FF2B5EF4-FFF2-40B4-BE49-F238E27FC236}">
                <a16:creationId xmlns:a16="http://schemas.microsoft.com/office/drawing/2014/main" id="{EDE1645F-7F5E-DF4A-92A3-FB3C5E5CD282}"/>
              </a:ext>
            </a:extLst>
          </p:cNvPr>
          <p:cNvSpPr>
            <a:spLocks noGrp="1"/>
          </p:cNvSpPr>
          <p:nvPr>
            <p:ph idx="1" hasCustomPrompt="1"/>
          </p:nvPr>
        </p:nvSpPr>
        <p:spPr>
          <a:xfrm>
            <a:off x="389001" y="2098627"/>
            <a:ext cx="4025837" cy="4397229"/>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2"/>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20" name="Sub-heading 1">
            <a:extLst>
              <a:ext uri="{FF2B5EF4-FFF2-40B4-BE49-F238E27FC236}">
                <a16:creationId xmlns:a16="http://schemas.microsoft.com/office/drawing/2014/main" id="{D7D43BA8-224C-6246-ABDE-468543E9DE18}"/>
              </a:ext>
            </a:extLst>
          </p:cNvPr>
          <p:cNvSpPr>
            <a:spLocks noGrp="1"/>
          </p:cNvSpPr>
          <p:nvPr>
            <p:ph type="body" sz="quarter" idx="10" hasCustomPrompt="1"/>
          </p:nvPr>
        </p:nvSpPr>
        <p:spPr>
          <a:xfrm>
            <a:off x="389001" y="1379765"/>
            <a:ext cx="4025837"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1" name="Title 1">
            <a:extLst>
              <a:ext uri="{FF2B5EF4-FFF2-40B4-BE49-F238E27FC236}">
                <a16:creationId xmlns:a16="http://schemas.microsoft.com/office/drawing/2014/main" id="{8A004F2E-DDA4-A340-97A9-41B223F5D4A9}"/>
              </a:ext>
            </a:extLst>
          </p:cNvPr>
          <p:cNvSpPr>
            <a:spLocks noGrp="1"/>
          </p:cNvSpPr>
          <p:nvPr>
            <p:ph type="title" hasCustomPrompt="1"/>
          </p:nvPr>
        </p:nvSpPr>
        <p:spPr>
          <a:xfrm>
            <a:off x="389002" y="286559"/>
            <a:ext cx="4025837"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8687627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xColumns Layout Slide on Maroon Bg">
    <p:spTree>
      <p:nvGrpSpPr>
        <p:cNvPr id="1" name=""/>
        <p:cNvGrpSpPr/>
        <p:nvPr/>
      </p:nvGrpSpPr>
      <p:grpSpPr>
        <a:xfrm>
          <a:off x="0" y="0"/>
          <a:ext cx="0" cy="0"/>
          <a:chOff x="0" y="0"/>
          <a:chExt cx="0" cy="0"/>
        </a:xfrm>
      </p:grpSpPr>
      <p:sp>
        <p:nvSpPr>
          <p:cNvPr id="12" name="White Rectangle">
            <a:extLst>
              <a:ext uri="{FF2B5EF4-FFF2-40B4-BE49-F238E27FC236}">
                <a16:creationId xmlns:a16="http://schemas.microsoft.com/office/drawing/2014/main" id="{1A1C789A-0612-3644-A79B-9492F3528D52}"/>
              </a:ext>
            </a:extLst>
          </p:cNvPr>
          <p:cNvSpPr/>
          <p:nvPr/>
        </p:nvSpPr>
        <p:spPr>
          <a:xfrm>
            <a:off x="0" y="1"/>
            <a:ext cx="9144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5" name="Content Placeholder 3">
            <a:extLst>
              <a:ext uri="{FF2B5EF4-FFF2-40B4-BE49-F238E27FC236}">
                <a16:creationId xmlns:a16="http://schemas.microsoft.com/office/drawing/2014/main" id="{B63BC844-4DA9-DB4A-A3AA-E8A8209E0994}"/>
              </a:ext>
            </a:extLst>
          </p:cNvPr>
          <p:cNvSpPr>
            <a:spLocks noGrp="1"/>
          </p:cNvSpPr>
          <p:nvPr>
            <p:ph idx="12" hasCustomPrompt="1"/>
          </p:nvPr>
        </p:nvSpPr>
        <p:spPr>
          <a:xfrm>
            <a:off x="6030854" y="2093513"/>
            <a:ext cx="2700000" cy="441971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25" name="Sub-heading 3">
            <a:extLst>
              <a:ext uri="{FF2B5EF4-FFF2-40B4-BE49-F238E27FC236}">
                <a16:creationId xmlns:a16="http://schemas.microsoft.com/office/drawing/2014/main" id="{D8F5F88C-07A7-2147-A0EA-3CBC0139E676}"/>
              </a:ext>
            </a:extLst>
          </p:cNvPr>
          <p:cNvSpPr>
            <a:spLocks noGrp="1"/>
          </p:cNvSpPr>
          <p:nvPr>
            <p:ph type="body" sz="quarter" idx="13" hasCustomPrompt="1"/>
          </p:nvPr>
        </p:nvSpPr>
        <p:spPr>
          <a:xfrm>
            <a:off x="6030854" y="1382146"/>
            <a:ext cx="27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6" name="Title 3">
            <a:extLst>
              <a:ext uri="{FF2B5EF4-FFF2-40B4-BE49-F238E27FC236}">
                <a16:creationId xmlns:a16="http://schemas.microsoft.com/office/drawing/2014/main" id="{29E07662-F181-D847-979F-68604D400655}"/>
              </a:ext>
            </a:extLst>
          </p:cNvPr>
          <p:cNvSpPr>
            <a:spLocks noGrp="1"/>
          </p:cNvSpPr>
          <p:nvPr>
            <p:ph type="body" sz="quarter" idx="14" hasCustomPrompt="1"/>
          </p:nvPr>
        </p:nvSpPr>
        <p:spPr>
          <a:xfrm>
            <a:off x="6030854" y="230572"/>
            <a:ext cx="27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27" name="Content Placeholder  2">
            <a:extLst>
              <a:ext uri="{FF2B5EF4-FFF2-40B4-BE49-F238E27FC236}">
                <a16:creationId xmlns:a16="http://schemas.microsoft.com/office/drawing/2014/main" id="{81BE3FB5-7628-A44F-8346-A0EAD26BDE0D}"/>
              </a:ext>
            </a:extLst>
          </p:cNvPr>
          <p:cNvSpPr>
            <a:spLocks noGrp="1"/>
          </p:cNvSpPr>
          <p:nvPr>
            <p:ph idx="15" hasCustomPrompt="1"/>
          </p:nvPr>
        </p:nvSpPr>
        <p:spPr>
          <a:xfrm>
            <a:off x="3209926" y="2093513"/>
            <a:ext cx="2699999" cy="441971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28" name="Sub-heading 2">
            <a:extLst>
              <a:ext uri="{FF2B5EF4-FFF2-40B4-BE49-F238E27FC236}">
                <a16:creationId xmlns:a16="http://schemas.microsoft.com/office/drawing/2014/main" id="{733D04FF-BCA2-1642-A192-144D8BEEF295}"/>
              </a:ext>
            </a:extLst>
          </p:cNvPr>
          <p:cNvSpPr>
            <a:spLocks noGrp="1"/>
          </p:cNvSpPr>
          <p:nvPr>
            <p:ph type="body" sz="quarter" idx="16" hasCustomPrompt="1"/>
          </p:nvPr>
        </p:nvSpPr>
        <p:spPr>
          <a:xfrm>
            <a:off x="3209926" y="1382146"/>
            <a:ext cx="2699999"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9" name="Title 2">
            <a:extLst>
              <a:ext uri="{FF2B5EF4-FFF2-40B4-BE49-F238E27FC236}">
                <a16:creationId xmlns:a16="http://schemas.microsoft.com/office/drawing/2014/main" id="{FC4B0CEE-DA4A-3244-81A8-3C23508A14A6}"/>
              </a:ext>
            </a:extLst>
          </p:cNvPr>
          <p:cNvSpPr>
            <a:spLocks noGrp="1"/>
          </p:cNvSpPr>
          <p:nvPr>
            <p:ph type="body" sz="quarter" idx="17" hasCustomPrompt="1"/>
          </p:nvPr>
        </p:nvSpPr>
        <p:spPr>
          <a:xfrm>
            <a:off x="3209925" y="229952"/>
            <a:ext cx="27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30" name="Content Placeholder 1">
            <a:extLst>
              <a:ext uri="{FF2B5EF4-FFF2-40B4-BE49-F238E27FC236}">
                <a16:creationId xmlns:a16="http://schemas.microsoft.com/office/drawing/2014/main" id="{86AEBDB5-8697-1944-A7CB-0C142AFA549A}"/>
              </a:ext>
            </a:extLst>
          </p:cNvPr>
          <p:cNvSpPr>
            <a:spLocks noGrp="1"/>
          </p:cNvSpPr>
          <p:nvPr>
            <p:ph idx="1" hasCustomPrompt="1"/>
          </p:nvPr>
        </p:nvSpPr>
        <p:spPr>
          <a:xfrm>
            <a:off x="389000" y="2093513"/>
            <a:ext cx="2700000" cy="441971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31" name="Sub-heading 1">
            <a:extLst>
              <a:ext uri="{FF2B5EF4-FFF2-40B4-BE49-F238E27FC236}">
                <a16:creationId xmlns:a16="http://schemas.microsoft.com/office/drawing/2014/main" id="{609BD0E6-9034-2C40-A3D4-10BA44739DF5}"/>
              </a:ext>
            </a:extLst>
          </p:cNvPr>
          <p:cNvSpPr>
            <a:spLocks noGrp="1"/>
          </p:cNvSpPr>
          <p:nvPr>
            <p:ph type="body" sz="quarter" idx="10" hasCustomPrompt="1"/>
          </p:nvPr>
        </p:nvSpPr>
        <p:spPr>
          <a:xfrm>
            <a:off x="389000" y="1382146"/>
            <a:ext cx="27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2" name="Title 1">
            <a:extLst>
              <a:ext uri="{FF2B5EF4-FFF2-40B4-BE49-F238E27FC236}">
                <a16:creationId xmlns:a16="http://schemas.microsoft.com/office/drawing/2014/main" id="{BAE43938-8335-A749-BAE2-E305CF007394}"/>
              </a:ext>
            </a:extLst>
          </p:cNvPr>
          <p:cNvSpPr>
            <a:spLocks noGrp="1"/>
          </p:cNvSpPr>
          <p:nvPr>
            <p:ph type="body" sz="quarter" idx="18" hasCustomPrompt="1"/>
          </p:nvPr>
        </p:nvSpPr>
        <p:spPr>
          <a:xfrm>
            <a:off x="389000" y="229952"/>
            <a:ext cx="27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13594011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Divider Slide on Maroon Bg">
    <p:spTree>
      <p:nvGrpSpPr>
        <p:cNvPr id="1" name=""/>
        <p:cNvGrpSpPr/>
        <p:nvPr/>
      </p:nvGrpSpPr>
      <p:grpSpPr>
        <a:xfrm>
          <a:off x="0" y="0"/>
          <a:ext cx="0" cy="0"/>
          <a:chOff x="0" y="0"/>
          <a:chExt cx="0" cy="0"/>
        </a:xfrm>
      </p:grpSpPr>
      <p:pic>
        <p:nvPicPr>
          <p:cNvPr id="17" name="Pattern Maroon Bottom">
            <a:extLst>
              <a:ext uri="{FF2B5EF4-FFF2-40B4-BE49-F238E27FC236}">
                <a16:creationId xmlns:a16="http://schemas.microsoft.com/office/drawing/2014/main" id="{5F8180FE-41B2-8F47-AF2E-24E5C9A6174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48026" y="4471003"/>
            <a:ext cx="3588959" cy="2148599"/>
          </a:xfrm>
          <a:prstGeom prst="rect">
            <a:avLst/>
          </a:prstGeom>
        </p:spPr>
      </p:pic>
      <p:pic>
        <p:nvPicPr>
          <p:cNvPr id="19" name="Pattern Maroon Top">
            <a:extLst>
              <a:ext uri="{FF2B5EF4-FFF2-40B4-BE49-F238E27FC236}">
                <a16:creationId xmlns:a16="http://schemas.microsoft.com/office/drawing/2014/main" id="{DA8894CA-8492-9F40-AA7E-A17D05BCB387}"/>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85515"/>
          <a:stretch/>
        </p:blipFill>
        <p:spPr>
          <a:xfrm rot="10800000">
            <a:off x="169458" y="1341306"/>
            <a:ext cx="3588959" cy="829101"/>
          </a:xfrm>
          <a:prstGeom prst="rect">
            <a:avLst/>
          </a:prstGeom>
        </p:spPr>
      </p:pic>
      <p:pic>
        <p:nvPicPr>
          <p:cNvPr id="18" name="Pattern Sand Top">
            <a:extLst>
              <a:ext uri="{FF2B5EF4-FFF2-40B4-BE49-F238E27FC236}">
                <a16:creationId xmlns:a16="http://schemas.microsoft.com/office/drawing/2014/main" id="{3962A34F-1D66-A649-83D7-69B392B6F66F}"/>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15866" t="14321" r="48528" b="71220"/>
          <a:stretch/>
        </p:blipFill>
        <p:spPr>
          <a:xfrm rot="10800000">
            <a:off x="170437" y="-42185"/>
            <a:ext cx="3588959" cy="1376863"/>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038600" y="2101463"/>
            <a:ext cx="4692254" cy="4419258"/>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2"/>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038599" y="1376839"/>
            <a:ext cx="4692254"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6954" y="2943724"/>
            <a:ext cx="3339900" cy="1019176"/>
          </a:xfrm>
          <a:prstGeom prst="rect">
            <a:avLst/>
          </a:prstGeom>
        </p:spPr>
        <p:txBody>
          <a:bodyPr/>
          <a:lstStyle>
            <a:lvl1pPr>
              <a:defRPr>
                <a:solidFill>
                  <a:schemeClr val="bg2"/>
                </a:solidFill>
              </a:defRPr>
            </a:lvl1pPr>
          </a:lstStyle>
          <a:p>
            <a:r>
              <a:rPr lang="en-GB" dirty="0"/>
              <a:t>CLICK TO EDIT TITLE</a:t>
            </a:r>
            <a:endParaRPr lang="en-US" dirty="0"/>
          </a:p>
        </p:txBody>
      </p:sp>
    </p:spTree>
    <p:extLst>
      <p:ext uri="{BB962C8B-B14F-4D97-AF65-F5344CB8AC3E}">
        <p14:creationId xmlns:p14="http://schemas.microsoft.com/office/powerpoint/2010/main" val="29714405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ub-heading + Content on Steel Grey Bg">
    <p:spTree>
      <p:nvGrpSpPr>
        <p:cNvPr id="1" name=""/>
        <p:cNvGrpSpPr/>
        <p:nvPr/>
      </p:nvGrpSpPr>
      <p:grpSpPr>
        <a:xfrm>
          <a:off x="0" y="0"/>
          <a:ext cx="0" cy="0"/>
          <a:chOff x="0" y="0"/>
          <a:chExt cx="0" cy="0"/>
        </a:xfrm>
      </p:grpSpPr>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89001" y="2098627"/>
            <a:ext cx="8341853" cy="4422095"/>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389001" y="1379765"/>
            <a:ext cx="8341853" cy="644993"/>
          </a:xfrm>
        </p:spPr>
        <p:txBody>
          <a:bodyPr anchor="ctr">
            <a:normAutofit/>
          </a:bodyPr>
          <a:lstStyle>
            <a:lvl1pPr marL="0" indent="0" algn="l" defTabSz="685800" rtl="0" eaLnBrk="1" latinLnBrk="0" hangingPunct="1">
              <a:lnSpc>
                <a:spcPct val="100000"/>
              </a:lnSpc>
              <a:spcBef>
                <a:spcPts val="750"/>
              </a:spcBef>
              <a:buClr>
                <a:schemeClr val="accent2"/>
              </a:buClr>
              <a:buFontTx/>
              <a:buNone/>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3213"/>
            <a:ext cx="6246424" cy="1052880"/>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1618265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Sub-heading + Content on Pattern Steel Grey Bg">
    <p:spTree>
      <p:nvGrpSpPr>
        <p:cNvPr id="1" name=""/>
        <p:cNvGrpSpPr/>
        <p:nvPr/>
      </p:nvGrpSpPr>
      <p:grpSpPr>
        <a:xfrm>
          <a:off x="0" y="0"/>
          <a:ext cx="0" cy="0"/>
          <a:chOff x="0" y="0"/>
          <a:chExt cx="0" cy="0"/>
        </a:xfrm>
      </p:grpSpPr>
      <p:pic>
        <p:nvPicPr>
          <p:cNvPr id="15" name="Pattern">
            <a:extLst>
              <a:ext uri="{FF2B5EF4-FFF2-40B4-BE49-F238E27FC236}">
                <a16:creationId xmlns:a16="http://schemas.microsoft.com/office/drawing/2014/main" id="{C0EE66DB-533C-E64C-B3D1-64CA280079A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668"/>
          <a:stretch/>
        </p:blipFill>
        <p:spPr>
          <a:xfrm>
            <a:off x="1035" y="1342422"/>
            <a:ext cx="9142966" cy="5256000"/>
          </a:xfrm>
          <a:prstGeom prst="rect">
            <a:avLst/>
          </a:prstGeom>
        </p:spPr>
      </p:pic>
      <p:grpSp>
        <p:nvGrpSpPr>
          <p:cNvPr id="3" name="Bottom Corner Cover Ups">
            <a:extLst>
              <a:ext uri="{FF2B5EF4-FFF2-40B4-BE49-F238E27FC236}">
                <a16:creationId xmlns:a16="http://schemas.microsoft.com/office/drawing/2014/main" id="{5005E7C9-6600-A544-AFA5-371577BEB73F}"/>
              </a:ext>
            </a:extLst>
          </p:cNvPr>
          <p:cNvGrpSpPr/>
          <p:nvPr/>
        </p:nvGrpSpPr>
        <p:grpSpPr>
          <a:xfrm>
            <a:off x="1" y="5911729"/>
            <a:ext cx="9144020" cy="949000"/>
            <a:chOff x="0" y="5911729"/>
            <a:chExt cx="12192027" cy="949000"/>
          </a:xfrm>
        </p:grpSpPr>
        <p:pic>
          <p:nvPicPr>
            <p:cNvPr id="9" name="SU.Footer.Shape.White.Cover.R">
              <a:extLst>
                <a:ext uri="{FF2B5EF4-FFF2-40B4-BE49-F238E27FC236}">
                  <a16:creationId xmlns:a16="http://schemas.microsoft.com/office/drawing/2014/main" id="{1D0C4382-EBF0-994D-87EB-841AE6F0FD2B}"/>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10" name="SU.Footer.Shape.White.Cover.L">
              <a:extLst>
                <a:ext uri="{FF2B5EF4-FFF2-40B4-BE49-F238E27FC236}">
                  <a16:creationId xmlns:a16="http://schemas.microsoft.com/office/drawing/2014/main" id="{A9785C11-D389-7D4F-9474-E4C97B9273D0}"/>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89001" y="2098627"/>
            <a:ext cx="8341853" cy="4414600"/>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389001" y="1379765"/>
            <a:ext cx="8341853" cy="644993"/>
          </a:xfrm>
        </p:spPr>
        <p:txBody>
          <a:bodyPr anchor="ctr">
            <a:normAutofit/>
          </a:bodyPr>
          <a:lstStyle>
            <a:lvl1pPr marL="0" indent="0" algn="l" defTabSz="685800" rtl="0" eaLnBrk="1" latinLnBrk="0" hangingPunct="1">
              <a:lnSpc>
                <a:spcPct val="100000"/>
              </a:lnSpc>
              <a:spcBef>
                <a:spcPts val="750"/>
              </a:spcBef>
              <a:buClr>
                <a:schemeClr val="accent2"/>
              </a:buClr>
              <a:buFontTx/>
              <a:buNone/>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6559"/>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6446403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ub-heading + Content on Pattern Panel Steel Grey Bg">
    <p:spTree>
      <p:nvGrpSpPr>
        <p:cNvPr id="1" name=""/>
        <p:cNvGrpSpPr/>
        <p:nvPr/>
      </p:nvGrpSpPr>
      <p:grpSpPr>
        <a:xfrm>
          <a:off x="0" y="0"/>
          <a:ext cx="0" cy="0"/>
          <a:chOff x="0" y="0"/>
          <a:chExt cx="0" cy="0"/>
        </a:xfrm>
      </p:grpSpPr>
      <p:pic>
        <p:nvPicPr>
          <p:cNvPr id="12" name="Pattern">
            <a:extLst>
              <a:ext uri="{FF2B5EF4-FFF2-40B4-BE49-F238E27FC236}">
                <a16:creationId xmlns:a16="http://schemas.microsoft.com/office/drawing/2014/main" id="{D5786CBE-E2DA-F242-8EF3-D86AFD77730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69167"/>
          <a:stretch/>
        </p:blipFill>
        <p:spPr>
          <a:xfrm>
            <a:off x="1035" y="1342422"/>
            <a:ext cx="2838030" cy="5256000"/>
          </a:xfrm>
          <a:prstGeom prst="rect">
            <a:avLst/>
          </a:prstGeom>
        </p:spPr>
      </p:pic>
      <p:grpSp>
        <p:nvGrpSpPr>
          <p:cNvPr id="15" name="Bottom Corner Cover Ups">
            <a:extLst>
              <a:ext uri="{FF2B5EF4-FFF2-40B4-BE49-F238E27FC236}">
                <a16:creationId xmlns:a16="http://schemas.microsoft.com/office/drawing/2014/main" id="{F6742E16-A430-8D49-8E48-2E7C539F8975}"/>
              </a:ext>
            </a:extLst>
          </p:cNvPr>
          <p:cNvGrpSpPr/>
          <p:nvPr/>
        </p:nvGrpSpPr>
        <p:grpSpPr>
          <a:xfrm>
            <a:off x="1" y="5911729"/>
            <a:ext cx="9144020" cy="949000"/>
            <a:chOff x="0" y="5911729"/>
            <a:chExt cx="12192027" cy="949000"/>
          </a:xfrm>
        </p:grpSpPr>
        <p:pic>
          <p:nvPicPr>
            <p:cNvPr id="16" name="SU.Footer.Shape.White.Cover.R">
              <a:extLst>
                <a:ext uri="{FF2B5EF4-FFF2-40B4-BE49-F238E27FC236}">
                  <a16:creationId xmlns:a16="http://schemas.microsoft.com/office/drawing/2014/main" id="{36D2AD46-C46A-354E-BEB5-538F821ABE2A}"/>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17" name="SU.Footer.Shape.White.Cover.L">
              <a:extLst>
                <a:ext uri="{FF2B5EF4-FFF2-40B4-BE49-F238E27FC236}">
                  <a16:creationId xmlns:a16="http://schemas.microsoft.com/office/drawing/2014/main" id="{FCFD9C81-5F69-5644-80F4-B4957DB6B590}"/>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14" name="Content Placeholder ">
            <a:extLst>
              <a:ext uri="{FF2B5EF4-FFF2-40B4-BE49-F238E27FC236}">
                <a16:creationId xmlns:a16="http://schemas.microsoft.com/office/drawing/2014/main" id="{D0E9C235-E1AC-4547-A3F0-A9434CA86FFA}"/>
              </a:ext>
            </a:extLst>
          </p:cNvPr>
          <p:cNvSpPr>
            <a:spLocks noGrp="1"/>
          </p:cNvSpPr>
          <p:nvPr>
            <p:ph idx="12" hasCustomPrompt="1"/>
          </p:nvPr>
        </p:nvSpPr>
        <p:spPr>
          <a:xfrm>
            <a:off x="3032524" y="1439056"/>
            <a:ext cx="5860754" cy="5074170"/>
          </a:xfrm>
        </p:spPr>
        <p:txBody>
          <a:bodyPr>
            <a:normAutofit lnSpcReduction="10000"/>
          </a:bodyPr>
          <a:lstStyle>
            <a:lvl1pPr>
              <a:defRPr>
                <a:solidFill>
                  <a:schemeClr val="bg1"/>
                </a:solidFill>
              </a:defRPr>
            </a:lvl1pPr>
          </a:lstStyle>
          <a:p>
            <a:r>
              <a:rPr lang="en-GB" dirty="0"/>
              <a:t>Content placeholder</a:t>
            </a:r>
          </a:p>
        </p:txBody>
      </p:sp>
      <p:sp>
        <p:nvSpPr>
          <p:cNvPr id="13" name="Sub-heading">
            <a:extLst>
              <a:ext uri="{FF2B5EF4-FFF2-40B4-BE49-F238E27FC236}">
                <a16:creationId xmlns:a16="http://schemas.microsoft.com/office/drawing/2014/main" id="{4F600B9D-C6D1-B541-84C3-79F974E4691D}"/>
              </a:ext>
            </a:extLst>
          </p:cNvPr>
          <p:cNvSpPr>
            <a:spLocks noGrp="1"/>
          </p:cNvSpPr>
          <p:nvPr>
            <p:ph type="body" sz="quarter" idx="10" hasCustomPrompt="1"/>
          </p:nvPr>
        </p:nvSpPr>
        <p:spPr>
          <a:xfrm>
            <a:off x="389002" y="1437745"/>
            <a:ext cx="2450063" cy="5075482"/>
          </a:xfrm>
        </p:spPr>
        <p:txBody>
          <a:bodyPr anchor="t">
            <a:normAutofit/>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lang="en-GB" sz="2100" b="0" i="0" kern="120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6559"/>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0579551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ual Layout Slide on Steel Grey Bg">
    <p:spTree>
      <p:nvGrpSpPr>
        <p:cNvPr id="1" name=""/>
        <p:cNvGrpSpPr/>
        <p:nvPr/>
      </p:nvGrpSpPr>
      <p:grpSpPr>
        <a:xfrm>
          <a:off x="0" y="0"/>
          <a:ext cx="0" cy="0"/>
          <a:chOff x="0" y="0"/>
          <a:chExt cx="0" cy="0"/>
        </a:xfrm>
      </p:grpSpPr>
      <p:sp>
        <p:nvSpPr>
          <p:cNvPr id="9" name="White Rectangle">
            <a:extLst>
              <a:ext uri="{FF2B5EF4-FFF2-40B4-BE49-F238E27FC236}">
                <a16:creationId xmlns:a16="http://schemas.microsoft.com/office/drawing/2014/main" id="{E092BD89-6351-F14F-99A1-F9ED46FD8A3D}"/>
              </a:ext>
            </a:extLst>
          </p:cNvPr>
          <p:cNvSpPr/>
          <p:nvPr/>
        </p:nvSpPr>
        <p:spPr>
          <a:xfrm>
            <a:off x="0" y="1"/>
            <a:ext cx="9144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1" name="Content Placeholder  2">
            <a:extLst>
              <a:ext uri="{FF2B5EF4-FFF2-40B4-BE49-F238E27FC236}">
                <a16:creationId xmlns:a16="http://schemas.microsoft.com/office/drawing/2014/main" id="{2B59F022-8EBD-944D-810D-855A24D6A260}"/>
              </a:ext>
            </a:extLst>
          </p:cNvPr>
          <p:cNvSpPr>
            <a:spLocks noGrp="1"/>
          </p:cNvSpPr>
          <p:nvPr>
            <p:ph idx="12" hasCustomPrompt="1"/>
          </p:nvPr>
        </p:nvSpPr>
        <p:spPr>
          <a:xfrm>
            <a:off x="4729164" y="2093512"/>
            <a:ext cx="4001690" cy="4414600"/>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1">
                <a:solidFill>
                  <a:schemeClr val="bg2"/>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3" name="Sub-heading 2">
            <a:extLst>
              <a:ext uri="{FF2B5EF4-FFF2-40B4-BE49-F238E27FC236}">
                <a16:creationId xmlns:a16="http://schemas.microsoft.com/office/drawing/2014/main" id="{DBCB0F0E-2CA6-9B47-B078-4D0CBA22AA46}"/>
              </a:ext>
            </a:extLst>
          </p:cNvPr>
          <p:cNvSpPr>
            <a:spLocks noGrp="1"/>
          </p:cNvSpPr>
          <p:nvPr>
            <p:ph type="body" sz="quarter" idx="13" hasCustomPrompt="1"/>
          </p:nvPr>
        </p:nvSpPr>
        <p:spPr>
          <a:xfrm>
            <a:off x="4729164" y="1382146"/>
            <a:ext cx="400169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1"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2">
            <a:extLst>
              <a:ext uri="{FF2B5EF4-FFF2-40B4-BE49-F238E27FC236}">
                <a16:creationId xmlns:a16="http://schemas.microsoft.com/office/drawing/2014/main" id="{EB87052C-3318-B443-ACEB-EB3464C7D937}"/>
              </a:ext>
            </a:extLst>
          </p:cNvPr>
          <p:cNvSpPr>
            <a:spLocks noGrp="1"/>
          </p:cNvSpPr>
          <p:nvPr>
            <p:ph type="body" sz="quarter" idx="14" hasCustomPrompt="1"/>
          </p:nvPr>
        </p:nvSpPr>
        <p:spPr>
          <a:xfrm>
            <a:off x="4729163" y="234094"/>
            <a:ext cx="4001690" cy="1071641"/>
          </a:xfrm>
        </p:spPr>
        <p:txBody>
          <a:bodyPr/>
          <a:lstStyle>
            <a:lvl1pPr marL="0" indent="0">
              <a:buFontTx/>
              <a:buNone/>
              <a:defRPr lang="en-GB" sz="2400" b="1" i="1" kern="1200" dirty="0" smtClean="0">
                <a:solidFill>
                  <a:schemeClr val="accent1"/>
                </a:solidFill>
                <a:latin typeface="Trebuchet MS" panose="020B0703020202090204" pitchFamily="34" charset="0"/>
                <a:ea typeface="+mj-ea"/>
                <a:cs typeface="+mj-cs"/>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GB" dirty="0"/>
              <a:t>CLICK TO EDIT TITLE</a:t>
            </a:r>
          </a:p>
        </p:txBody>
      </p:sp>
      <p:sp>
        <p:nvSpPr>
          <p:cNvPr id="10" name="Content Placeholder 1">
            <a:extLst>
              <a:ext uri="{FF2B5EF4-FFF2-40B4-BE49-F238E27FC236}">
                <a16:creationId xmlns:a16="http://schemas.microsoft.com/office/drawing/2014/main" id="{1E5D113C-3036-C842-BC1F-5B0180C05F49}"/>
              </a:ext>
            </a:extLst>
          </p:cNvPr>
          <p:cNvSpPr>
            <a:spLocks noGrp="1"/>
          </p:cNvSpPr>
          <p:nvPr>
            <p:ph idx="1" hasCustomPrompt="1"/>
          </p:nvPr>
        </p:nvSpPr>
        <p:spPr>
          <a:xfrm>
            <a:off x="389001" y="2098626"/>
            <a:ext cx="4025837" cy="4414600"/>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2"/>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1">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389001" y="1379765"/>
            <a:ext cx="4025837"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1">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2" y="286559"/>
            <a:ext cx="4025837"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1889974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3xColumns Layout Slide on Steel Grey Bg">
    <p:spTree>
      <p:nvGrpSpPr>
        <p:cNvPr id="1" name=""/>
        <p:cNvGrpSpPr/>
        <p:nvPr/>
      </p:nvGrpSpPr>
      <p:grpSpPr>
        <a:xfrm>
          <a:off x="0" y="0"/>
          <a:ext cx="0" cy="0"/>
          <a:chOff x="0" y="0"/>
          <a:chExt cx="0" cy="0"/>
        </a:xfrm>
      </p:grpSpPr>
      <p:sp>
        <p:nvSpPr>
          <p:cNvPr id="12" name="White Rectangle">
            <a:extLst>
              <a:ext uri="{FF2B5EF4-FFF2-40B4-BE49-F238E27FC236}">
                <a16:creationId xmlns:a16="http://schemas.microsoft.com/office/drawing/2014/main" id="{F91E8B35-3A4B-C141-A1D0-4589A2506ABF}"/>
              </a:ext>
            </a:extLst>
          </p:cNvPr>
          <p:cNvSpPr/>
          <p:nvPr/>
        </p:nvSpPr>
        <p:spPr>
          <a:xfrm>
            <a:off x="0" y="1"/>
            <a:ext cx="9144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3" name="Content Placeholder 3">
            <a:extLst>
              <a:ext uri="{FF2B5EF4-FFF2-40B4-BE49-F238E27FC236}">
                <a16:creationId xmlns:a16="http://schemas.microsoft.com/office/drawing/2014/main" id="{BBB9A18E-F7B6-1241-9C63-76045CF56253}"/>
              </a:ext>
            </a:extLst>
          </p:cNvPr>
          <p:cNvSpPr>
            <a:spLocks noGrp="1"/>
          </p:cNvSpPr>
          <p:nvPr>
            <p:ph idx="12" hasCustomPrompt="1"/>
          </p:nvPr>
        </p:nvSpPr>
        <p:spPr>
          <a:xfrm>
            <a:off x="6030854" y="2093513"/>
            <a:ext cx="2700000" cy="4412219"/>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34" name="Sub-heading 3">
            <a:extLst>
              <a:ext uri="{FF2B5EF4-FFF2-40B4-BE49-F238E27FC236}">
                <a16:creationId xmlns:a16="http://schemas.microsoft.com/office/drawing/2014/main" id="{73E54803-8D9E-3F45-B6AB-224557321092}"/>
              </a:ext>
            </a:extLst>
          </p:cNvPr>
          <p:cNvSpPr>
            <a:spLocks noGrp="1"/>
          </p:cNvSpPr>
          <p:nvPr>
            <p:ph type="body" sz="quarter" idx="13" hasCustomPrompt="1"/>
          </p:nvPr>
        </p:nvSpPr>
        <p:spPr>
          <a:xfrm>
            <a:off x="6030854" y="1382146"/>
            <a:ext cx="27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5" name="Title 3">
            <a:extLst>
              <a:ext uri="{FF2B5EF4-FFF2-40B4-BE49-F238E27FC236}">
                <a16:creationId xmlns:a16="http://schemas.microsoft.com/office/drawing/2014/main" id="{16F8BEA3-5345-1748-AA80-5B585F793FE9}"/>
              </a:ext>
            </a:extLst>
          </p:cNvPr>
          <p:cNvSpPr>
            <a:spLocks noGrp="1"/>
          </p:cNvSpPr>
          <p:nvPr>
            <p:ph type="body" sz="quarter" idx="14" hasCustomPrompt="1"/>
          </p:nvPr>
        </p:nvSpPr>
        <p:spPr>
          <a:xfrm>
            <a:off x="6030854" y="229952"/>
            <a:ext cx="2700000" cy="1053551"/>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36" name="Content Placeholder  2">
            <a:extLst>
              <a:ext uri="{FF2B5EF4-FFF2-40B4-BE49-F238E27FC236}">
                <a16:creationId xmlns:a16="http://schemas.microsoft.com/office/drawing/2014/main" id="{88B2884D-0365-B541-8F3C-C51C6A73AE24}"/>
              </a:ext>
            </a:extLst>
          </p:cNvPr>
          <p:cNvSpPr>
            <a:spLocks noGrp="1"/>
          </p:cNvSpPr>
          <p:nvPr>
            <p:ph idx="15" hasCustomPrompt="1"/>
          </p:nvPr>
        </p:nvSpPr>
        <p:spPr>
          <a:xfrm>
            <a:off x="3209926" y="2093513"/>
            <a:ext cx="2699999" cy="4412219"/>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37" name="Sub-heading 2">
            <a:extLst>
              <a:ext uri="{FF2B5EF4-FFF2-40B4-BE49-F238E27FC236}">
                <a16:creationId xmlns:a16="http://schemas.microsoft.com/office/drawing/2014/main" id="{6D580DE4-7F66-D04D-B514-60DB430392E6}"/>
              </a:ext>
            </a:extLst>
          </p:cNvPr>
          <p:cNvSpPr>
            <a:spLocks noGrp="1"/>
          </p:cNvSpPr>
          <p:nvPr>
            <p:ph type="body" sz="quarter" idx="16" hasCustomPrompt="1"/>
          </p:nvPr>
        </p:nvSpPr>
        <p:spPr>
          <a:xfrm>
            <a:off x="3209926" y="1382146"/>
            <a:ext cx="2699999"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8" name="Title 2">
            <a:extLst>
              <a:ext uri="{FF2B5EF4-FFF2-40B4-BE49-F238E27FC236}">
                <a16:creationId xmlns:a16="http://schemas.microsoft.com/office/drawing/2014/main" id="{A6F7933B-A88D-C34B-BD54-79381E7FAA12}"/>
              </a:ext>
            </a:extLst>
          </p:cNvPr>
          <p:cNvSpPr>
            <a:spLocks noGrp="1"/>
          </p:cNvSpPr>
          <p:nvPr>
            <p:ph type="body" sz="quarter" idx="17" hasCustomPrompt="1"/>
          </p:nvPr>
        </p:nvSpPr>
        <p:spPr>
          <a:xfrm>
            <a:off x="3209925" y="229952"/>
            <a:ext cx="27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39" name="Content Placeholder 1">
            <a:extLst>
              <a:ext uri="{FF2B5EF4-FFF2-40B4-BE49-F238E27FC236}">
                <a16:creationId xmlns:a16="http://schemas.microsoft.com/office/drawing/2014/main" id="{2A0A52AC-CBA4-EA46-BD1B-323F4DB40054}"/>
              </a:ext>
            </a:extLst>
          </p:cNvPr>
          <p:cNvSpPr>
            <a:spLocks noGrp="1"/>
          </p:cNvSpPr>
          <p:nvPr>
            <p:ph idx="1" hasCustomPrompt="1"/>
          </p:nvPr>
        </p:nvSpPr>
        <p:spPr>
          <a:xfrm>
            <a:off x="389000" y="2093513"/>
            <a:ext cx="2700000" cy="4412219"/>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40" name="Sub-heading 1">
            <a:extLst>
              <a:ext uri="{FF2B5EF4-FFF2-40B4-BE49-F238E27FC236}">
                <a16:creationId xmlns:a16="http://schemas.microsoft.com/office/drawing/2014/main" id="{CA2CC1C2-E7EE-0648-820D-BC18F6B33876}"/>
              </a:ext>
            </a:extLst>
          </p:cNvPr>
          <p:cNvSpPr>
            <a:spLocks noGrp="1"/>
          </p:cNvSpPr>
          <p:nvPr>
            <p:ph type="body" sz="quarter" idx="10" hasCustomPrompt="1"/>
          </p:nvPr>
        </p:nvSpPr>
        <p:spPr>
          <a:xfrm>
            <a:off x="389000" y="1382146"/>
            <a:ext cx="27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41" name="Title 1">
            <a:extLst>
              <a:ext uri="{FF2B5EF4-FFF2-40B4-BE49-F238E27FC236}">
                <a16:creationId xmlns:a16="http://schemas.microsoft.com/office/drawing/2014/main" id="{60F85EF3-BC19-7441-B388-C54874512683}"/>
              </a:ext>
            </a:extLst>
          </p:cNvPr>
          <p:cNvSpPr>
            <a:spLocks noGrp="1"/>
          </p:cNvSpPr>
          <p:nvPr>
            <p:ph type="body" sz="quarter" idx="18" hasCustomPrompt="1"/>
          </p:nvPr>
        </p:nvSpPr>
        <p:spPr>
          <a:xfrm>
            <a:off x="389000" y="229952"/>
            <a:ext cx="27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33157632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Divider Slide on Steel Grey Bg">
    <p:spTree>
      <p:nvGrpSpPr>
        <p:cNvPr id="1" name=""/>
        <p:cNvGrpSpPr/>
        <p:nvPr/>
      </p:nvGrpSpPr>
      <p:grpSpPr>
        <a:xfrm>
          <a:off x="0" y="0"/>
          <a:ext cx="0" cy="0"/>
          <a:chOff x="0" y="0"/>
          <a:chExt cx="0" cy="0"/>
        </a:xfrm>
      </p:grpSpPr>
      <p:pic>
        <p:nvPicPr>
          <p:cNvPr id="17" name="Pattern Grey Bottom">
            <a:extLst>
              <a:ext uri="{FF2B5EF4-FFF2-40B4-BE49-F238E27FC236}">
                <a16:creationId xmlns:a16="http://schemas.microsoft.com/office/drawing/2014/main" id="{5F8180FE-41B2-8F47-AF2E-24E5C9A6174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48026" y="4471003"/>
            <a:ext cx="3588959" cy="2148599"/>
          </a:xfrm>
          <a:prstGeom prst="rect">
            <a:avLst/>
          </a:prstGeom>
        </p:spPr>
      </p:pic>
      <p:pic>
        <p:nvPicPr>
          <p:cNvPr id="19" name="Pattern Grey Top">
            <a:extLst>
              <a:ext uri="{FF2B5EF4-FFF2-40B4-BE49-F238E27FC236}">
                <a16:creationId xmlns:a16="http://schemas.microsoft.com/office/drawing/2014/main" id="{DA8894CA-8492-9F40-AA7E-A17D05BCB387}"/>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85515"/>
          <a:stretch/>
        </p:blipFill>
        <p:spPr>
          <a:xfrm rot="10800000">
            <a:off x="169458" y="1334681"/>
            <a:ext cx="3588959" cy="829101"/>
          </a:xfrm>
          <a:prstGeom prst="rect">
            <a:avLst/>
          </a:prstGeom>
        </p:spPr>
      </p:pic>
      <p:pic>
        <p:nvPicPr>
          <p:cNvPr id="18" name="Pattern Sand Top">
            <a:extLst>
              <a:ext uri="{FF2B5EF4-FFF2-40B4-BE49-F238E27FC236}">
                <a16:creationId xmlns:a16="http://schemas.microsoft.com/office/drawing/2014/main" id="{3962A34F-1D66-A649-83D7-69B392B6F66F}"/>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15866" t="14321" r="48528" b="71220"/>
          <a:stretch/>
        </p:blipFill>
        <p:spPr>
          <a:xfrm rot="10800000">
            <a:off x="170437" y="-42183"/>
            <a:ext cx="3588959" cy="1376862"/>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038600" y="2096646"/>
            <a:ext cx="4692254" cy="4416581"/>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038599" y="1381174"/>
            <a:ext cx="4692254"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6954" y="2943724"/>
            <a:ext cx="3339900" cy="1019176"/>
          </a:xfrm>
          <a:prstGeom prst="rect">
            <a:avLst/>
          </a:prstGeom>
        </p:spPr>
        <p:txBody>
          <a:bodyPr/>
          <a:lstStyle>
            <a:lvl1pPr>
              <a:defRPr>
                <a:solidFill>
                  <a:schemeClr val="bg2"/>
                </a:solidFill>
              </a:defRPr>
            </a:lvl1pPr>
          </a:lstStyle>
          <a:p>
            <a:r>
              <a:rPr lang="en-GB" dirty="0"/>
              <a:t>CLICK TO EDIT TITLE</a:t>
            </a:r>
            <a:endParaRPr lang="en-US" dirty="0"/>
          </a:p>
        </p:txBody>
      </p:sp>
    </p:spTree>
    <p:extLst>
      <p:ext uri="{BB962C8B-B14F-4D97-AF65-F5344CB8AC3E}">
        <p14:creationId xmlns:p14="http://schemas.microsoft.com/office/powerpoint/2010/main" val="33187733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5039ECEA-6210-4280-9886-751C60AE4083}" type="datetime1">
              <a:rPr lang="en-ZA" smtClean="0"/>
              <a:t>2026/03/04</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72B1A4AB-DD35-49DF-A5A9-C69B9DFF9FD2}" type="slidenum">
              <a:rPr lang="en-GB" smtClean="0"/>
              <a:pPr>
                <a:defRPr/>
              </a:pPr>
              <a:t>‹#›</a:t>
            </a:fld>
            <a:endParaRPr lang="en-GB"/>
          </a:p>
        </p:txBody>
      </p:sp>
    </p:spTree>
    <p:extLst>
      <p:ext uri="{BB962C8B-B14F-4D97-AF65-F5344CB8AC3E}">
        <p14:creationId xmlns:p14="http://schemas.microsoft.com/office/powerpoint/2010/main" val="10546810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ver &amp; End Slide Option">
    <p:spTree>
      <p:nvGrpSpPr>
        <p:cNvPr id="1" name=""/>
        <p:cNvGrpSpPr/>
        <p:nvPr/>
      </p:nvGrpSpPr>
      <p:grpSpPr>
        <a:xfrm>
          <a:off x="0" y="0"/>
          <a:ext cx="0" cy="0"/>
          <a:chOff x="0" y="0"/>
          <a:chExt cx="0" cy="0"/>
        </a:xfrm>
      </p:grpSpPr>
      <p:pic>
        <p:nvPicPr>
          <p:cNvPr id="4" name="Supergraphic">
            <a:extLst>
              <a:ext uri="{FF2B5EF4-FFF2-40B4-BE49-F238E27FC236}">
                <a16:creationId xmlns:a16="http://schemas.microsoft.com/office/drawing/2014/main" id="{5B248510-4BC7-9345-88FC-2E0C971BA7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261219" y="1341440"/>
            <a:ext cx="897728" cy="1837209"/>
          </a:xfrm>
          <a:prstGeom prst="rect">
            <a:avLst/>
          </a:prstGeom>
        </p:spPr>
      </p:pic>
      <p:cxnSp>
        <p:nvCxnSpPr>
          <p:cNvPr id="5" name="Gold H Line">
            <a:extLst>
              <a:ext uri="{FF2B5EF4-FFF2-40B4-BE49-F238E27FC236}">
                <a16:creationId xmlns:a16="http://schemas.microsoft.com/office/drawing/2014/main" id="{D2E91EF0-985A-D444-B885-44EABE549784}"/>
              </a:ext>
            </a:extLst>
          </p:cNvPr>
          <p:cNvCxnSpPr/>
          <p:nvPr userDrawn="1"/>
        </p:nvCxnSpPr>
        <p:spPr>
          <a:xfrm>
            <a:off x="0" y="1341438"/>
            <a:ext cx="9144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9" name="Title">
            <a:extLst>
              <a:ext uri="{FF2B5EF4-FFF2-40B4-BE49-F238E27FC236}">
                <a16:creationId xmlns:a16="http://schemas.microsoft.com/office/drawing/2014/main" id="{62CE03E8-B1C3-CC40-B8F9-5DD639D93B94}"/>
              </a:ext>
            </a:extLst>
          </p:cNvPr>
          <p:cNvSpPr>
            <a:spLocks noGrp="1"/>
          </p:cNvSpPr>
          <p:nvPr>
            <p:ph type="title" hasCustomPrompt="1"/>
          </p:nvPr>
        </p:nvSpPr>
        <p:spPr>
          <a:xfrm>
            <a:off x="389001" y="286559"/>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237732353"/>
      </p:ext>
    </p:extLst>
  </p:cSld>
  <p:clrMapOvr>
    <a:masterClrMapping/>
  </p:clrMapOvr>
  <p:extLst>
    <p:ext uri="{DCECCB84-F9BA-43D5-87BE-67443E8EF086}">
      <p15:sldGuideLst xmlns:p15="http://schemas.microsoft.com/office/powerpoint/2012/main">
        <p15:guide id="1" pos="694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ub-heading + Content on White Bg">
    <p:spTree>
      <p:nvGrpSpPr>
        <p:cNvPr id="1" name=""/>
        <p:cNvGrpSpPr/>
        <p:nvPr/>
      </p:nvGrpSpPr>
      <p:grpSpPr>
        <a:xfrm>
          <a:off x="0" y="0"/>
          <a:ext cx="0" cy="0"/>
          <a:chOff x="0" y="0"/>
          <a:chExt cx="0" cy="0"/>
        </a:xfrm>
      </p:grpSpPr>
      <p:cxnSp>
        <p:nvCxnSpPr>
          <p:cNvPr id="6" name="Gold H Line">
            <a:extLst>
              <a:ext uri="{FF2B5EF4-FFF2-40B4-BE49-F238E27FC236}">
                <a16:creationId xmlns:a16="http://schemas.microsoft.com/office/drawing/2014/main" id="{14D6B201-F64D-A747-B121-C05B2A976FDB}"/>
              </a:ext>
            </a:extLst>
          </p:cNvPr>
          <p:cNvCxnSpPr/>
          <p:nvPr userDrawn="1"/>
        </p:nvCxnSpPr>
        <p:spPr>
          <a:xfrm>
            <a:off x="0" y="1341438"/>
            <a:ext cx="9144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389001" y="2098627"/>
            <a:ext cx="8341853" cy="4414600"/>
          </a:xfrm>
        </p:spPr>
        <p:txBody>
          <a:bodyPr>
            <a:normAutofit lnSpcReduction="10000"/>
          </a:bodyPr>
          <a:lstStyle/>
          <a:p>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389001" y="1384085"/>
            <a:ext cx="8341853"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6559"/>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6189856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White Bg">
    <p:spTree>
      <p:nvGrpSpPr>
        <p:cNvPr id="1" name=""/>
        <p:cNvGrpSpPr/>
        <p:nvPr/>
      </p:nvGrpSpPr>
      <p:grpSpPr>
        <a:xfrm>
          <a:off x="0" y="0"/>
          <a:ext cx="0" cy="0"/>
          <a:chOff x="0" y="0"/>
          <a:chExt cx="0" cy="0"/>
        </a:xfrm>
      </p:grpSpPr>
      <p:pic>
        <p:nvPicPr>
          <p:cNvPr id="9" name="Pattern">
            <a:extLst>
              <a:ext uri="{FF2B5EF4-FFF2-40B4-BE49-F238E27FC236}">
                <a16:creationId xmlns:a16="http://schemas.microsoft.com/office/drawing/2014/main" id="{92A5C720-0429-4541-B977-B6E1AE463E85}"/>
              </a:ext>
            </a:extLst>
          </p:cNvPr>
          <p:cNvPicPr>
            <a:picLocks noChangeAspect="1"/>
          </p:cNvPicPr>
          <p:nvPr userDrawn="1"/>
        </p:nvPicPr>
        <p:blipFill rotWithShape="1">
          <a:blip r:embed="rId2" cstate="screen">
            <a:duotone>
              <a:schemeClr val="accent2">
                <a:shade val="45000"/>
                <a:satMod val="135000"/>
              </a:schemeClr>
              <a:prstClr val="white"/>
            </a:duotone>
            <a:alphaModFix amt="40000"/>
            <a:extLst>
              <a:ext uri="{BEBA8EAE-BF5A-486C-A8C5-ECC9F3942E4B}">
                <a14:imgProps xmlns:a14="http://schemas.microsoft.com/office/drawing/2010/main">
                  <a14:imgLayer r:embed="rId3">
                    <a14:imgEffect>
                      <a14:sharpenSoften amount="50000"/>
                    </a14:imgEffect>
                    <a14:imgEffect>
                      <a14:colorTemperature colorTemp="11500"/>
                    </a14:imgEffect>
                    <a14:imgEffect>
                      <a14:saturation sat="400000"/>
                    </a14:imgEffect>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034" y="1342422"/>
            <a:ext cx="9142965" cy="5256000"/>
          </a:xfrm>
          <a:prstGeom prst="rect">
            <a:avLst/>
          </a:prstGeom>
        </p:spPr>
      </p:pic>
      <p:grpSp>
        <p:nvGrpSpPr>
          <p:cNvPr id="11" name="Bottom Corner Cover Ups">
            <a:extLst>
              <a:ext uri="{FF2B5EF4-FFF2-40B4-BE49-F238E27FC236}">
                <a16:creationId xmlns:a16="http://schemas.microsoft.com/office/drawing/2014/main" id="{6B263B2D-D558-B84C-9022-34F07C2522D9}"/>
              </a:ext>
            </a:extLst>
          </p:cNvPr>
          <p:cNvGrpSpPr/>
          <p:nvPr userDrawn="1"/>
        </p:nvGrpSpPr>
        <p:grpSpPr>
          <a:xfrm>
            <a:off x="1" y="5911729"/>
            <a:ext cx="9144020" cy="949000"/>
            <a:chOff x="0" y="5911729"/>
            <a:chExt cx="12192027" cy="949000"/>
          </a:xfrm>
        </p:grpSpPr>
        <p:pic>
          <p:nvPicPr>
            <p:cNvPr id="12" name="SU.Footer.Shape.White.Cover.R">
              <a:extLst>
                <a:ext uri="{FF2B5EF4-FFF2-40B4-BE49-F238E27FC236}">
                  <a16:creationId xmlns:a16="http://schemas.microsoft.com/office/drawing/2014/main" id="{A42B02D9-6BCD-3B46-A57F-212570E5235E}"/>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3" name="SU.Footer.Shape.White.Cover.L">
              <a:extLst>
                <a:ext uri="{FF2B5EF4-FFF2-40B4-BE49-F238E27FC236}">
                  <a16:creationId xmlns:a16="http://schemas.microsoft.com/office/drawing/2014/main" id="{7BE51404-5FBA-E747-9F0C-F3B96BD72370}"/>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89001" y="2098627"/>
            <a:ext cx="8341853" cy="4414600"/>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389001" y="1379765"/>
            <a:ext cx="8341853"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6559"/>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546363023"/>
      </p:ext>
    </p:extLst>
  </p:cSld>
  <p:clrMapOvr>
    <a:masterClrMapping/>
  </p:clrMapOvr>
  <p:extLst>
    <p:ext uri="{DCECCB84-F9BA-43D5-87BE-67443E8EF086}">
      <p15:sldGuideLst xmlns:p15="http://schemas.microsoft.com/office/powerpoint/2012/main">
        <p15:guide id="1" orient="horz" pos="845">
          <p15:clr>
            <a:srgbClr val="FBAE40"/>
          </p15:clr>
        </p15:guide>
        <p15:guide id="2" orient="horz" pos="86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Panel White 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4232ACA5-F913-4C40-9156-9574AC847B0D}"/>
              </a:ext>
            </a:extLst>
          </p:cNvPr>
          <p:cNvPicPr>
            <a:picLocks noChangeAspect="1"/>
          </p:cNvPicPr>
          <p:nvPr userDrawn="1"/>
        </p:nvPicPr>
        <p:blipFill rotWithShape="1">
          <a:blip r:embed="rId2" cstate="screen">
            <a:duotone>
              <a:schemeClr val="accent2">
                <a:shade val="45000"/>
                <a:satMod val="135000"/>
              </a:schemeClr>
              <a:prstClr val="white"/>
            </a:duotone>
            <a:alphaModFix amt="40000"/>
            <a:extLst>
              <a:ext uri="{BEBA8EAE-BF5A-486C-A8C5-ECC9F3942E4B}">
                <a14:imgProps xmlns:a14="http://schemas.microsoft.com/office/drawing/2010/main">
                  <a14:imgLayer r:embed="rId3">
                    <a14:imgEffect>
                      <a14:sharpenSoften amount="50000"/>
                    </a14:imgEffect>
                    <a14:imgEffect>
                      <a14:colorTemperature colorTemp="11500"/>
                    </a14:imgEffect>
                    <a14:imgEffect>
                      <a14:saturation sat="400000"/>
                    </a14:imgEffect>
                    <a14:imgEffect>
                      <a14:brightnessContrast bright="40000" contrast="40000"/>
                    </a14:imgEffect>
                  </a14:imgLayer>
                </a14:imgProps>
              </a:ext>
              <a:ext uri="{28A0092B-C50C-407E-A947-70E740481C1C}">
                <a14:useLocalDpi xmlns:a14="http://schemas.microsoft.com/office/drawing/2010/main"/>
              </a:ext>
            </a:extLst>
          </a:blip>
          <a:srcRect r="67065"/>
          <a:stretch/>
        </p:blipFill>
        <p:spPr>
          <a:xfrm>
            <a:off x="1034" y="1342422"/>
            <a:ext cx="3031488" cy="5256000"/>
          </a:xfrm>
          <a:prstGeom prst="rect">
            <a:avLst/>
          </a:prstGeom>
        </p:spPr>
      </p:pic>
      <p:grpSp>
        <p:nvGrpSpPr>
          <p:cNvPr id="15" name="Bottom Corner Cover Ups">
            <a:extLst>
              <a:ext uri="{FF2B5EF4-FFF2-40B4-BE49-F238E27FC236}">
                <a16:creationId xmlns:a16="http://schemas.microsoft.com/office/drawing/2014/main" id="{F2814333-1BF5-E849-A0FE-9AA7C7404101}"/>
              </a:ext>
            </a:extLst>
          </p:cNvPr>
          <p:cNvGrpSpPr/>
          <p:nvPr userDrawn="1"/>
        </p:nvGrpSpPr>
        <p:grpSpPr>
          <a:xfrm>
            <a:off x="1" y="5911729"/>
            <a:ext cx="9144020" cy="949000"/>
            <a:chOff x="0" y="5911729"/>
            <a:chExt cx="12192027" cy="949000"/>
          </a:xfrm>
        </p:grpSpPr>
        <p:pic>
          <p:nvPicPr>
            <p:cNvPr id="16" name="SU.Footer.Shape.White.Cover.R">
              <a:extLst>
                <a:ext uri="{FF2B5EF4-FFF2-40B4-BE49-F238E27FC236}">
                  <a16:creationId xmlns:a16="http://schemas.microsoft.com/office/drawing/2014/main" id="{03FDF139-728B-024E-9703-C432EBC41B11}"/>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7" name="SU.Footer.Shape.White.Cover.L">
              <a:extLst>
                <a:ext uri="{FF2B5EF4-FFF2-40B4-BE49-F238E27FC236}">
                  <a16:creationId xmlns:a16="http://schemas.microsoft.com/office/drawing/2014/main" id="{29002AAF-104D-E541-A418-B45D06E37CA1}"/>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13" name="Content Placeholder ">
            <a:extLst>
              <a:ext uri="{FF2B5EF4-FFF2-40B4-BE49-F238E27FC236}">
                <a16:creationId xmlns:a16="http://schemas.microsoft.com/office/drawing/2014/main" id="{297102B3-ABBC-8342-9686-98DDA2B5DFAF}"/>
              </a:ext>
            </a:extLst>
          </p:cNvPr>
          <p:cNvSpPr>
            <a:spLocks noGrp="1"/>
          </p:cNvSpPr>
          <p:nvPr>
            <p:ph idx="1" hasCustomPrompt="1"/>
          </p:nvPr>
        </p:nvSpPr>
        <p:spPr>
          <a:xfrm>
            <a:off x="3223880" y="1439056"/>
            <a:ext cx="5506974" cy="5059180"/>
          </a:xfrm>
        </p:spPr>
        <p:txBody>
          <a:bodyPr>
            <a:normAutofit lnSpcReduction="10000"/>
          </a:bodyPr>
          <a:lstStyle/>
          <a:p>
            <a:r>
              <a:rPr lang="en-GB" dirty="0"/>
              <a:t>Content placeholder</a:t>
            </a:r>
          </a:p>
        </p:txBody>
      </p:sp>
      <p:sp>
        <p:nvSpPr>
          <p:cNvPr id="14" name="Sub-heading">
            <a:extLst>
              <a:ext uri="{FF2B5EF4-FFF2-40B4-BE49-F238E27FC236}">
                <a16:creationId xmlns:a16="http://schemas.microsoft.com/office/drawing/2014/main" id="{F0A305C8-DF3E-DB45-9F64-CF839254AACB}"/>
              </a:ext>
            </a:extLst>
          </p:cNvPr>
          <p:cNvSpPr>
            <a:spLocks noGrp="1"/>
          </p:cNvSpPr>
          <p:nvPr>
            <p:ph type="body" sz="quarter" idx="10" hasCustomPrompt="1"/>
          </p:nvPr>
        </p:nvSpPr>
        <p:spPr>
          <a:xfrm>
            <a:off x="389002" y="1439056"/>
            <a:ext cx="2643521" cy="5059179"/>
          </a:xfrm>
        </p:spPr>
        <p:txBody>
          <a:bodyPr anchor="t">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6559"/>
            <a:ext cx="6246424"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10249456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ual Layout Slide on White Bg">
    <p:spTree>
      <p:nvGrpSpPr>
        <p:cNvPr id="1" name=""/>
        <p:cNvGrpSpPr/>
        <p:nvPr/>
      </p:nvGrpSpPr>
      <p:grpSpPr>
        <a:xfrm>
          <a:off x="0" y="0"/>
          <a:ext cx="0" cy="0"/>
          <a:chOff x="0" y="0"/>
          <a:chExt cx="0" cy="0"/>
        </a:xfrm>
      </p:grpSpPr>
      <p:sp>
        <p:nvSpPr>
          <p:cNvPr id="11" name="White Rectangle">
            <a:extLst>
              <a:ext uri="{FF2B5EF4-FFF2-40B4-BE49-F238E27FC236}">
                <a16:creationId xmlns:a16="http://schemas.microsoft.com/office/drawing/2014/main" id="{948D6589-07BC-504A-9A95-293D1FAB3969}"/>
              </a:ext>
            </a:extLst>
          </p:cNvPr>
          <p:cNvSpPr/>
          <p:nvPr userDrawn="1"/>
        </p:nvSpPr>
        <p:spPr>
          <a:xfrm>
            <a:off x="0" y="1"/>
            <a:ext cx="9144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cxnSp>
        <p:nvCxnSpPr>
          <p:cNvPr id="10" name="Gold H Line">
            <a:extLst>
              <a:ext uri="{FF2B5EF4-FFF2-40B4-BE49-F238E27FC236}">
                <a16:creationId xmlns:a16="http://schemas.microsoft.com/office/drawing/2014/main" id="{BCBE8D15-217A-AD4B-B1B6-A4A4464A9778}"/>
              </a:ext>
            </a:extLst>
          </p:cNvPr>
          <p:cNvCxnSpPr/>
          <p:nvPr userDrawn="1"/>
        </p:nvCxnSpPr>
        <p:spPr>
          <a:xfrm>
            <a:off x="0" y="1341438"/>
            <a:ext cx="9144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8" name="Content Placeholder  2">
            <a:extLst>
              <a:ext uri="{FF2B5EF4-FFF2-40B4-BE49-F238E27FC236}">
                <a16:creationId xmlns:a16="http://schemas.microsoft.com/office/drawing/2014/main" id="{2FCD4CF8-0C12-EA43-B791-77B95BE3B8A1}"/>
              </a:ext>
            </a:extLst>
          </p:cNvPr>
          <p:cNvSpPr>
            <a:spLocks noGrp="1"/>
          </p:cNvSpPr>
          <p:nvPr>
            <p:ph idx="12" hasCustomPrompt="1"/>
          </p:nvPr>
        </p:nvSpPr>
        <p:spPr>
          <a:xfrm>
            <a:off x="4729164" y="2093513"/>
            <a:ext cx="4001690" cy="441971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1">
                <a:solidFill>
                  <a:schemeClr val="tx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9" name="Sub-heading 2">
            <a:extLst>
              <a:ext uri="{FF2B5EF4-FFF2-40B4-BE49-F238E27FC236}">
                <a16:creationId xmlns:a16="http://schemas.microsoft.com/office/drawing/2014/main" id="{EFD6BD00-14FA-0C44-936C-18A58C6AEAF6}"/>
              </a:ext>
            </a:extLst>
          </p:cNvPr>
          <p:cNvSpPr>
            <a:spLocks noGrp="1"/>
          </p:cNvSpPr>
          <p:nvPr>
            <p:ph type="body" sz="quarter" idx="13" hasCustomPrompt="1"/>
          </p:nvPr>
        </p:nvSpPr>
        <p:spPr>
          <a:xfrm>
            <a:off x="4729164" y="1374651"/>
            <a:ext cx="400169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1"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4" name="Title 2">
            <a:extLst>
              <a:ext uri="{FF2B5EF4-FFF2-40B4-BE49-F238E27FC236}">
                <a16:creationId xmlns:a16="http://schemas.microsoft.com/office/drawing/2014/main" id="{3A21EA00-5D4A-874F-9DE9-2C510BCA999D}"/>
              </a:ext>
            </a:extLst>
          </p:cNvPr>
          <p:cNvSpPr>
            <a:spLocks noGrp="1"/>
          </p:cNvSpPr>
          <p:nvPr>
            <p:ph type="body" sz="quarter" idx="14" hasCustomPrompt="1"/>
          </p:nvPr>
        </p:nvSpPr>
        <p:spPr>
          <a:xfrm>
            <a:off x="4729163" y="234094"/>
            <a:ext cx="4001690" cy="1019176"/>
          </a:xfrm>
        </p:spPr>
        <p:txBody>
          <a:bodyPr/>
          <a:lstStyle>
            <a:lvl1pPr marL="0" indent="0">
              <a:buFontTx/>
              <a:buNone/>
              <a:defRPr lang="en-GB" sz="2400" b="1" i="1" kern="1200" dirty="0" smtClean="0">
                <a:solidFill>
                  <a:schemeClr val="accent1"/>
                </a:solidFill>
                <a:latin typeface="Trebuchet MS" panose="020B0703020202090204" pitchFamily="34" charset="0"/>
                <a:ea typeface="+mj-ea"/>
                <a:cs typeface="+mj-cs"/>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GB" dirty="0"/>
              <a:t>CLICK TO EDIT TITLE</a:t>
            </a:r>
          </a:p>
        </p:txBody>
      </p:sp>
      <p:sp>
        <p:nvSpPr>
          <p:cNvPr id="15" name="Content Placeholder 1">
            <a:extLst>
              <a:ext uri="{FF2B5EF4-FFF2-40B4-BE49-F238E27FC236}">
                <a16:creationId xmlns:a16="http://schemas.microsoft.com/office/drawing/2014/main" id="{711302C3-77CD-E045-AC17-217A8FF65206}"/>
              </a:ext>
            </a:extLst>
          </p:cNvPr>
          <p:cNvSpPr>
            <a:spLocks noGrp="1"/>
          </p:cNvSpPr>
          <p:nvPr>
            <p:ph idx="1" hasCustomPrompt="1"/>
          </p:nvPr>
        </p:nvSpPr>
        <p:spPr>
          <a:xfrm>
            <a:off x="389001" y="2098627"/>
            <a:ext cx="4025837" cy="441971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tx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1">
            <a:extLst>
              <a:ext uri="{FF2B5EF4-FFF2-40B4-BE49-F238E27FC236}">
                <a16:creationId xmlns:a16="http://schemas.microsoft.com/office/drawing/2014/main" id="{C672C517-E44C-5541-8903-0803B60C387D}"/>
              </a:ext>
            </a:extLst>
          </p:cNvPr>
          <p:cNvSpPr>
            <a:spLocks noGrp="1"/>
          </p:cNvSpPr>
          <p:nvPr>
            <p:ph type="body" sz="quarter" idx="10" hasCustomPrompt="1"/>
          </p:nvPr>
        </p:nvSpPr>
        <p:spPr>
          <a:xfrm>
            <a:off x="389001" y="1379765"/>
            <a:ext cx="4025837"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1">
            <a:extLst>
              <a:ext uri="{FF2B5EF4-FFF2-40B4-BE49-F238E27FC236}">
                <a16:creationId xmlns:a16="http://schemas.microsoft.com/office/drawing/2014/main" id="{AD74D22F-7C30-804B-B618-3432E30FA7B0}"/>
              </a:ext>
            </a:extLst>
          </p:cNvPr>
          <p:cNvSpPr>
            <a:spLocks noGrp="1"/>
          </p:cNvSpPr>
          <p:nvPr>
            <p:ph type="title" hasCustomPrompt="1"/>
          </p:nvPr>
        </p:nvSpPr>
        <p:spPr>
          <a:xfrm>
            <a:off x="389002" y="234094"/>
            <a:ext cx="4025837" cy="1019176"/>
          </a:xfrm>
          <a:prstGeom prst="rect">
            <a:avLst/>
          </a:prstGeom>
        </p:spPr>
        <p:txBody>
          <a:bodyPr/>
          <a:lstStyle>
            <a:lvl1pPr>
              <a:lnSpc>
                <a:spcPct val="100000"/>
              </a:lnSpc>
              <a:defRPr/>
            </a:lvl1pPr>
          </a:lstStyle>
          <a:p>
            <a:r>
              <a:rPr lang="en-GB" dirty="0"/>
              <a:t>CLICK TO EDIT TITLE</a:t>
            </a:r>
            <a:endParaRPr lang="en-US" dirty="0"/>
          </a:p>
        </p:txBody>
      </p:sp>
    </p:spTree>
    <p:extLst>
      <p:ext uri="{BB962C8B-B14F-4D97-AF65-F5344CB8AC3E}">
        <p14:creationId xmlns:p14="http://schemas.microsoft.com/office/powerpoint/2010/main" val="3286923020"/>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xColumns Slide on White Bg">
    <p:spTree>
      <p:nvGrpSpPr>
        <p:cNvPr id="1" name=""/>
        <p:cNvGrpSpPr/>
        <p:nvPr/>
      </p:nvGrpSpPr>
      <p:grpSpPr>
        <a:xfrm>
          <a:off x="0" y="0"/>
          <a:ext cx="0" cy="0"/>
          <a:chOff x="0" y="0"/>
          <a:chExt cx="0" cy="0"/>
        </a:xfrm>
      </p:grpSpPr>
      <p:sp>
        <p:nvSpPr>
          <p:cNvPr id="19" name="White Rectangle">
            <a:extLst>
              <a:ext uri="{FF2B5EF4-FFF2-40B4-BE49-F238E27FC236}">
                <a16:creationId xmlns:a16="http://schemas.microsoft.com/office/drawing/2014/main" id="{AF7E239E-9757-3248-A127-4F42F0637408}"/>
              </a:ext>
            </a:extLst>
          </p:cNvPr>
          <p:cNvSpPr/>
          <p:nvPr userDrawn="1"/>
        </p:nvSpPr>
        <p:spPr>
          <a:xfrm>
            <a:off x="0" y="1"/>
            <a:ext cx="9144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cxnSp>
        <p:nvCxnSpPr>
          <p:cNvPr id="18" name="Gold H Line">
            <a:extLst>
              <a:ext uri="{FF2B5EF4-FFF2-40B4-BE49-F238E27FC236}">
                <a16:creationId xmlns:a16="http://schemas.microsoft.com/office/drawing/2014/main" id="{FF14821C-DD56-5047-8DDF-2CED2D6B409A}"/>
              </a:ext>
            </a:extLst>
          </p:cNvPr>
          <p:cNvCxnSpPr/>
          <p:nvPr userDrawn="1"/>
        </p:nvCxnSpPr>
        <p:spPr>
          <a:xfrm>
            <a:off x="0" y="1341438"/>
            <a:ext cx="9144000"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1" name="Content Placeholder 3">
            <a:extLst>
              <a:ext uri="{FF2B5EF4-FFF2-40B4-BE49-F238E27FC236}">
                <a16:creationId xmlns:a16="http://schemas.microsoft.com/office/drawing/2014/main" id="{2B59F022-8EBD-944D-810D-855A24D6A260}"/>
              </a:ext>
            </a:extLst>
          </p:cNvPr>
          <p:cNvSpPr>
            <a:spLocks noGrp="1"/>
          </p:cNvSpPr>
          <p:nvPr>
            <p:ph idx="12" hasCustomPrompt="1"/>
          </p:nvPr>
        </p:nvSpPr>
        <p:spPr>
          <a:xfrm>
            <a:off x="6030854" y="2093513"/>
            <a:ext cx="2700000" cy="440472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3" name="Sub-heading 3">
            <a:extLst>
              <a:ext uri="{FF2B5EF4-FFF2-40B4-BE49-F238E27FC236}">
                <a16:creationId xmlns:a16="http://schemas.microsoft.com/office/drawing/2014/main" id="{DBCB0F0E-2CA6-9B47-B078-4D0CBA22AA46}"/>
              </a:ext>
            </a:extLst>
          </p:cNvPr>
          <p:cNvSpPr>
            <a:spLocks noGrp="1"/>
          </p:cNvSpPr>
          <p:nvPr>
            <p:ph type="body" sz="quarter" idx="13" hasCustomPrompt="1"/>
          </p:nvPr>
        </p:nvSpPr>
        <p:spPr>
          <a:xfrm>
            <a:off x="6030854" y="1382146"/>
            <a:ext cx="27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5" name="Title 3">
            <a:extLst>
              <a:ext uri="{FF2B5EF4-FFF2-40B4-BE49-F238E27FC236}">
                <a16:creationId xmlns:a16="http://schemas.microsoft.com/office/drawing/2014/main" id="{46C5C79B-1FC7-684E-8098-DD6B7E0A0122}"/>
              </a:ext>
            </a:extLst>
          </p:cNvPr>
          <p:cNvSpPr>
            <a:spLocks noGrp="1"/>
          </p:cNvSpPr>
          <p:nvPr>
            <p:ph type="body" sz="quarter" idx="14" hasCustomPrompt="1"/>
          </p:nvPr>
        </p:nvSpPr>
        <p:spPr>
          <a:xfrm>
            <a:off x="6030854" y="230573"/>
            <a:ext cx="2700000" cy="1067301"/>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14" name="Content Placeholder  2">
            <a:extLst>
              <a:ext uri="{FF2B5EF4-FFF2-40B4-BE49-F238E27FC236}">
                <a16:creationId xmlns:a16="http://schemas.microsoft.com/office/drawing/2014/main" id="{4BF8A05F-FD1D-CD48-A3CF-DE8AF43F6977}"/>
              </a:ext>
            </a:extLst>
          </p:cNvPr>
          <p:cNvSpPr>
            <a:spLocks noGrp="1"/>
          </p:cNvSpPr>
          <p:nvPr>
            <p:ph idx="15" hasCustomPrompt="1"/>
          </p:nvPr>
        </p:nvSpPr>
        <p:spPr>
          <a:xfrm>
            <a:off x="3209926" y="2093513"/>
            <a:ext cx="2699999" cy="440472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5" name="Sub-heading 2">
            <a:extLst>
              <a:ext uri="{FF2B5EF4-FFF2-40B4-BE49-F238E27FC236}">
                <a16:creationId xmlns:a16="http://schemas.microsoft.com/office/drawing/2014/main" id="{EB65077B-EB16-BF45-A1FD-89A294FE27D1}"/>
              </a:ext>
            </a:extLst>
          </p:cNvPr>
          <p:cNvSpPr>
            <a:spLocks noGrp="1"/>
          </p:cNvSpPr>
          <p:nvPr>
            <p:ph type="body" sz="quarter" idx="16" hasCustomPrompt="1"/>
          </p:nvPr>
        </p:nvSpPr>
        <p:spPr>
          <a:xfrm>
            <a:off x="3209926" y="1382146"/>
            <a:ext cx="2699999"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2">
            <a:extLst>
              <a:ext uri="{FF2B5EF4-FFF2-40B4-BE49-F238E27FC236}">
                <a16:creationId xmlns:a16="http://schemas.microsoft.com/office/drawing/2014/main" id="{5BE914C9-9E29-9D45-8E51-BE422FBBE2C1}"/>
              </a:ext>
            </a:extLst>
          </p:cNvPr>
          <p:cNvSpPr>
            <a:spLocks noGrp="1"/>
          </p:cNvSpPr>
          <p:nvPr>
            <p:ph type="body" sz="quarter" idx="17" hasCustomPrompt="1"/>
          </p:nvPr>
        </p:nvSpPr>
        <p:spPr>
          <a:xfrm>
            <a:off x="3209925" y="229952"/>
            <a:ext cx="27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10" name="Content Placeholder 1">
            <a:extLst>
              <a:ext uri="{FF2B5EF4-FFF2-40B4-BE49-F238E27FC236}">
                <a16:creationId xmlns:a16="http://schemas.microsoft.com/office/drawing/2014/main" id="{1E5D113C-3036-C842-BC1F-5B0180C05F49}"/>
              </a:ext>
            </a:extLst>
          </p:cNvPr>
          <p:cNvSpPr>
            <a:spLocks noGrp="1"/>
          </p:cNvSpPr>
          <p:nvPr>
            <p:ph idx="1" hasCustomPrompt="1"/>
          </p:nvPr>
        </p:nvSpPr>
        <p:spPr>
          <a:xfrm>
            <a:off x="389000" y="2093513"/>
            <a:ext cx="2700000" cy="440472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1">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389000" y="1382146"/>
            <a:ext cx="27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6" name="Title 1">
            <a:extLst>
              <a:ext uri="{FF2B5EF4-FFF2-40B4-BE49-F238E27FC236}">
                <a16:creationId xmlns:a16="http://schemas.microsoft.com/office/drawing/2014/main" id="{0A2B4331-7730-C944-82F4-41B3F12BA696}"/>
              </a:ext>
            </a:extLst>
          </p:cNvPr>
          <p:cNvSpPr>
            <a:spLocks noGrp="1"/>
          </p:cNvSpPr>
          <p:nvPr>
            <p:ph type="body" sz="quarter" idx="18" hasCustomPrompt="1"/>
          </p:nvPr>
        </p:nvSpPr>
        <p:spPr>
          <a:xfrm>
            <a:off x="389000" y="229952"/>
            <a:ext cx="27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2092830607"/>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Divider Slide on White Bg ">
    <p:spTree>
      <p:nvGrpSpPr>
        <p:cNvPr id="1" name=""/>
        <p:cNvGrpSpPr/>
        <p:nvPr/>
      </p:nvGrpSpPr>
      <p:grpSpPr>
        <a:xfrm>
          <a:off x="0" y="0"/>
          <a:ext cx="0" cy="0"/>
          <a:chOff x="0" y="0"/>
          <a:chExt cx="0" cy="0"/>
        </a:xfrm>
      </p:grpSpPr>
      <p:pic>
        <p:nvPicPr>
          <p:cNvPr id="9" name="Pattern Sand Bottom">
            <a:extLst>
              <a:ext uri="{FF2B5EF4-FFF2-40B4-BE49-F238E27FC236}">
                <a16:creationId xmlns:a16="http://schemas.microsoft.com/office/drawing/2014/main" id="{7E41FF7E-0642-ED43-BF36-6F4C4C4A2BE9}"/>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48026" y="4478954"/>
            <a:ext cx="3588959" cy="2148599"/>
          </a:xfrm>
          <a:prstGeom prst="rect">
            <a:avLst/>
          </a:prstGeom>
        </p:spPr>
      </p:pic>
      <p:pic>
        <p:nvPicPr>
          <p:cNvPr id="11" name="Pattern Top">
            <a:extLst>
              <a:ext uri="{FF2B5EF4-FFF2-40B4-BE49-F238E27FC236}">
                <a16:creationId xmlns:a16="http://schemas.microsoft.com/office/drawing/2014/main" id="{6124DACD-3877-F440-9547-FC58D4D8F16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flipV="1">
            <a:off x="140490" y="-43952"/>
            <a:ext cx="3588959" cy="2148599"/>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038600" y="2097153"/>
            <a:ext cx="4692254" cy="441607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038600" y="1382714"/>
            <a:ext cx="4692254"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93304" y="2943724"/>
            <a:ext cx="3336145"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22316588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ub-heading + Content on Sand Bg">
    <p:spTree>
      <p:nvGrpSpPr>
        <p:cNvPr id="1" name=""/>
        <p:cNvGrpSpPr/>
        <p:nvPr/>
      </p:nvGrpSpPr>
      <p:grpSpPr>
        <a:xfrm>
          <a:off x="0" y="0"/>
          <a:ext cx="0" cy="0"/>
          <a:chOff x="0" y="0"/>
          <a:chExt cx="0" cy="0"/>
        </a:xfrm>
      </p:grpSpPr>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89001" y="2098627"/>
            <a:ext cx="8341853" cy="4369629"/>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389001" y="1379765"/>
            <a:ext cx="8341853"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94054"/>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6932557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Sand 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238EDFC1-EE9A-8048-86A1-2E5C9233E777}"/>
              </a:ext>
            </a:extLst>
          </p:cNvPr>
          <p:cNvPicPr>
            <a:picLocks noChangeAspect="1"/>
          </p:cNvPicPr>
          <p:nvPr userDrawn="1"/>
        </p:nvPicPr>
        <p:blipFill rotWithShape="1">
          <a:blip r:embed="rId2" cstate="screen">
            <a:duotone>
              <a:schemeClr val="accent2">
                <a:shade val="45000"/>
                <a:satMod val="135000"/>
              </a:schemeClr>
              <a:prstClr val="white"/>
            </a:duotone>
            <a:alphaModFix amt="6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035" y="1342422"/>
            <a:ext cx="9142966" cy="5256000"/>
          </a:xfrm>
          <a:prstGeom prst="rect">
            <a:avLst/>
          </a:prstGeom>
        </p:spPr>
      </p:pic>
      <p:grpSp>
        <p:nvGrpSpPr>
          <p:cNvPr id="13" name="Bottom Corner Cover Ups">
            <a:extLst>
              <a:ext uri="{FF2B5EF4-FFF2-40B4-BE49-F238E27FC236}">
                <a16:creationId xmlns:a16="http://schemas.microsoft.com/office/drawing/2014/main" id="{93D46E69-FB5E-344A-A7B7-752C7C6ECCDD}"/>
              </a:ext>
            </a:extLst>
          </p:cNvPr>
          <p:cNvGrpSpPr/>
          <p:nvPr userDrawn="1"/>
        </p:nvGrpSpPr>
        <p:grpSpPr>
          <a:xfrm>
            <a:off x="1" y="5911729"/>
            <a:ext cx="9144020" cy="949000"/>
            <a:chOff x="0" y="5911729"/>
            <a:chExt cx="12192027" cy="949000"/>
          </a:xfrm>
        </p:grpSpPr>
        <p:pic>
          <p:nvPicPr>
            <p:cNvPr id="14" name="SU.Footer.Shape.White.Cover.R">
              <a:extLst>
                <a:ext uri="{FF2B5EF4-FFF2-40B4-BE49-F238E27FC236}">
                  <a16:creationId xmlns:a16="http://schemas.microsoft.com/office/drawing/2014/main" id="{C3DAB37C-2D70-5C41-B708-179C820942FA}"/>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5" name="SU.Footer.Shape.White.Cover.L">
              <a:extLst>
                <a:ext uri="{FF2B5EF4-FFF2-40B4-BE49-F238E27FC236}">
                  <a16:creationId xmlns:a16="http://schemas.microsoft.com/office/drawing/2014/main" id="{73C9FD76-564E-0348-A31C-D0132A5B66BC}"/>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89001" y="2098626"/>
            <a:ext cx="8341853" cy="4414600"/>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389001" y="1379765"/>
            <a:ext cx="8341853"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6559"/>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27956858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Panel Sand 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D1F2E50E-95E6-FC4E-962F-EC9D3C8E6FB6}"/>
              </a:ext>
            </a:extLst>
          </p:cNvPr>
          <p:cNvPicPr>
            <a:picLocks noChangeAspect="1"/>
          </p:cNvPicPr>
          <p:nvPr userDrawn="1"/>
        </p:nvPicPr>
        <p:blipFill rotWithShape="1">
          <a:blip r:embed="rId2" cstate="screen">
            <a:duotone>
              <a:schemeClr val="accent2">
                <a:shade val="45000"/>
                <a:satMod val="135000"/>
              </a:schemeClr>
              <a:prstClr val="white"/>
            </a:duotone>
            <a:alphaModFix amt="6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7065"/>
          <a:stretch/>
        </p:blipFill>
        <p:spPr>
          <a:xfrm>
            <a:off x="1035" y="1342422"/>
            <a:ext cx="3031488" cy="5256000"/>
          </a:xfrm>
          <a:prstGeom prst="rect">
            <a:avLst/>
          </a:prstGeom>
        </p:spPr>
      </p:pic>
      <p:grpSp>
        <p:nvGrpSpPr>
          <p:cNvPr id="13" name="Bottom Corner Cover Ups">
            <a:extLst>
              <a:ext uri="{FF2B5EF4-FFF2-40B4-BE49-F238E27FC236}">
                <a16:creationId xmlns:a16="http://schemas.microsoft.com/office/drawing/2014/main" id="{B3C7A21B-1B7F-7C48-A146-B42CAF24A16C}"/>
              </a:ext>
            </a:extLst>
          </p:cNvPr>
          <p:cNvGrpSpPr/>
          <p:nvPr userDrawn="1"/>
        </p:nvGrpSpPr>
        <p:grpSpPr>
          <a:xfrm>
            <a:off x="1" y="5911729"/>
            <a:ext cx="9144020" cy="949000"/>
            <a:chOff x="0" y="5911729"/>
            <a:chExt cx="12192027" cy="949000"/>
          </a:xfrm>
        </p:grpSpPr>
        <p:pic>
          <p:nvPicPr>
            <p:cNvPr id="14" name="SU.Footer.Shape.White.Cover.R">
              <a:extLst>
                <a:ext uri="{FF2B5EF4-FFF2-40B4-BE49-F238E27FC236}">
                  <a16:creationId xmlns:a16="http://schemas.microsoft.com/office/drawing/2014/main" id="{4E7E269D-C46B-D74D-ADD3-C0B4C411F72A}"/>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5" name="SU.Footer.Shape.White.Cover.L">
              <a:extLst>
                <a:ext uri="{FF2B5EF4-FFF2-40B4-BE49-F238E27FC236}">
                  <a16:creationId xmlns:a16="http://schemas.microsoft.com/office/drawing/2014/main" id="{643164C7-3D42-2F47-9B4F-124EA0300755}"/>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223880" y="1446552"/>
            <a:ext cx="5506974" cy="5066675"/>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389002" y="1446551"/>
            <a:ext cx="2643521" cy="5066674"/>
          </a:xfrm>
        </p:spPr>
        <p:txBody>
          <a:bodyPr anchor="t">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6559"/>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895242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ual Layout Slide on Sand Bg">
    <p:spTree>
      <p:nvGrpSpPr>
        <p:cNvPr id="1" name=""/>
        <p:cNvGrpSpPr/>
        <p:nvPr/>
      </p:nvGrpSpPr>
      <p:grpSpPr>
        <a:xfrm>
          <a:off x="0" y="0"/>
          <a:ext cx="0" cy="0"/>
          <a:chOff x="0" y="0"/>
          <a:chExt cx="0" cy="0"/>
        </a:xfrm>
      </p:grpSpPr>
      <p:sp>
        <p:nvSpPr>
          <p:cNvPr id="8" name="White Rectangle">
            <a:extLst>
              <a:ext uri="{FF2B5EF4-FFF2-40B4-BE49-F238E27FC236}">
                <a16:creationId xmlns:a16="http://schemas.microsoft.com/office/drawing/2014/main" id="{16180752-C10C-8440-9EE3-94FE745DE7CB}"/>
              </a:ext>
            </a:extLst>
          </p:cNvPr>
          <p:cNvSpPr/>
          <p:nvPr userDrawn="1"/>
        </p:nvSpPr>
        <p:spPr>
          <a:xfrm>
            <a:off x="0" y="1"/>
            <a:ext cx="9144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4" name="Content Placeholder  2">
            <a:extLst>
              <a:ext uri="{FF2B5EF4-FFF2-40B4-BE49-F238E27FC236}">
                <a16:creationId xmlns:a16="http://schemas.microsoft.com/office/drawing/2014/main" id="{3DFF6234-ED27-674E-B499-43815E04B1F3}"/>
              </a:ext>
            </a:extLst>
          </p:cNvPr>
          <p:cNvSpPr>
            <a:spLocks noGrp="1"/>
          </p:cNvSpPr>
          <p:nvPr>
            <p:ph idx="12" hasCustomPrompt="1"/>
          </p:nvPr>
        </p:nvSpPr>
        <p:spPr>
          <a:xfrm>
            <a:off x="4729164" y="2093513"/>
            <a:ext cx="4001690" cy="4427209"/>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1">
                <a:solidFill>
                  <a:srgbClr val="4D5356"/>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2">
            <a:extLst>
              <a:ext uri="{FF2B5EF4-FFF2-40B4-BE49-F238E27FC236}">
                <a16:creationId xmlns:a16="http://schemas.microsoft.com/office/drawing/2014/main" id="{566B889E-5E19-884B-A6F6-A481CC7DE2E3}"/>
              </a:ext>
            </a:extLst>
          </p:cNvPr>
          <p:cNvSpPr>
            <a:spLocks noGrp="1"/>
          </p:cNvSpPr>
          <p:nvPr>
            <p:ph type="body" sz="quarter" idx="13" hasCustomPrompt="1"/>
          </p:nvPr>
        </p:nvSpPr>
        <p:spPr>
          <a:xfrm>
            <a:off x="4729164" y="1382146"/>
            <a:ext cx="400169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1"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2" name="Title 2">
            <a:extLst>
              <a:ext uri="{FF2B5EF4-FFF2-40B4-BE49-F238E27FC236}">
                <a16:creationId xmlns:a16="http://schemas.microsoft.com/office/drawing/2014/main" id="{F6537FBF-A738-EB4D-9E99-BDECCAA2CE51}"/>
              </a:ext>
            </a:extLst>
          </p:cNvPr>
          <p:cNvSpPr>
            <a:spLocks noGrp="1"/>
          </p:cNvSpPr>
          <p:nvPr>
            <p:ph type="body" sz="quarter" idx="14" hasCustomPrompt="1"/>
          </p:nvPr>
        </p:nvSpPr>
        <p:spPr>
          <a:xfrm>
            <a:off x="4729163" y="234093"/>
            <a:ext cx="4001690" cy="1019176"/>
          </a:xfrm>
        </p:spPr>
        <p:txBody>
          <a:bodyPr/>
          <a:lstStyle>
            <a:lvl1pPr marL="0" indent="0">
              <a:buFontTx/>
              <a:buNone/>
              <a:defRPr lang="en-GB" sz="2400" b="1" i="1" kern="1200" dirty="0" smtClean="0">
                <a:solidFill>
                  <a:schemeClr val="accent1"/>
                </a:solidFill>
                <a:latin typeface="Trebuchet MS" panose="020B0703020202090204" pitchFamily="34" charset="0"/>
                <a:ea typeface="+mj-ea"/>
                <a:cs typeface="+mj-cs"/>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GB" dirty="0"/>
              <a:t>CLICK TO EDIT TITLE</a:t>
            </a:r>
          </a:p>
        </p:txBody>
      </p:sp>
      <p:sp>
        <p:nvSpPr>
          <p:cNvPr id="19" name="Content Placeholder 1">
            <a:extLst>
              <a:ext uri="{FF2B5EF4-FFF2-40B4-BE49-F238E27FC236}">
                <a16:creationId xmlns:a16="http://schemas.microsoft.com/office/drawing/2014/main" id="{1F49F80C-ACC3-A44A-8CC6-3C5EDE180965}"/>
              </a:ext>
            </a:extLst>
          </p:cNvPr>
          <p:cNvSpPr>
            <a:spLocks noGrp="1"/>
          </p:cNvSpPr>
          <p:nvPr>
            <p:ph idx="1" hasCustomPrompt="1"/>
          </p:nvPr>
        </p:nvSpPr>
        <p:spPr>
          <a:xfrm>
            <a:off x="389001" y="2098627"/>
            <a:ext cx="4025837" cy="4422095"/>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rgbClr val="4D5356"/>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20" name="Sub-heading 1">
            <a:extLst>
              <a:ext uri="{FF2B5EF4-FFF2-40B4-BE49-F238E27FC236}">
                <a16:creationId xmlns:a16="http://schemas.microsoft.com/office/drawing/2014/main" id="{B3F930F9-C039-AF47-823C-5530804EC881}"/>
              </a:ext>
            </a:extLst>
          </p:cNvPr>
          <p:cNvSpPr>
            <a:spLocks noGrp="1"/>
          </p:cNvSpPr>
          <p:nvPr>
            <p:ph type="body" sz="quarter" idx="10" hasCustomPrompt="1"/>
          </p:nvPr>
        </p:nvSpPr>
        <p:spPr>
          <a:xfrm>
            <a:off x="389001" y="1379765"/>
            <a:ext cx="4025837"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1" name="Title 1">
            <a:extLst>
              <a:ext uri="{FF2B5EF4-FFF2-40B4-BE49-F238E27FC236}">
                <a16:creationId xmlns:a16="http://schemas.microsoft.com/office/drawing/2014/main" id="{9EDA3B2F-BE8B-BF42-ABB3-E31B7ECCE836}"/>
              </a:ext>
            </a:extLst>
          </p:cNvPr>
          <p:cNvSpPr>
            <a:spLocks noGrp="1"/>
          </p:cNvSpPr>
          <p:nvPr>
            <p:ph type="title" hasCustomPrompt="1"/>
          </p:nvPr>
        </p:nvSpPr>
        <p:spPr>
          <a:xfrm>
            <a:off x="389002" y="286559"/>
            <a:ext cx="4025837"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7430239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xColumns Layout Slide on Sand Bg">
    <p:spTree>
      <p:nvGrpSpPr>
        <p:cNvPr id="1" name=""/>
        <p:cNvGrpSpPr/>
        <p:nvPr/>
      </p:nvGrpSpPr>
      <p:grpSpPr>
        <a:xfrm>
          <a:off x="0" y="0"/>
          <a:ext cx="0" cy="0"/>
          <a:chOff x="0" y="0"/>
          <a:chExt cx="0" cy="0"/>
        </a:xfrm>
      </p:grpSpPr>
      <p:sp>
        <p:nvSpPr>
          <p:cNvPr id="11" name="White Rectangle">
            <a:extLst>
              <a:ext uri="{FF2B5EF4-FFF2-40B4-BE49-F238E27FC236}">
                <a16:creationId xmlns:a16="http://schemas.microsoft.com/office/drawing/2014/main" id="{257E3393-912E-0B49-AEEE-D6B9ACB96FDA}"/>
              </a:ext>
            </a:extLst>
          </p:cNvPr>
          <p:cNvSpPr/>
          <p:nvPr userDrawn="1"/>
        </p:nvSpPr>
        <p:spPr>
          <a:xfrm>
            <a:off x="0" y="1"/>
            <a:ext cx="9144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3" name="Content Placeholder 3">
            <a:extLst>
              <a:ext uri="{FF2B5EF4-FFF2-40B4-BE49-F238E27FC236}">
                <a16:creationId xmlns:a16="http://schemas.microsoft.com/office/drawing/2014/main" id="{7D3B1D8D-243B-DA40-B75D-A969A88B2F8F}"/>
              </a:ext>
            </a:extLst>
          </p:cNvPr>
          <p:cNvSpPr>
            <a:spLocks noGrp="1"/>
          </p:cNvSpPr>
          <p:nvPr>
            <p:ph idx="12" hasCustomPrompt="1"/>
          </p:nvPr>
        </p:nvSpPr>
        <p:spPr>
          <a:xfrm>
            <a:off x="6030854" y="2093513"/>
            <a:ext cx="2700000" cy="440472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3">
            <a:extLst>
              <a:ext uri="{FF2B5EF4-FFF2-40B4-BE49-F238E27FC236}">
                <a16:creationId xmlns:a16="http://schemas.microsoft.com/office/drawing/2014/main" id="{651902F8-552C-7C40-AA8D-2CE4C4E180B0}"/>
              </a:ext>
            </a:extLst>
          </p:cNvPr>
          <p:cNvSpPr>
            <a:spLocks noGrp="1"/>
          </p:cNvSpPr>
          <p:nvPr>
            <p:ph type="body" sz="quarter" idx="13" hasCustomPrompt="1"/>
          </p:nvPr>
        </p:nvSpPr>
        <p:spPr>
          <a:xfrm>
            <a:off x="6030854" y="1382146"/>
            <a:ext cx="27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3">
            <a:extLst>
              <a:ext uri="{FF2B5EF4-FFF2-40B4-BE49-F238E27FC236}">
                <a16:creationId xmlns:a16="http://schemas.microsoft.com/office/drawing/2014/main" id="{D70127F6-1B72-C84F-9735-3D0725E985F3}"/>
              </a:ext>
            </a:extLst>
          </p:cNvPr>
          <p:cNvSpPr>
            <a:spLocks noGrp="1"/>
          </p:cNvSpPr>
          <p:nvPr>
            <p:ph type="body" sz="quarter" idx="14" hasCustomPrompt="1"/>
          </p:nvPr>
        </p:nvSpPr>
        <p:spPr>
          <a:xfrm>
            <a:off x="6030850" y="229952"/>
            <a:ext cx="27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26" name="Content Placeholder  2">
            <a:extLst>
              <a:ext uri="{FF2B5EF4-FFF2-40B4-BE49-F238E27FC236}">
                <a16:creationId xmlns:a16="http://schemas.microsoft.com/office/drawing/2014/main" id="{26B27DB4-949B-464F-A1EF-C46A3C3631C1}"/>
              </a:ext>
            </a:extLst>
          </p:cNvPr>
          <p:cNvSpPr>
            <a:spLocks noGrp="1"/>
          </p:cNvSpPr>
          <p:nvPr>
            <p:ph idx="15" hasCustomPrompt="1"/>
          </p:nvPr>
        </p:nvSpPr>
        <p:spPr>
          <a:xfrm>
            <a:off x="3209926" y="2093513"/>
            <a:ext cx="2699999" cy="440472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27" name="Sub-heading 2">
            <a:extLst>
              <a:ext uri="{FF2B5EF4-FFF2-40B4-BE49-F238E27FC236}">
                <a16:creationId xmlns:a16="http://schemas.microsoft.com/office/drawing/2014/main" id="{26C885C7-ECC4-4F47-8909-3F2435E1935F}"/>
              </a:ext>
            </a:extLst>
          </p:cNvPr>
          <p:cNvSpPr>
            <a:spLocks noGrp="1"/>
          </p:cNvSpPr>
          <p:nvPr>
            <p:ph type="body" sz="quarter" idx="16" hasCustomPrompt="1"/>
          </p:nvPr>
        </p:nvSpPr>
        <p:spPr>
          <a:xfrm>
            <a:off x="3209926" y="1382146"/>
            <a:ext cx="2699999"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8" name="Title 2">
            <a:extLst>
              <a:ext uri="{FF2B5EF4-FFF2-40B4-BE49-F238E27FC236}">
                <a16:creationId xmlns:a16="http://schemas.microsoft.com/office/drawing/2014/main" id="{58332A8F-EAE9-F94C-83E3-1D8BA1D91921}"/>
              </a:ext>
            </a:extLst>
          </p:cNvPr>
          <p:cNvSpPr>
            <a:spLocks noGrp="1"/>
          </p:cNvSpPr>
          <p:nvPr>
            <p:ph type="body" sz="quarter" idx="17" hasCustomPrompt="1"/>
          </p:nvPr>
        </p:nvSpPr>
        <p:spPr>
          <a:xfrm>
            <a:off x="3209925" y="229952"/>
            <a:ext cx="27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29" name="Content Placeholder 1">
            <a:extLst>
              <a:ext uri="{FF2B5EF4-FFF2-40B4-BE49-F238E27FC236}">
                <a16:creationId xmlns:a16="http://schemas.microsoft.com/office/drawing/2014/main" id="{F2D4C76D-E14A-6D42-98D9-5AB41C4534F2}"/>
              </a:ext>
            </a:extLst>
          </p:cNvPr>
          <p:cNvSpPr>
            <a:spLocks noGrp="1"/>
          </p:cNvSpPr>
          <p:nvPr>
            <p:ph idx="1" hasCustomPrompt="1"/>
          </p:nvPr>
        </p:nvSpPr>
        <p:spPr>
          <a:xfrm>
            <a:off x="389000" y="2093513"/>
            <a:ext cx="2700000" cy="440472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30" name="Sub-heading 1">
            <a:extLst>
              <a:ext uri="{FF2B5EF4-FFF2-40B4-BE49-F238E27FC236}">
                <a16:creationId xmlns:a16="http://schemas.microsoft.com/office/drawing/2014/main" id="{E5ACC0B6-8927-2744-B7D5-8F74BBD9FF40}"/>
              </a:ext>
            </a:extLst>
          </p:cNvPr>
          <p:cNvSpPr>
            <a:spLocks noGrp="1"/>
          </p:cNvSpPr>
          <p:nvPr>
            <p:ph type="body" sz="quarter" idx="10" hasCustomPrompt="1"/>
          </p:nvPr>
        </p:nvSpPr>
        <p:spPr>
          <a:xfrm>
            <a:off x="389000" y="1382146"/>
            <a:ext cx="27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1" name="Title 1">
            <a:extLst>
              <a:ext uri="{FF2B5EF4-FFF2-40B4-BE49-F238E27FC236}">
                <a16:creationId xmlns:a16="http://schemas.microsoft.com/office/drawing/2014/main" id="{92EB4B94-2979-2E4C-BC92-09558809B4B0}"/>
              </a:ext>
            </a:extLst>
          </p:cNvPr>
          <p:cNvSpPr>
            <a:spLocks noGrp="1"/>
          </p:cNvSpPr>
          <p:nvPr>
            <p:ph type="body" sz="quarter" idx="18" hasCustomPrompt="1"/>
          </p:nvPr>
        </p:nvSpPr>
        <p:spPr>
          <a:xfrm>
            <a:off x="389000" y="229952"/>
            <a:ext cx="27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76233030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tion Divider Slide on Sand Bg">
    <p:spTree>
      <p:nvGrpSpPr>
        <p:cNvPr id="1" name=""/>
        <p:cNvGrpSpPr/>
        <p:nvPr/>
      </p:nvGrpSpPr>
      <p:grpSpPr>
        <a:xfrm>
          <a:off x="0" y="0"/>
          <a:ext cx="0" cy="0"/>
          <a:chOff x="0" y="0"/>
          <a:chExt cx="0" cy="0"/>
        </a:xfrm>
      </p:grpSpPr>
      <p:pic>
        <p:nvPicPr>
          <p:cNvPr id="17" name="Pattern Sand Bottom">
            <a:extLst>
              <a:ext uri="{FF2B5EF4-FFF2-40B4-BE49-F238E27FC236}">
                <a16:creationId xmlns:a16="http://schemas.microsoft.com/office/drawing/2014/main" id="{5F8180FE-41B2-8F47-AF2E-24E5C9A6174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48026" y="4478954"/>
            <a:ext cx="3588959" cy="2148599"/>
          </a:xfrm>
          <a:prstGeom prst="rect">
            <a:avLst/>
          </a:prstGeom>
        </p:spPr>
      </p:pic>
      <p:pic>
        <p:nvPicPr>
          <p:cNvPr id="8" name="Pattern Top">
            <a:extLst>
              <a:ext uri="{FF2B5EF4-FFF2-40B4-BE49-F238E27FC236}">
                <a16:creationId xmlns:a16="http://schemas.microsoft.com/office/drawing/2014/main" id="{2C99B27B-2E8D-C04F-BC82-C62BE7870952}"/>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flipV="1">
            <a:off x="140490" y="-43952"/>
            <a:ext cx="3588959" cy="2148599"/>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038600" y="2097153"/>
            <a:ext cx="4692254" cy="441607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038599" y="1384865"/>
            <a:ext cx="4692254" cy="631312"/>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93304" y="2943724"/>
            <a:ext cx="3336145"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326050089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ub-heading + Content on Maroon Bg">
    <p:spTree>
      <p:nvGrpSpPr>
        <p:cNvPr id="1" name=""/>
        <p:cNvGrpSpPr/>
        <p:nvPr/>
      </p:nvGrpSpPr>
      <p:grpSpPr>
        <a:xfrm>
          <a:off x="0" y="0"/>
          <a:ext cx="0" cy="0"/>
          <a:chOff x="0" y="0"/>
          <a:chExt cx="0" cy="0"/>
        </a:xfrm>
      </p:grpSpPr>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389001" y="2098627"/>
            <a:ext cx="8341853" cy="4407105"/>
          </a:xfrm>
        </p:spPr>
        <p:txBody>
          <a:bodyPr>
            <a:normAutofit lnSpcReduction="10000"/>
          </a:bodyPr>
          <a:lstStyle>
            <a:lvl1pPr>
              <a:defRPr>
                <a:solidFill>
                  <a:schemeClr val="bg2"/>
                </a:solidFill>
              </a:defRPr>
            </a:lvl1pPr>
          </a:lstStyle>
          <a:p>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389001" y="1379765"/>
            <a:ext cx="8341853" cy="644993"/>
          </a:xfrm>
          <a:noFill/>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6559"/>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28571710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Maroon Bg">
    <p:spTree>
      <p:nvGrpSpPr>
        <p:cNvPr id="1" name=""/>
        <p:cNvGrpSpPr/>
        <p:nvPr/>
      </p:nvGrpSpPr>
      <p:grpSpPr>
        <a:xfrm>
          <a:off x="0" y="0"/>
          <a:ext cx="0" cy="0"/>
          <a:chOff x="0" y="0"/>
          <a:chExt cx="0" cy="0"/>
        </a:xfrm>
      </p:grpSpPr>
      <p:pic>
        <p:nvPicPr>
          <p:cNvPr id="25" name="Pattern">
            <a:extLst>
              <a:ext uri="{FF2B5EF4-FFF2-40B4-BE49-F238E27FC236}">
                <a16:creationId xmlns:a16="http://schemas.microsoft.com/office/drawing/2014/main" id="{4226EFA1-497F-5A4F-8521-91A0CFCC6FAD}"/>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035" y="1342422"/>
            <a:ext cx="9142966" cy="5256000"/>
          </a:xfrm>
          <a:prstGeom prst="rect">
            <a:avLst/>
          </a:prstGeom>
        </p:spPr>
      </p:pic>
      <p:grpSp>
        <p:nvGrpSpPr>
          <p:cNvPr id="26" name="Bottom Corner Cover Ups">
            <a:extLst>
              <a:ext uri="{FF2B5EF4-FFF2-40B4-BE49-F238E27FC236}">
                <a16:creationId xmlns:a16="http://schemas.microsoft.com/office/drawing/2014/main" id="{12DF9248-7DA5-8141-89FC-ECD244595B6B}"/>
              </a:ext>
            </a:extLst>
          </p:cNvPr>
          <p:cNvGrpSpPr/>
          <p:nvPr userDrawn="1"/>
        </p:nvGrpSpPr>
        <p:grpSpPr>
          <a:xfrm>
            <a:off x="1" y="5911729"/>
            <a:ext cx="9144020" cy="949000"/>
            <a:chOff x="0" y="5911729"/>
            <a:chExt cx="12192027" cy="949000"/>
          </a:xfrm>
        </p:grpSpPr>
        <p:pic>
          <p:nvPicPr>
            <p:cNvPr id="27" name="SU.Footer.Shape.White.Cover.R">
              <a:extLst>
                <a:ext uri="{FF2B5EF4-FFF2-40B4-BE49-F238E27FC236}">
                  <a16:creationId xmlns:a16="http://schemas.microsoft.com/office/drawing/2014/main" id="{44528E5A-08AB-2F40-85F7-9CF023074800}"/>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28" name="SU.Footer.Shape.White.Cover.L">
              <a:extLst>
                <a:ext uri="{FF2B5EF4-FFF2-40B4-BE49-F238E27FC236}">
                  <a16:creationId xmlns:a16="http://schemas.microsoft.com/office/drawing/2014/main" id="{D874E491-8EBD-0144-BAB4-4A1A86F2BCF0}"/>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89001" y="2098627"/>
            <a:ext cx="8341853" cy="4414600"/>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389001" y="1379765"/>
            <a:ext cx="8341853" cy="644993"/>
          </a:xfrm>
        </p:spPr>
        <p:txBody>
          <a:bodyPr anchor="ctr">
            <a:normAutofit/>
          </a:bodyPr>
          <a:lstStyle>
            <a:lvl1pPr marL="0" indent="0" algn="l" defTabSz="685800" rtl="0" eaLnBrk="1" latinLnBrk="0" hangingPunct="1">
              <a:lnSpc>
                <a:spcPct val="100000"/>
              </a:lnSpc>
              <a:spcBef>
                <a:spcPts val="750"/>
              </a:spcBef>
              <a:buClr>
                <a:schemeClr val="accent2"/>
              </a:buClr>
              <a:buFontTx/>
              <a:buNone/>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6559"/>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88512430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Panel Maroon Bg">
    <p:spTree>
      <p:nvGrpSpPr>
        <p:cNvPr id="1" name=""/>
        <p:cNvGrpSpPr/>
        <p:nvPr/>
      </p:nvGrpSpPr>
      <p:grpSpPr>
        <a:xfrm>
          <a:off x="0" y="0"/>
          <a:ext cx="0" cy="0"/>
          <a:chOff x="0" y="0"/>
          <a:chExt cx="0" cy="0"/>
        </a:xfrm>
      </p:grpSpPr>
      <p:pic>
        <p:nvPicPr>
          <p:cNvPr id="20" name="Pattern">
            <a:extLst>
              <a:ext uri="{FF2B5EF4-FFF2-40B4-BE49-F238E27FC236}">
                <a16:creationId xmlns:a16="http://schemas.microsoft.com/office/drawing/2014/main" id="{4A2374C0-3B03-8F48-9525-7E36392B299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67065"/>
          <a:stretch/>
        </p:blipFill>
        <p:spPr>
          <a:xfrm>
            <a:off x="1035" y="1342422"/>
            <a:ext cx="3031488" cy="5256000"/>
          </a:xfrm>
          <a:prstGeom prst="rect">
            <a:avLst/>
          </a:prstGeom>
        </p:spPr>
      </p:pic>
      <p:grpSp>
        <p:nvGrpSpPr>
          <p:cNvPr id="21" name="Bottom Corner Cover Ups">
            <a:extLst>
              <a:ext uri="{FF2B5EF4-FFF2-40B4-BE49-F238E27FC236}">
                <a16:creationId xmlns:a16="http://schemas.microsoft.com/office/drawing/2014/main" id="{27B58CE0-B94F-A74F-AF83-E7C43D629945}"/>
              </a:ext>
            </a:extLst>
          </p:cNvPr>
          <p:cNvGrpSpPr/>
          <p:nvPr userDrawn="1"/>
        </p:nvGrpSpPr>
        <p:grpSpPr>
          <a:xfrm>
            <a:off x="1" y="5911729"/>
            <a:ext cx="9144020" cy="949000"/>
            <a:chOff x="0" y="5911729"/>
            <a:chExt cx="12192027" cy="949000"/>
          </a:xfrm>
        </p:grpSpPr>
        <p:pic>
          <p:nvPicPr>
            <p:cNvPr id="22" name="SU.Footer.Shape.White.Cover.R">
              <a:extLst>
                <a:ext uri="{FF2B5EF4-FFF2-40B4-BE49-F238E27FC236}">
                  <a16:creationId xmlns:a16="http://schemas.microsoft.com/office/drawing/2014/main" id="{96365ED4-3E98-AF49-A700-D17226523700}"/>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23" name="SU.Footer.Shape.White.Cover.L">
              <a:extLst>
                <a:ext uri="{FF2B5EF4-FFF2-40B4-BE49-F238E27FC236}">
                  <a16:creationId xmlns:a16="http://schemas.microsoft.com/office/drawing/2014/main" id="{D3178EAC-4321-104D-9E00-9ED1994E171E}"/>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223880" y="1439056"/>
            <a:ext cx="5506974" cy="5074170"/>
          </a:xfrm>
        </p:spPr>
        <p:txBody>
          <a:bodyPr>
            <a:normAutofit lnSpcReduction="10000"/>
          </a:bodyPr>
          <a:lstStyle>
            <a:lvl1pPr>
              <a:defRPr>
                <a:solidFill>
                  <a:schemeClr val="bg2"/>
                </a:solidFill>
              </a:defRPr>
            </a:lvl1p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389002" y="1438310"/>
            <a:ext cx="2643521" cy="5074939"/>
          </a:xfrm>
        </p:spPr>
        <p:txBody>
          <a:bodyPr anchor="t">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6559"/>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07608387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ual Layout Slide on Maroon Bg">
    <p:spTree>
      <p:nvGrpSpPr>
        <p:cNvPr id="1" name=""/>
        <p:cNvGrpSpPr/>
        <p:nvPr/>
      </p:nvGrpSpPr>
      <p:grpSpPr>
        <a:xfrm>
          <a:off x="0" y="0"/>
          <a:ext cx="0" cy="0"/>
          <a:chOff x="0" y="0"/>
          <a:chExt cx="0" cy="0"/>
        </a:xfrm>
      </p:grpSpPr>
      <p:sp>
        <p:nvSpPr>
          <p:cNvPr id="3" name="White Rectangle">
            <a:extLst>
              <a:ext uri="{FF2B5EF4-FFF2-40B4-BE49-F238E27FC236}">
                <a16:creationId xmlns:a16="http://schemas.microsoft.com/office/drawing/2014/main" id="{D2611FE4-4CE8-7644-A6FD-ABFB5B5B8D60}"/>
              </a:ext>
            </a:extLst>
          </p:cNvPr>
          <p:cNvSpPr/>
          <p:nvPr userDrawn="1"/>
        </p:nvSpPr>
        <p:spPr>
          <a:xfrm>
            <a:off x="0" y="1"/>
            <a:ext cx="9144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4" name="Content Placeholder  2">
            <a:extLst>
              <a:ext uri="{FF2B5EF4-FFF2-40B4-BE49-F238E27FC236}">
                <a16:creationId xmlns:a16="http://schemas.microsoft.com/office/drawing/2014/main" id="{5BA92924-BA89-854C-8409-64B301FD09C2}"/>
              </a:ext>
            </a:extLst>
          </p:cNvPr>
          <p:cNvSpPr>
            <a:spLocks noGrp="1"/>
          </p:cNvSpPr>
          <p:nvPr>
            <p:ph idx="12" hasCustomPrompt="1"/>
          </p:nvPr>
        </p:nvSpPr>
        <p:spPr>
          <a:xfrm>
            <a:off x="4729164" y="2093513"/>
            <a:ext cx="4001690" cy="4397229"/>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1">
                <a:solidFill>
                  <a:schemeClr val="bg2"/>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7" name="Sub-heading 2">
            <a:extLst>
              <a:ext uri="{FF2B5EF4-FFF2-40B4-BE49-F238E27FC236}">
                <a16:creationId xmlns:a16="http://schemas.microsoft.com/office/drawing/2014/main" id="{90BCFF40-F87E-ED46-9480-AC27B8F7C8FD}"/>
              </a:ext>
            </a:extLst>
          </p:cNvPr>
          <p:cNvSpPr>
            <a:spLocks noGrp="1"/>
          </p:cNvSpPr>
          <p:nvPr>
            <p:ph type="body" sz="quarter" idx="13" hasCustomPrompt="1"/>
          </p:nvPr>
        </p:nvSpPr>
        <p:spPr>
          <a:xfrm>
            <a:off x="4729164" y="1382146"/>
            <a:ext cx="400169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1"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2" name="Title 2">
            <a:extLst>
              <a:ext uri="{FF2B5EF4-FFF2-40B4-BE49-F238E27FC236}">
                <a16:creationId xmlns:a16="http://schemas.microsoft.com/office/drawing/2014/main" id="{24773FA7-6E41-CA4A-B944-CFB56DE6214C}"/>
              </a:ext>
            </a:extLst>
          </p:cNvPr>
          <p:cNvSpPr>
            <a:spLocks noGrp="1"/>
          </p:cNvSpPr>
          <p:nvPr>
            <p:ph type="body" sz="quarter" idx="14" hasCustomPrompt="1"/>
          </p:nvPr>
        </p:nvSpPr>
        <p:spPr>
          <a:xfrm>
            <a:off x="4729163" y="234093"/>
            <a:ext cx="4001690" cy="1071642"/>
          </a:xfrm>
        </p:spPr>
        <p:txBody>
          <a:bodyPr/>
          <a:lstStyle>
            <a:lvl1pPr marL="0" indent="0">
              <a:buFontTx/>
              <a:buNone/>
              <a:defRPr lang="en-GB" sz="2400" b="1" i="1" kern="1200" dirty="0" smtClean="0">
                <a:solidFill>
                  <a:schemeClr val="accent1"/>
                </a:solidFill>
                <a:latin typeface="Trebuchet MS" panose="020B0703020202090204" pitchFamily="34" charset="0"/>
                <a:ea typeface="+mj-ea"/>
                <a:cs typeface="+mj-cs"/>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GB" dirty="0"/>
              <a:t>CLICK TO EDIT TITLE</a:t>
            </a:r>
          </a:p>
        </p:txBody>
      </p:sp>
      <p:sp>
        <p:nvSpPr>
          <p:cNvPr id="19" name="Content Placeholder 1">
            <a:extLst>
              <a:ext uri="{FF2B5EF4-FFF2-40B4-BE49-F238E27FC236}">
                <a16:creationId xmlns:a16="http://schemas.microsoft.com/office/drawing/2014/main" id="{EDE1645F-7F5E-DF4A-92A3-FB3C5E5CD282}"/>
              </a:ext>
            </a:extLst>
          </p:cNvPr>
          <p:cNvSpPr>
            <a:spLocks noGrp="1"/>
          </p:cNvSpPr>
          <p:nvPr>
            <p:ph idx="1" hasCustomPrompt="1"/>
          </p:nvPr>
        </p:nvSpPr>
        <p:spPr>
          <a:xfrm>
            <a:off x="389001" y="2098627"/>
            <a:ext cx="4025837" cy="4397229"/>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2"/>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20" name="Sub-heading 1">
            <a:extLst>
              <a:ext uri="{FF2B5EF4-FFF2-40B4-BE49-F238E27FC236}">
                <a16:creationId xmlns:a16="http://schemas.microsoft.com/office/drawing/2014/main" id="{D7D43BA8-224C-6246-ABDE-468543E9DE18}"/>
              </a:ext>
            </a:extLst>
          </p:cNvPr>
          <p:cNvSpPr>
            <a:spLocks noGrp="1"/>
          </p:cNvSpPr>
          <p:nvPr>
            <p:ph type="body" sz="quarter" idx="10" hasCustomPrompt="1"/>
          </p:nvPr>
        </p:nvSpPr>
        <p:spPr>
          <a:xfrm>
            <a:off x="389001" y="1379765"/>
            <a:ext cx="4025837"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1" name="Title 1">
            <a:extLst>
              <a:ext uri="{FF2B5EF4-FFF2-40B4-BE49-F238E27FC236}">
                <a16:creationId xmlns:a16="http://schemas.microsoft.com/office/drawing/2014/main" id="{8A004F2E-DDA4-A340-97A9-41B223F5D4A9}"/>
              </a:ext>
            </a:extLst>
          </p:cNvPr>
          <p:cNvSpPr>
            <a:spLocks noGrp="1"/>
          </p:cNvSpPr>
          <p:nvPr>
            <p:ph type="title" hasCustomPrompt="1"/>
          </p:nvPr>
        </p:nvSpPr>
        <p:spPr>
          <a:xfrm>
            <a:off x="389002" y="286559"/>
            <a:ext cx="4025837"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34714318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xColumns Layout Slide on Maroon Bg">
    <p:spTree>
      <p:nvGrpSpPr>
        <p:cNvPr id="1" name=""/>
        <p:cNvGrpSpPr/>
        <p:nvPr/>
      </p:nvGrpSpPr>
      <p:grpSpPr>
        <a:xfrm>
          <a:off x="0" y="0"/>
          <a:ext cx="0" cy="0"/>
          <a:chOff x="0" y="0"/>
          <a:chExt cx="0" cy="0"/>
        </a:xfrm>
      </p:grpSpPr>
      <p:sp>
        <p:nvSpPr>
          <p:cNvPr id="12" name="White Rectangle">
            <a:extLst>
              <a:ext uri="{FF2B5EF4-FFF2-40B4-BE49-F238E27FC236}">
                <a16:creationId xmlns:a16="http://schemas.microsoft.com/office/drawing/2014/main" id="{1A1C789A-0612-3644-A79B-9492F3528D52}"/>
              </a:ext>
            </a:extLst>
          </p:cNvPr>
          <p:cNvSpPr/>
          <p:nvPr userDrawn="1"/>
        </p:nvSpPr>
        <p:spPr>
          <a:xfrm>
            <a:off x="0" y="1"/>
            <a:ext cx="9144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5" name="Content Placeholder 3">
            <a:extLst>
              <a:ext uri="{FF2B5EF4-FFF2-40B4-BE49-F238E27FC236}">
                <a16:creationId xmlns:a16="http://schemas.microsoft.com/office/drawing/2014/main" id="{B63BC844-4DA9-DB4A-A3AA-E8A8209E0994}"/>
              </a:ext>
            </a:extLst>
          </p:cNvPr>
          <p:cNvSpPr>
            <a:spLocks noGrp="1"/>
          </p:cNvSpPr>
          <p:nvPr>
            <p:ph idx="12" hasCustomPrompt="1"/>
          </p:nvPr>
        </p:nvSpPr>
        <p:spPr>
          <a:xfrm>
            <a:off x="6030854" y="2093513"/>
            <a:ext cx="2700000" cy="441971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25" name="Sub-heading 3">
            <a:extLst>
              <a:ext uri="{FF2B5EF4-FFF2-40B4-BE49-F238E27FC236}">
                <a16:creationId xmlns:a16="http://schemas.microsoft.com/office/drawing/2014/main" id="{D8F5F88C-07A7-2147-A0EA-3CBC0139E676}"/>
              </a:ext>
            </a:extLst>
          </p:cNvPr>
          <p:cNvSpPr>
            <a:spLocks noGrp="1"/>
          </p:cNvSpPr>
          <p:nvPr>
            <p:ph type="body" sz="quarter" idx="13" hasCustomPrompt="1"/>
          </p:nvPr>
        </p:nvSpPr>
        <p:spPr>
          <a:xfrm>
            <a:off x="6030854" y="1382146"/>
            <a:ext cx="27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6" name="Title 3">
            <a:extLst>
              <a:ext uri="{FF2B5EF4-FFF2-40B4-BE49-F238E27FC236}">
                <a16:creationId xmlns:a16="http://schemas.microsoft.com/office/drawing/2014/main" id="{29E07662-F181-D847-979F-68604D400655}"/>
              </a:ext>
            </a:extLst>
          </p:cNvPr>
          <p:cNvSpPr>
            <a:spLocks noGrp="1"/>
          </p:cNvSpPr>
          <p:nvPr>
            <p:ph type="body" sz="quarter" idx="14" hasCustomPrompt="1"/>
          </p:nvPr>
        </p:nvSpPr>
        <p:spPr>
          <a:xfrm>
            <a:off x="6030854" y="230572"/>
            <a:ext cx="27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27" name="Content Placeholder  2">
            <a:extLst>
              <a:ext uri="{FF2B5EF4-FFF2-40B4-BE49-F238E27FC236}">
                <a16:creationId xmlns:a16="http://schemas.microsoft.com/office/drawing/2014/main" id="{81BE3FB5-7628-A44F-8346-A0EAD26BDE0D}"/>
              </a:ext>
            </a:extLst>
          </p:cNvPr>
          <p:cNvSpPr>
            <a:spLocks noGrp="1"/>
          </p:cNvSpPr>
          <p:nvPr>
            <p:ph idx="15" hasCustomPrompt="1"/>
          </p:nvPr>
        </p:nvSpPr>
        <p:spPr>
          <a:xfrm>
            <a:off x="3209926" y="2093513"/>
            <a:ext cx="2699999" cy="441971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28" name="Sub-heading 2">
            <a:extLst>
              <a:ext uri="{FF2B5EF4-FFF2-40B4-BE49-F238E27FC236}">
                <a16:creationId xmlns:a16="http://schemas.microsoft.com/office/drawing/2014/main" id="{733D04FF-BCA2-1642-A192-144D8BEEF295}"/>
              </a:ext>
            </a:extLst>
          </p:cNvPr>
          <p:cNvSpPr>
            <a:spLocks noGrp="1"/>
          </p:cNvSpPr>
          <p:nvPr>
            <p:ph type="body" sz="quarter" idx="16" hasCustomPrompt="1"/>
          </p:nvPr>
        </p:nvSpPr>
        <p:spPr>
          <a:xfrm>
            <a:off x="3209926" y="1382146"/>
            <a:ext cx="2699999"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9" name="Title 2">
            <a:extLst>
              <a:ext uri="{FF2B5EF4-FFF2-40B4-BE49-F238E27FC236}">
                <a16:creationId xmlns:a16="http://schemas.microsoft.com/office/drawing/2014/main" id="{FC4B0CEE-DA4A-3244-81A8-3C23508A14A6}"/>
              </a:ext>
            </a:extLst>
          </p:cNvPr>
          <p:cNvSpPr>
            <a:spLocks noGrp="1"/>
          </p:cNvSpPr>
          <p:nvPr>
            <p:ph type="body" sz="quarter" idx="17" hasCustomPrompt="1"/>
          </p:nvPr>
        </p:nvSpPr>
        <p:spPr>
          <a:xfrm>
            <a:off x="3209925" y="229952"/>
            <a:ext cx="27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30" name="Content Placeholder 1">
            <a:extLst>
              <a:ext uri="{FF2B5EF4-FFF2-40B4-BE49-F238E27FC236}">
                <a16:creationId xmlns:a16="http://schemas.microsoft.com/office/drawing/2014/main" id="{86AEBDB5-8697-1944-A7CB-0C142AFA549A}"/>
              </a:ext>
            </a:extLst>
          </p:cNvPr>
          <p:cNvSpPr>
            <a:spLocks noGrp="1"/>
          </p:cNvSpPr>
          <p:nvPr>
            <p:ph idx="1" hasCustomPrompt="1"/>
          </p:nvPr>
        </p:nvSpPr>
        <p:spPr>
          <a:xfrm>
            <a:off x="389000" y="2093513"/>
            <a:ext cx="2700000" cy="4419714"/>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31" name="Sub-heading 1">
            <a:extLst>
              <a:ext uri="{FF2B5EF4-FFF2-40B4-BE49-F238E27FC236}">
                <a16:creationId xmlns:a16="http://schemas.microsoft.com/office/drawing/2014/main" id="{609BD0E6-9034-2C40-A3D4-10BA44739DF5}"/>
              </a:ext>
            </a:extLst>
          </p:cNvPr>
          <p:cNvSpPr>
            <a:spLocks noGrp="1"/>
          </p:cNvSpPr>
          <p:nvPr>
            <p:ph type="body" sz="quarter" idx="10" hasCustomPrompt="1"/>
          </p:nvPr>
        </p:nvSpPr>
        <p:spPr>
          <a:xfrm>
            <a:off x="389000" y="1382146"/>
            <a:ext cx="27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2" name="Title 1">
            <a:extLst>
              <a:ext uri="{FF2B5EF4-FFF2-40B4-BE49-F238E27FC236}">
                <a16:creationId xmlns:a16="http://schemas.microsoft.com/office/drawing/2014/main" id="{BAE43938-8335-A749-BAE2-E305CF007394}"/>
              </a:ext>
            </a:extLst>
          </p:cNvPr>
          <p:cNvSpPr>
            <a:spLocks noGrp="1"/>
          </p:cNvSpPr>
          <p:nvPr>
            <p:ph type="body" sz="quarter" idx="18" hasCustomPrompt="1"/>
          </p:nvPr>
        </p:nvSpPr>
        <p:spPr>
          <a:xfrm>
            <a:off x="389000" y="229952"/>
            <a:ext cx="27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355722884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ection Divider Slide on Maroon Bg">
    <p:spTree>
      <p:nvGrpSpPr>
        <p:cNvPr id="1" name=""/>
        <p:cNvGrpSpPr/>
        <p:nvPr/>
      </p:nvGrpSpPr>
      <p:grpSpPr>
        <a:xfrm>
          <a:off x="0" y="0"/>
          <a:ext cx="0" cy="0"/>
          <a:chOff x="0" y="0"/>
          <a:chExt cx="0" cy="0"/>
        </a:xfrm>
      </p:grpSpPr>
      <p:pic>
        <p:nvPicPr>
          <p:cNvPr id="17" name="Pattern Maroon Bottom">
            <a:extLst>
              <a:ext uri="{FF2B5EF4-FFF2-40B4-BE49-F238E27FC236}">
                <a16:creationId xmlns:a16="http://schemas.microsoft.com/office/drawing/2014/main" id="{5F8180FE-41B2-8F47-AF2E-24E5C9A6174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48026" y="4471003"/>
            <a:ext cx="3588959" cy="2148599"/>
          </a:xfrm>
          <a:prstGeom prst="rect">
            <a:avLst/>
          </a:prstGeom>
        </p:spPr>
      </p:pic>
      <p:pic>
        <p:nvPicPr>
          <p:cNvPr id="19" name="Pattern Maroon Top">
            <a:extLst>
              <a:ext uri="{FF2B5EF4-FFF2-40B4-BE49-F238E27FC236}">
                <a16:creationId xmlns:a16="http://schemas.microsoft.com/office/drawing/2014/main" id="{DA8894CA-8492-9F40-AA7E-A17D05BCB387}"/>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85515"/>
          <a:stretch/>
        </p:blipFill>
        <p:spPr>
          <a:xfrm rot="10800000">
            <a:off x="169458" y="1341306"/>
            <a:ext cx="3588959" cy="829101"/>
          </a:xfrm>
          <a:prstGeom prst="rect">
            <a:avLst/>
          </a:prstGeom>
        </p:spPr>
      </p:pic>
      <p:pic>
        <p:nvPicPr>
          <p:cNvPr id="18" name="Pattern Sand Top">
            <a:extLst>
              <a:ext uri="{FF2B5EF4-FFF2-40B4-BE49-F238E27FC236}">
                <a16:creationId xmlns:a16="http://schemas.microsoft.com/office/drawing/2014/main" id="{3962A34F-1D66-A649-83D7-69B392B6F66F}"/>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15866" t="14321" r="48528" b="71220"/>
          <a:stretch/>
        </p:blipFill>
        <p:spPr>
          <a:xfrm rot="10800000">
            <a:off x="170437" y="-42185"/>
            <a:ext cx="3588959" cy="1376863"/>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038600" y="2101463"/>
            <a:ext cx="4692254" cy="4419258"/>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2"/>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038599" y="1376839"/>
            <a:ext cx="4692254"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6954" y="2943724"/>
            <a:ext cx="3339900" cy="1019176"/>
          </a:xfrm>
          <a:prstGeom prst="rect">
            <a:avLst/>
          </a:prstGeom>
        </p:spPr>
        <p:txBody>
          <a:bodyPr/>
          <a:lstStyle>
            <a:lvl1pPr>
              <a:defRPr>
                <a:solidFill>
                  <a:schemeClr val="bg2"/>
                </a:solidFill>
              </a:defRPr>
            </a:lvl1pPr>
          </a:lstStyle>
          <a:p>
            <a:r>
              <a:rPr lang="en-GB" dirty="0"/>
              <a:t>CLICK TO EDIT TITLE</a:t>
            </a:r>
            <a:endParaRPr lang="en-US" dirty="0"/>
          </a:p>
        </p:txBody>
      </p:sp>
    </p:spTree>
    <p:extLst>
      <p:ext uri="{BB962C8B-B14F-4D97-AF65-F5344CB8AC3E}">
        <p14:creationId xmlns:p14="http://schemas.microsoft.com/office/powerpoint/2010/main" val="54654664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ub-heading + Content on Steel Grey Bg">
    <p:spTree>
      <p:nvGrpSpPr>
        <p:cNvPr id="1" name=""/>
        <p:cNvGrpSpPr/>
        <p:nvPr/>
      </p:nvGrpSpPr>
      <p:grpSpPr>
        <a:xfrm>
          <a:off x="0" y="0"/>
          <a:ext cx="0" cy="0"/>
          <a:chOff x="0" y="0"/>
          <a:chExt cx="0" cy="0"/>
        </a:xfrm>
      </p:grpSpPr>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89001" y="2098627"/>
            <a:ext cx="8341853" cy="4422095"/>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389001" y="1379765"/>
            <a:ext cx="8341853" cy="644993"/>
          </a:xfrm>
        </p:spPr>
        <p:txBody>
          <a:bodyPr anchor="ctr">
            <a:normAutofit/>
          </a:bodyPr>
          <a:lstStyle>
            <a:lvl1pPr marL="0" indent="0" algn="l" defTabSz="685800" rtl="0" eaLnBrk="1" latinLnBrk="0" hangingPunct="1">
              <a:lnSpc>
                <a:spcPct val="100000"/>
              </a:lnSpc>
              <a:spcBef>
                <a:spcPts val="750"/>
              </a:spcBef>
              <a:buClr>
                <a:schemeClr val="accent2"/>
              </a:buClr>
              <a:buFontTx/>
              <a:buNone/>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3213"/>
            <a:ext cx="6246424" cy="1052880"/>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98469196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Steel Grey Bg">
    <p:spTree>
      <p:nvGrpSpPr>
        <p:cNvPr id="1" name=""/>
        <p:cNvGrpSpPr/>
        <p:nvPr/>
      </p:nvGrpSpPr>
      <p:grpSpPr>
        <a:xfrm>
          <a:off x="0" y="0"/>
          <a:ext cx="0" cy="0"/>
          <a:chOff x="0" y="0"/>
          <a:chExt cx="0" cy="0"/>
        </a:xfrm>
      </p:grpSpPr>
      <p:pic>
        <p:nvPicPr>
          <p:cNvPr id="15" name="Pattern">
            <a:extLst>
              <a:ext uri="{FF2B5EF4-FFF2-40B4-BE49-F238E27FC236}">
                <a16:creationId xmlns:a16="http://schemas.microsoft.com/office/drawing/2014/main" id="{C0EE66DB-533C-E64C-B3D1-64CA280079A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668"/>
          <a:stretch/>
        </p:blipFill>
        <p:spPr>
          <a:xfrm>
            <a:off x="1035" y="1342422"/>
            <a:ext cx="9142966" cy="5256000"/>
          </a:xfrm>
          <a:prstGeom prst="rect">
            <a:avLst/>
          </a:prstGeom>
        </p:spPr>
      </p:pic>
      <p:grpSp>
        <p:nvGrpSpPr>
          <p:cNvPr id="3" name="Bottom Corner Cover Ups">
            <a:extLst>
              <a:ext uri="{FF2B5EF4-FFF2-40B4-BE49-F238E27FC236}">
                <a16:creationId xmlns:a16="http://schemas.microsoft.com/office/drawing/2014/main" id="{5005E7C9-6600-A544-AFA5-371577BEB73F}"/>
              </a:ext>
            </a:extLst>
          </p:cNvPr>
          <p:cNvGrpSpPr/>
          <p:nvPr userDrawn="1"/>
        </p:nvGrpSpPr>
        <p:grpSpPr>
          <a:xfrm>
            <a:off x="1" y="5911729"/>
            <a:ext cx="9144020" cy="949000"/>
            <a:chOff x="0" y="5911729"/>
            <a:chExt cx="12192027" cy="949000"/>
          </a:xfrm>
        </p:grpSpPr>
        <p:pic>
          <p:nvPicPr>
            <p:cNvPr id="9" name="SU.Footer.Shape.White.Cover.R">
              <a:extLst>
                <a:ext uri="{FF2B5EF4-FFF2-40B4-BE49-F238E27FC236}">
                  <a16:creationId xmlns:a16="http://schemas.microsoft.com/office/drawing/2014/main" id="{1D0C4382-EBF0-994D-87EB-841AE6F0FD2B}"/>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10" name="SU.Footer.Shape.White.Cover.L">
              <a:extLst>
                <a:ext uri="{FF2B5EF4-FFF2-40B4-BE49-F238E27FC236}">
                  <a16:creationId xmlns:a16="http://schemas.microsoft.com/office/drawing/2014/main" id="{A9785C11-D389-7D4F-9474-E4C97B9273D0}"/>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89001" y="2098627"/>
            <a:ext cx="8341853" cy="4414600"/>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389001" y="1379765"/>
            <a:ext cx="8341853" cy="644993"/>
          </a:xfrm>
        </p:spPr>
        <p:txBody>
          <a:bodyPr anchor="ctr">
            <a:normAutofit/>
          </a:bodyPr>
          <a:lstStyle>
            <a:lvl1pPr marL="0" indent="0" algn="l" defTabSz="685800" rtl="0" eaLnBrk="1" latinLnBrk="0" hangingPunct="1">
              <a:lnSpc>
                <a:spcPct val="100000"/>
              </a:lnSpc>
              <a:spcBef>
                <a:spcPts val="750"/>
              </a:spcBef>
              <a:buClr>
                <a:schemeClr val="accent2"/>
              </a:buClr>
              <a:buFontTx/>
              <a:buNone/>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6559"/>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23944414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Sub-heading + Content on Pattern Panel Steel Grey Bg">
    <p:spTree>
      <p:nvGrpSpPr>
        <p:cNvPr id="1" name=""/>
        <p:cNvGrpSpPr/>
        <p:nvPr/>
      </p:nvGrpSpPr>
      <p:grpSpPr>
        <a:xfrm>
          <a:off x="0" y="0"/>
          <a:ext cx="0" cy="0"/>
          <a:chOff x="0" y="0"/>
          <a:chExt cx="0" cy="0"/>
        </a:xfrm>
      </p:grpSpPr>
      <p:pic>
        <p:nvPicPr>
          <p:cNvPr id="12" name="Pattern">
            <a:extLst>
              <a:ext uri="{FF2B5EF4-FFF2-40B4-BE49-F238E27FC236}">
                <a16:creationId xmlns:a16="http://schemas.microsoft.com/office/drawing/2014/main" id="{D5786CBE-E2DA-F242-8EF3-D86AFD77730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69167"/>
          <a:stretch/>
        </p:blipFill>
        <p:spPr>
          <a:xfrm>
            <a:off x="1035" y="1342422"/>
            <a:ext cx="2838030" cy="5256000"/>
          </a:xfrm>
          <a:prstGeom prst="rect">
            <a:avLst/>
          </a:prstGeom>
        </p:spPr>
      </p:pic>
      <p:grpSp>
        <p:nvGrpSpPr>
          <p:cNvPr id="15" name="Bottom Corner Cover Ups">
            <a:extLst>
              <a:ext uri="{FF2B5EF4-FFF2-40B4-BE49-F238E27FC236}">
                <a16:creationId xmlns:a16="http://schemas.microsoft.com/office/drawing/2014/main" id="{F6742E16-A430-8D49-8E48-2E7C539F8975}"/>
              </a:ext>
            </a:extLst>
          </p:cNvPr>
          <p:cNvGrpSpPr/>
          <p:nvPr userDrawn="1"/>
        </p:nvGrpSpPr>
        <p:grpSpPr>
          <a:xfrm>
            <a:off x="1" y="5911729"/>
            <a:ext cx="9144020" cy="949000"/>
            <a:chOff x="0" y="5911729"/>
            <a:chExt cx="12192027" cy="949000"/>
          </a:xfrm>
        </p:grpSpPr>
        <p:pic>
          <p:nvPicPr>
            <p:cNvPr id="16" name="SU.Footer.Shape.White.Cover.R">
              <a:extLst>
                <a:ext uri="{FF2B5EF4-FFF2-40B4-BE49-F238E27FC236}">
                  <a16:creationId xmlns:a16="http://schemas.microsoft.com/office/drawing/2014/main" id="{36D2AD46-C46A-354E-BEB5-538F821ABE2A}"/>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17" name="SU.Footer.Shape.White.Cover.L">
              <a:extLst>
                <a:ext uri="{FF2B5EF4-FFF2-40B4-BE49-F238E27FC236}">
                  <a16:creationId xmlns:a16="http://schemas.microsoft.com/office/drawing/2014/main" id="{FCFD9C81-5F69-5644-80F4-B4957DB6B590}"/>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14" name="Content Placeholder ">
            <a:extLst>
              <a:ext uri="{FF2B5EF4-FFF2-40B4-BE49-F238E27FC236}">
                <a16:creationId xmlns:a16="http://schemas.microsoft.com/office/drawing/2014/main" id="{D0E9C235-E1AC-4547-A3F0-A9434CA86FFA}"/>
              </a:ext>
            </a:extLst>
          </p:cNvPr>
          <p:cNvSpPr>
            <a:spLocks noGrp="1"/>
          </p:cNvSpPr>
          <p:nvPr>
            <p:ph idx="12" hasCustomPrompt="1"/>
          </p:nvPr>
        </p:nvSpPr>
        <p:spPr>
          <a:xfrm>
            <a:off x="3032524" y="1439056"/>
            <a:ext cx="5860754" cy="5074170"/>
          </a:xfrm>
        </p:spPr>
        <p:txBody>
          <a:bodyPr>
            <a:normAutofit lnSpcReduction="10000"/>
          </a:bodyPr>
          <a:lstStyle>
            <a:lvl1pPr>
              <a:defRPr>
                <a:solidFill>
                  <a:schemeClr val="bg1"/>
                </a:solidFill>
              </a:defRPr>
            </a:lvl1pPr>
          </a:lstStyle>
          <a:p>
            <a:r>
              <a:rPr lang="en-GB" dirty="0"/>
              <a:t>Content placeholder</a:t>
            </a:r>
          </a:p>
        </p:txBody>
      </p:sp>
      <p:sp>
        <p:nvSpPr>
          <p:cNvPr id="13" name="Sub-heading">
            <a:extLst>
              <a:ext uri="{FF2B5EF4-FFF2-40B4-BE49-F238E27FC236}">
                <a16:creationId xmlns:a16="http://schemas.microsoft.com/office/drawing/2014/main" id="{4F600B9D-C6D1-B541-84C3-79F974E4691D}"/>
              </a:ext>
            </a:extLst>
          </p:cNvPr>
          <p:cNvSpPr>
            <a:spLocks noGrp="1"/>
          </p:cNvSpPr>
          <p:nvPr>
            <p:ph type="body" sz="quarter" idx="10" hasCustomPrompt="1"/>
          </p:nvPr>
        </p:nvSpPr>
        <p:spPr>
          <a:xfrm>
            <a:off x="389002" y="1437745"/>
            <a:ext cx="2450063" cy="5075482"/>
          </a:xfrm>
        </p:spPr>
        <p:txBody>
          <a:bodyPr anchor="t">
            <a:normAutofit/>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lang="en-GB" sz="2100" b="0" i="0" kern="120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1" y="286559"/>
            <a:ext cx="6246424"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86595296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ual Layout Slide on Steel Grey Bg">
    <p:spTree>
      <p:nvGrpSpPr>
        <p:cNvPr id="1" name=""/>
        <p:cNvGrpSpPr/>
        <p:nvPr/>
      </p:nvGrpSpPr>
      <p:grpSpPr>
        <a:xfrm>
          <a:off x="0" y="0"/>
          <a:ext cx="0" cy="0"/>
          <a:chOff x="0" y="0"/>
          <a:chExt cx="0" cy="0"/>
        </a:xfrm>
      </p:grpSpPr>
      <p:sp>
        <p:nvSpPr>
          <p:cNvPr id="9" name="White Rectangle">
            <a:extLst>
              <a:ext uri="{FF2B5EF4-FFF2-40B4-BE49-F238E27FC236}">
                <a16:creationId xmlns:a16="http://schemas.microsoft.com/office/drawing/2014/main" id="{E092BD89-6351-F14F-99A1-F9ED46FD8A3D}"/>
              </a:ext>
            </a:extLst>
          </p:cNvPr>
          <p:cNvSpPr/>
          <p:nvPr userDrawn="1"/>
        </p:nvSpPr>
        <p:spPr>
          <a:xfrm>
            <a:off x="0" y="1"/>
            <a:ext cx="9144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1" name="Content Placeholder  2">
            <a:extLst>
              <a:ext uri="{FF2B5EF4-FFF2-40B4-BE49-F238E27FC236}">
                <a16:creationId xmlns:a16="http://schemas.microsoft.com/office/drawing/2014/main" id="{2B59F022-8EBD-944D-810D-855A24D6A260}"/>
              </a:ext>
            </a:extLst>
          </p:cNvPr>
          <p:cNvSpPr>
            <a:spLocks noGrp="1"/>
          </p:cNvSpPr>
          <p:nvPr>
            <p:ph idx="12" hasCustomPrompt="1"/>
          </p:nvPr>
        </p:nvSpPr>
        <p:spPr>
          <a:xfrm>
            <a:off x="4729164" y="2093512"/>
            <a:ext cx="4001690" cy="4414600"/>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1">
                <a:solidFill>
                  <a:schemeClr val="bg2"/>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3" name="Sub-heading 2">
            <a:extLst>
              <a:ext uri="{FF2B5EF4-FFF2-40B4-BE49-F238E27FC236}">
                <a16:creationId xmlns:a16="http://schemas.microsoft.com/office/drawing/2014/main" id="{DBCB0F0E-2CA6-9B47-B078-4D0CBA22AA46}"/>
              </a:ext>
            </a:extLst>
          </p:cNvPr>
          <p:cNvSpPr>
            <a:spLocks noGrp="1"/>
          </p:cNvSpPr>
          <p:nvPr>
            <p:ph type="body" sz="quarter" idx="13" hasCustomPrompt="1"/>
          </p:nvPr>
        </p:nvSpPr>
        <p:spPr>
          <a:xfrm>
            <a:off x="4729164" y="1382146"/>
            <a:ext cx="400169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1"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2">
            <a:extLst>
              <a:ext uri="{FF2B5EF4-FFF2-40B4-BE49-F238E27FC236}">
                <a16:creationId xmlns:a16="http://schemas.microsoft.com/office/drawing/2014/main" id="{EB87052C-3318-B443-ACEB-EB3464C7D937}"/>
              </a:ext>
            </a:extLst>
          </p:cNvPr>
          <p:cNvSpPr>
            <a:spLocks noGrp="1"/>
          </p:cNvSpPr>
          <p:nvPr>
            <p:ph type="body" sz="quarter" idx="14" hasCustomPrompt="1"/>
          </p:nvPr>
        </p:nvSpPr>
        <p:spPr>
          <a:xfrm>
            <a:off x="4729163" y="234094"/>
            <a:ext cx="4001690" cy="1071641"/>
          </a:xfrm>
        </p:spPr>
        <p:txBody>
          <a:bodyPr/>
          <a:lstStyle>
            <a:lvl1pPr marL="0" indent="0">
              <a:buFontTx/>
              <a:buNone/>
              <a:defRPr lang="en-GB" sz="2400" b="1" i="1" kern="1200" dirty="0" smtClean="0">
                <a:solidFill>
                  <a:schemeClr val="accent1"/>
                </a:solidFill>
                <a:latin typeface="Trebuchet MS" panose="020B0703020202090204" pitchFamily="34" charset="0"/>
                <a:ea typeface="+mj-ea"/>
                <a:cs typeface="+mj-cs"/>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GB" dirty="0"/>
              <a:t>CLICK TO EDIT TITLE</a:t>
            </a:r>
          </a:p>
        </p:txBody>
      </p:sp>
      <p:sp>
        <p:nvSpPr>
          <p:cNvPr id="10" name="Content Placeholder 1">
            <a:extLst>
              <a:ext uri="{FF2B5EF4-FFF2-40B4-BE49-F238E27FC236}">
                <a16:creationId xmlns:a16="http://schemas.microsoft.com/office/drawing/2014/main" id="{1E5D113C-3036-C842-BC1F-5B0180C05F49}"/>
              </a:ext>
            </a:extLst>
          </p:cNvPr>
          <p:cNvSpPr>
            <a:spLocks noGrp="1"/>
          </p:cNvSpPr>
          <p:nvPr>
            <p:ph idx="1" hasCustomPrompt="1"/>
          </p:nvPr>
        </p:nvSpPr>
        <p:spPr>
          <a:xfrm>
            <a:off x="389001" y="2098626"/>
            <a:ext cx="4025837" cy="4414600"/>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2"/>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1">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389001" y="1379765"/>
            <a:ext cx="4025837"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1">
            <a:extLst>
              <a:ext uri="{FF2B5EF4-FFF2-40B4-BE49-F238E27FC236}">
                <a16:creationId xmlns:a16="http://schemas.microsoft.com/office/drawing/2014/main" id="{4F38FE0C-DEEE-374F-87A7-4115B8F04250}"/>
              </a:ext>
            </a:extLst>
          </p:cNvPr>
          <p:cNvSpPr>
            <a:spLocks noGrp="1"/>
          </p:cNvSpPr>
          <p:nvPr>
            <p:ph type="title" hasCustomPrompt="1"/>
          </p:nvPr>
        </p:nvSpPr>
        <p:spPr>
          <a:xfrm>
            <a:off x="389002" y="286559"/>
            <a:ext cx="4025837"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55661250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xColumns Layout Slide on Steel Grey Bg">
    <p:spTree>
      <p:nvGrpSpPr>
        <p:cNvPr id="1" name=""/>
        <p:cNvGrpSpPr/>
        <p:nvPr/>
      </p:nvGrpSpPr>
      <p:grpSpPr>
        <a:xfrm>
          <a:off x="0" y="0"/>
          <a:ext cx="0" cy="0"/>
          <a:chOff x="0" y="0"/>
          <a:chExt cx="0" cy="0"/>
        </a:xfrm>
      </p:grpSpPr>
      <p:sp>
        <p:nvSpPr>
          <p:cNvPr id="12" name="White Rectangle">
            <a:extLst>
              <a:ext uri="{FF2B5EF4-FFF2-40B4-BE49-F238E27FC236}">
                <a16:creationId xmlns:a16="http://schemas.microsoft.com/office/drawing/2014/main" id="{F91E8B35-3A4B-C141-A1D0-4589A2506ABF}"/>
              </a:ext>
            </a:extLst>
          </p:cNvPr>
          <p:cNvSpPr/>
          <p:nvPr userDrawn="1"/>
        </p:nvSpPr>
        <p:spPr>
          <a:xfrm>
            <a:off x="0" y="1"/>
            <a:ext cx="9144000"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3" name="Content Placeholder 3">
            <a:extLst>
              <a:ext uri="{FF2B5EF4-FFF2-40B4-BE49-F238E27FC236}">
                <a16:creationId xmlns:a16="http://schemas.microsoft.com/office/drawing/2014/main" id="{BBB9A18E-F7B6-1241-9C63-76045CF56253}"/>
              </a:ext>
            </a:extLst>
          </p:cNvPr>
          <p:cNvSpPr>
            <a:spLocks noGrp="1"/>
          </p:cNvSpPr>
          <p:nvPr>
            <p:ph idx="12" hasCustomPrompt="1"/>
          </p:nvPr>
        </p:nvSpPr>
        <p:spPr>
          <a:xfrm>
            <a:off x="6030854" y="2093513"/>
            <a:ext cx="2700000" cy="4412219"/>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34" name="Sub-heading 3">
            <a:extLst>
              <a:ext uri="{FF2B5EF4-FFF2-40B4-BE49-F238E27FC236}">
                <a16:creationId xmlns:a16="http://schemas.microsoft.com/office/drawing/2014/main" id="{73E54803-8D9E-3F45-B6AB-224557321092}"/>
              </a:ext>
            </a:extLst>
          </p:cNvPr>
          <p:cNvSpPr>
            <a:spLocks noGrp="1"/>
          </p:cNvSpPr>
          <p:nvPr>
            <p:ph type="body" sz="quarter" idx="13" hasCustomPrompt="1"/>
          </p:nvPr>
        </p:nvSpPr>
        <p:spPr>
          <a:xfrm>
            <a:off x="6030854" y="1382146"/>
            <a:ext cx="27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5" name="Title 3">
            <a:extLst>
              <a:ext uri="{FF2B5EF4-FFF2-40B4-BE49-F238E27FC236}">
                <a16:creationId xmlns:a16="http://schemas.microsoft.com/office/drawing/2014/main" id="{16F8BEA3-5345-1748-AA80-5B585F793FE9}"/>
              </a:ext>
            </a:extLst>
          </p:cNvPr>
          <p:cNvSpPr>
            <a:spLocks noGrp="1"/>
          </p:cNvSpPr>
          <p:nvPr>
            <p:ph type="body" sz="quarter" idx="14" hasCustomPrompt="1"/>
          </p:nvPr>
        </p:nvSpPr>
        <p:spPr>
          <a:xfrm>
            <a:off x="6030854" y="229952"/>
            <a:ext cx="2700000" cy="1053551"/>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36" name="Content Placeholder  2">
            <a:extLst>
              <a:ext uri="{FF2B5EF4-FFF2-40B4-BE49-F238E27FC236}">
                <a16:creationId xmlns:a16="http://schemas.microsoft.com/office/drawing/2014/main" id="{88B2884D-0365-B541-8F3C-C51C6A73AE24}"/>
              </a:ext>
            </a:extLst>
          </p:cNvPr>
          <p:cNvSpPr>
            <a:spLocks noGrp="1"/>
          </p:cNvSpPr>
          <p:nvPr>
            <p:ph idx="15" hasCustomPrompt="1"/>
          </p:nvPr>
        </p:nvSpPr>
        <p:spPr>
          <a:xfrm>
            <a:off x="3209926" y="2093513"/>
            <a:ext cx="2699999" cy="4412219"/>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i="0">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37" name="Sub-heading 2">
            <a:extLst>
              <a:ext uri="{FF2B5EF4-FFF2-40B4-BE49-F238E27FC236}">
                <a16:creationId xmlns:a16="http://schemas.microsoft.com/office/drawing/2014/main" id="{6D580DE4-7F66-D04D-B514-60DB430392E6}"/>
              </a:ext>
            </a:extLst>
          </p:cNvPr>
          <p:cNvSpPr>
            <a:spLocks noGrp="1"/>
          </p:cNvSpPr>
          <p:nvPr>
            <p:ph type="body" sz="quarter" idx="16" hasCustomPrompt="1"/>
          </p:nvPr>
        </p:nvSpPr>
        <p:spPr>
          <a:xfrm>
            <a:off x="3209926" y="1382146"/>
            <a:ext cx="2699999"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8" name="Title 2">
            <a:extLst>
              <a:ext uri="{FF2B5EF4-FFF2-40B4-BE49-F238E27FC236}">
                <a16:creationId xmlns:a16="http://schemas.microsoft.com/office/drawing/2014/main" id="{A6F7933B-A88D-C34B-BD54-79381E7FAA12}"/>
              </a:ext>
            </a:extLst>
          </p:cNvPr>
          <p:cNvSpPr>
            <a:spLocks noGrp="1"/>
          </p:cNvSpPr>
          <p:nvPr>
            <p:ph type="body" sz="quarter" idx="17" hasCustomPrompt="1"/>
          </p:nvPr>
        </p:nvSpPr>
        <p:spPr>
          <a:xfrm>
            <a:off x="3209925" y="229952"/>
            <a:ext cx="27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
        <p:nvSpPr>
          <p:cNvPr id="39" name="Content Placeholder 1">
            <a:extLst>
              <a:ext uri="{FF2B5EF4-FFF2-40B4-BE49-F238E27FC236}">
                <a16:creationId xmlns:a16="http://schemas.microsoft.com/office/drawing/2014/main" id="{2A0A52AC-CBA4-EA46-BD1B-323F4DB40054}"/>
              </a:ext>
            </a:extLst>
          </p:cNvPr>
          <p:cNvSpPr>
            <a:spLocks noGrp="1"/>
          </p:cNvSpPr>
          <p:nvPr>
            <p:ph idx="1" hasCustomPrompt="1"/>
          </p:nvPr>
        </p:nvSpPr>
        <p:spPr>
          <a:xfrm>
            <a:off x="389000" y="2093513"/>
            <a:ext cx="2700000" cy="4412219"/>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40" name="Sub-heading 1">
            <a:extLst>
              <a:ext uri="{FF2B5EF4-FFF2-40B4-BE49-F238E27FC236}">
                <a16:creationId xmlns:a16="http://schemas.microsoft.com/office/drawing/2014/main" id="{CA2CC1C2-E7EE-0648-820D-BC18F6B33876}"/>
              </a:ext>
            </a:extLst>
          </p:cNvPr>
          <p:cNvSpPr>
            <a:spLocks noGrp="1"/>
          </p:cNvSpPr>
          <p:nvPr>
            <p:ph type="body" sz="quarter" idx="10" hasCustomPrompt="1"/>
          </p:nvPr>
        </p:nvSpPr>
        <p:spPr>
          <a:xfrm>
            <a:off x="389000" y="1382146"/>
            <a:ext cx="2700000"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41" name="Title 1">
            <a:extLst>
              <a:ext uri="{FF2B5EF4-FFF2-40B4-BE49-F238E27FC236}">
                <a16:creationId xmlns:a16="http://schemas.microsoft.com/office/drawing/2014/main" id="{60F85EF3-BC19-7441-B388-C54874512683}"/>
              </a:ext>
            </a:extLst>
          </p:cNvPr>
          <p:cNvSpPr>
            <a:spLocks noGrp="1"/>
          </p:cNvSpPr>
          <p:nvPr>
            <p:ph type="body" sz="quarter" idx="18" hasCustomPrompt="1"/>
          </p:nvPr>
        </p:nvSpPr>
        <p:spPr>
          <a:xfrm>
            <a:off x="389000" y="229952"/>
            <a:ext cx="2700000" cy="1060426"/>
          </a:xfrm>
        </p:spPr>
        <p:txBody>
          <a:bodyPr anchor="t">
            <a:normAutofit/>
          </a:bodyPr>
          <a:lstStyle>
            <a:lvl1pPr marL="0" indent="0">
              <a:buFontTx/>
              <a:buNone/>
              <a:defRPr sz="2400" b="1" i="0">
                <a:solidFill>
                  <a:schemeClr val="accent1"/>
                </a:solidFill>
                <a:latin typeface="Trebuchet MS" panose="020B0703020202090204" pitchFamily="34" charset="0"/>
              </a:defRPr>
            </a:lvl1pPr>
            <a:lvl2pPr marL="342900" indent="0">
              <a:buFontTx/>
              <a:buNone/>
              <a:defRPr b="1" i="1">
                <a:solidFill>
                  <a:schemeClr val="accent1"/>
                </a:solidFill>
                <a:latin typeface="Trebuchet MS" panose="020B0703020202090204" pitchFamily="34" charset="0"/>
              </a:defRPr>
            </a:lvl2pPr>
            <a:lvl3pPr marL="685800" indent="0">
              <a:buFontTx/>
              <a:buNone/>
              <a:defRPr b="1" i="1">
                <a:solidFill>
                  <a:schemeClr val="accent1"/>
                </a:solidFill>
                <a:latin typeface="Trebuchet MS" panose="020B0703020202090204" pitchFamily="34" charset="0"/>
              </a:defRPr>
            </a:lvl3pPr>
            <a:lvl4pPr marL="1028700" indent="0">
              <a:buFontTx/>
              <a:buNone/>
              <a:defRPr b="1" i="1">
                <a:solidFill>
                  <a:schemeClr val="accent1"/>
                </a:solidFill>
                <a:latin typeface="Trebuchet MS" panose="020B0703020202090204" pitchFamily="34" charset="0"/>
              </a:defRPr>
            </a:lvl4pPr>
            <a:lvl5pPr marL="1371600" indent="0" algn="l">
              <a:buFontTx/>
              <a:buNone/>
              <a:defRPr sz="2400"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12528624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ection Divider Slide on Steel Grey Bg">
    <p:spTree>
      <p:nvGrpSpPr>
        <p:cNvPr id="1" name=""/>
        <p:cNvGrpSpPr/>
        <p:nvPr/>
      </p:nvGrpSpPr>
      <p:grpSpPr>
        <a:xfrm>
          <a:off x="0" y="0"/>
          <a:ext cx="0" cy="0"/>
          <a:chOff x="0" y="0"/>
          <a:chExt cx="0" cy="0"/>
        </a:xfrm>
      </p:grpSpPr>
      <p:pic>
        <p:nvPicPr>
          <p:cNvPr id="17" name="Pattern Grey Bottom">
            <a:extLst>
              <a:ext uri="{FF2B5EF4-FFF2-40B4-BE49-F238E27FC236}">
                <a16:creationId xmlns:a16="http://schemas.microsoft.com/office/drawing/2014/main" id="{5F8180FE-41B2-8F47-AF2E-24E5C9A6174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48026" y="4471003"/>
            <a:ext cx="3588959" cy="2148599"/>
          </a:xfrm>
          <a:prstGeom prst="rect">
            <a:avLst/>
          </a:prstGeom>
        </p:spPr>
      </p:pic>
      <p:pic>
        <p:nvPicPr>
          <p:cNvPr id="19" name="Pattern Grey Top">
            <a:extLst>
              <a:ext uri="{FF2B5EF4-FFF2-40B4-BE49-F238E27FC236}">
                <a16:creationId xmlns:a16="http://schemas.microsoft.com/office/drawing/2014/main" id="{DA8894CA-8492-9F40-AA7E-A17D05BCB387}"/>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85515"/>
          <a:stretch/>
        </p:blipFill>
        <p:spPr>
          <a:xfrm rot="10800000">
            <a:off x="169458" y="1334681"/>
            <a:ext cx="3588959" cy="829101"/>
          </a:xfrm>
          <a:prstGeom prst="rect">
            <a:avLst/>
          </a:prstGeom>
        </p:spPr>
      </p:pic>
      <p:pic>
        <p:nvPicPr>
          <p:cNvPr id="18" name="Pattern Sand Top">
            <a:extLst>
              <a:ext uri="{FF2B5EF4-FFF2-40B4-BE49-F238E27FC236}">
                <a16:creationId xmlns:a16="http://schemas.microsoft.com/office/drawing/2014/main" id="{3962A34F-1D66-A649-83D7-69B392B6F66F}"/>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15866" t="14321" r="48528" b="71220"/>
          <a:stretch/>
        </p:blipFill>
        <p:spPr>
          <a:xfrm rot="10800000">
            <a:off x="170437" y="-42183"/>
            <a:ext cx="3588959" cy="1376862"/>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038600" y="2096646"/>
            <a:ext cx="4692254" cy="4416581"/>
          </a:xfrm>
        </p:spPr>
        <p:txBody>
          <a:bodyPr>
            <a:normAutofit lnSpcReduction="10000"/>
          </a:bodyPr>
          <a:lstStyle>
            <a:lvl1pPr marL="0" marR="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solidFill>
                  <a:schemeClr val="bg1"/>
                </a:solidFill>
              </a:defRPr>
            </a:lvl1pPr>
          </a:lstStyle>
          <a:p>
            <a:pPr marL="171450" marR="0" lvl="0" indent="-17145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038599" y="1381174"/>
            <a:ext cx="4692254" cy="644993"/>
          </a:xfrm>
        </p:spPr>
        <p:txBody>
          <a:bodyPr anchor="ctr">
            <a:normAutofit/>
          </a:bodyPr>
          <a:lstStyle>
            <a:lvl1pPr marL="0" marR="0" indent="0" algn="l" defTabSz="685800" rtl="0" eaLnBrk="1" fontAlgn="auto" latinLnBrk="0" hangingPunct="1">
              <a:lnSpc>
                <a:spcPct val="100000"/>
              </a:lnSpc>
              <a:spcBef>
                <a:spcPts val="750"/>
              </a:spcBef>
              <a:spcAft>
                <a:spcPts val="0"/>
              </a:spcAft>
              <a:buClr>
                <a:schemeClr val="accent2"/>
              </a:buClr>
              <a:buSzTx/>
              <a:buFontTx/>
              <a:buNone/>
              <a:tabLst/>
              <a:defRPr lang="en-GB" sz="2100" b="0" i="0" kern="1200" dirty="0">
                <a:solidFill>
                  <a:schemeClr val="accent2"/>
                </a:solidFill>
                <a:latin typeface="Trebuchet MS" panose="020B0703020202090204" pitchFamily="34" charset="0"/>
                <a:ea typeface="+mn-ea"/>
                <a:cs typeface="+mn-cs"/>
              </a:defRPr>
            </a:lvl1pPr>
          </a:lstStyle>
          <a:p>
            <a:pPr marL="0" marR="0" lvl="0" indent="0" algn="l" defTabSz="685800" rtl="0" eaLnBrk="1" fontAlgn="auto" latinLnBrk="0" hangingPunct="1">
              <a:lnSpc>
                <a:spcPct val="100000"/>
              </a:lnSpc>
              <a:spcBef>
                <a:spcPts val="750"/>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86954" y="2943724"/>
            <a:ext cx="3339900" cy="1019176"/>
          </a:xfrm>
          <a:prstGeom prst="rect">
            <a:avLst/>
          </a:prstGeom>
        </p:spPr>
        <p:txBody>
          <a:bodyPr/>
          <a:lstStyle>
            <a:lvl1pPr>
              <a:defRPr>
                <a:solidFill>
                  <a:schemeClr val="bg2"/>
                </a:solidFill>
              </a:defRPr>
            </a:lvl1pPr>
          </a:lstStyle>
          <a:p>
            <a:r>
              <a:rPr lang="en-GB" dirty="0"/>
              <a:t>CLICK TO EDIT TITLE</a:t>
            </a:r>
            <a:endParaRPr lang="en-US" dirty="0"/>
          </a:p>
        </p:txBody>
      </p:sp>
    </p:spTree>
    <p:extLst>
      <p:ext uri="{BB962C8B-B14F-4D97-AF65-F5344CB8AC3E}">
        <p14:creationId xmlns:p14="http://schemas.microsoft.com/office/powerpoint/2010/main" val="38534441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A3F1DA9-21AF-4E33-8C17-18B58A8AD3EE}" type="datetime1">
              <a:rPr lang="en-ZA" smtClean="0"/>
              <a:t>2026/03/04</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B147B153-F676-46CF-9EFF-44D2446CD99E}" type="slidenum">
              <a:rPr lang="en-GB" smtClean="0"/>
              <a:pPr>
                <a:defRPr/>
              </a:pPr>
              <a:t>‹#›</a:t>
            </a:fld>
            <a:endParaRPr lang="en-GB"/>
          </a:p>
        </p:txBody>
      </p:sp>
    </p:spTree>
    <p:extLst>
      <p:ext uri="{BB962C8B-B14F-4D97-AF65-F5344CB8AC3E}">
        <p14:creationId xmlns:p14="http://schemas.microsoft.com/office/powerpoint/2010/main" val="3492150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4.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 Id="rId30"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29" Type="http://schemas.openxmlformats.org/officeDocument/2006/relationships/image" Target="../media/image2.svg"/><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image" Target="../media/image1.png"/><Relationship Id="rId10" Type="http://schemas.openxmlformats.org/officeDocument/2006/relationships/slideLayout" Target="../slideLayouts/slideLayout36.xml"/><Relationship Id="rId19" Type="http://schemas.openxmlformats.org/officeDocument/2006/relationships/slideLayout" Target="../slideLayouts/slideLayout45.xml"/><Relationship Id="rId31" Type="http://schemas.openxmlformats.org/officeDocument/2006/relationships/image" Target="../media/image4.svg"/><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theme" Target="../theme/theme2.xml"/><Relationship Id="rId30"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10" name="White.Banner.Top">
            <a:extLst>
              <a:ext uri="{FF2B5EF4-FFF2-40B4-BE49-F238E27FC236}">
                <a16:creationId xmlns:a16="http://schemas.microsoft.com/office/drawing/2014/main" id="{D70D17EB-87E2-EC45-B0B0-B16E5C2558F6}"/>
              </a:ext>
            </a:extLst>
          </p:cNvPr>
          <p:cNvSpPr/>
          <p:nvPr/>
        </p:nvSpPr>
        <p:spPr>
          <a:xfrm>
            <a:off x="0" y="0"/>
            <a:ext cx="9144000" cy="1341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16" name="SU.Footer.Shape.White">
            <a:extLst>
              <a:ext uri="{FF2B5EF4-FFF2-40B4-BE49-F238E27FC236}">
                <a16:creationId xmlns:a16="http://schemas.microsoft.com/office/drawing/2014/main" id="{C2021710-E914-7244-8A47-3745EFB08A9D}"/>
              </a:ext>
            </a:extLst>
          </p:cNvPr>
          <p:cNvPicPr>
            <a:picLocks noChangeAspect="1"/>
          </p:cNvPicPr>
          <p:nvPr/>
        </p:nvPicPr>
        <p:blipFill rotWithShape="1">
          <a:blip r:embed="rId28" cstate="screen">
            <a:extLst>
              <a:ext uri="{28A0092B-C50C-407E-A947-70E740481C1C}">
                <a14:useLocalDpi xmlns:a14="http://schemas.microsoft.com/office/drawing/2010/main"/>
              </a:ext>
              <a:ext uri="{96DAC541-7B7A-43D3-8B79-37D633B846F1}">
                <asvg:svgBlip xmlns:asvg="http://schemas.microsoft.com/office/drawing/2016/SVG/main" r:embed="rId29"/>
              </a:ext>
            </a:extLst>
          </a:blip>
          <a:srcRect b="18185"/>
          <a:stretch/>
        </p:blipFill>
        <p:spPr>
          <a:xfrm>
            <a:off x="0" y="5909002"/>
            <a:ext cx="9144000" cy="948999"/>
          </a:xfrm>
          <a:prstGeom prst="rect">
            <a:avLst/>
          </a:prstGeom>
        </p:spPr>
      </p:pic>
      <p:sp>
        <p:nvSpPr>
          <p:cNvPr id="9" name="Footer">
            <a:extLst>
              <a:ext uri="{FF2B5EF4-FFF2-40B4-BE49-F238E27FC236}">
                <a16:creationId xmlns:a16="http://schemas.microsoft.com/office/drawing/2014/main" id="{5DE18A1C-E612-604E-AA9F-9A73E465BA68}"/>
              </a:ext>
            </a:extLst>
          </p:cNvPr>
          <p:cNvSpPr txBox="1">
            <a:spLocks/>
          </p:cNvSpPr>
          <p:nvPr/>
        </p:nvSpPr>
        <p:spPr>
          <a:xfrm>
            <a:off x="386954" y="6597651"/>
            <a:ext cx="8343900" cy="266492"/>
          </a:xfrm>
          <a:prstGeom prst="rect">
            <a:avLst/>
          </a:prstGeom>
        </p:spPr>
        <p:txBody>
          <a:bodyPr anchor="t">
            <a:noAutofit/>
          </a:bodyPr>
          <a:lstStyle>
            <a:lvl1pPr marL="0" indent="0" algn="l" defTabSz="914400" rtl="0" eaLnBrk="1" latinLnBrk="0" hangingPunct="1">
              <a:lnSpc>
                <a:spcPct val="100000"/>
              </a:lnSpc>
              <a:spcBef>
                <a:spcPts val="1000"/>
              </a:spcBef>
              <a:buClr>
                <a:schemeClr val="accent2"/>
              </a:buClr>
              <a:buFontTx/>
              <a:buNone/>
              <a:defRPr lang="en-GB" sz="1000" b="1" i="0" kern="1200" dirty="0">
                <a:solidFill>
                  <a:schemeClr val="accent1"/>
                </a:solidFill>
                <a:latin typeface="Trebuchet MS" panose="020B0703020202090204" pitchFamily="34" charset="0"/>
                <a:ea typeface="+mn-ea"/>
                <a:cs typeface="Calibri Light" panose="020F0302020204030204" pitchFamily="34" charset="0"/>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tx1"/>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tx1"/>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GB" sz="750" b="0" i="0" dirty="0">
                <a:solidFill>
                  <a:schemeClr val="accent3"/>
                </a:solidFill>
                <a:latin typeface="Trebuchet MS" panose="020B0703020202090204" pitchFamily="34" charset="0"/>
              </a:rPr>
              <a:t>Economic and Management Sciences | </a:t>
            </a:r>
            <a:r>
              <a:rPr lang="en-GB" sz="750" b="0" i="0" dirty="0" err="1">
                <a:solidFill>
                  <a:schemeClr val="accent3"/>
                </a:solidFill>
                <a:latin typeface="Trebuchet MS" panose="020B0703020202090204" pitchFamily="34" charset="0"/>
              </a:rPr>
              <a:t>EyeNzululwazi</a:t>
            </a:r>
            <a:r>
              <a:rPr lang="en-GB" sz="750" b="0" i="0" dirty="0">
                <a:solidFill>
                  <a:schemeClr val="accent3"/>
                </a:solidFill>
                <a:latin typeface="Trebuchet MS" panose="020B0703020202090204" pitchFamily="34" charset="0"/>
              </a:rPr>
              <a:t> </a:t>
            </a:r>
            <a:r>
              <a:rPr lang="en-GB" sz="750" b="0" i="0" dirty="0" err="1">
                <a:solidFill>
                  <a:schemeClr val="accent3"/>
                </a:solidFill>
                <a:latin typeface="Trebuchet MS" panose="020B0703020202090204" pitchFamily="34" charset="0"/>
              </a:rPr>
              <a:t>ngoQoqosho</a:t>
            </a:r>
            <a:r>
              <a:rPr lang="en-GB" sz="750" b="0" i="0" dirty="0">
                <a:solidFill>
                  <a:schemeClr val="accent3"/>
                </a:solidFill>
                <a:latin typeface="Trebuchet MS" panose="020B0703020202090204" pitchFamily="34" charset="0"/>
              </a:rPr>
              <a:t> </a:t>
            </a:r>
            <a:r>
              <a:rPr lang="en-GB" sz="750" b="0" i="0" dirty="0" err="1">
                <a:solidFill>
                  <a:schemeClr val="accent3"/>
                </a:solidFill>
                <a:latin typeface="Trebuchet MS" panose="020B0703020202090204" pitchFamily="34" charset="0"/>
              </a:rPr>
              <a:t>noLawulo</a:t>
            </a:r>
            <a:r>
              <a:rPr lang="en-GB" sz="750" b="0" i="0" dirty="0">
                <a:solidFill>
                  <a:schemeClr val="accent3"/>
                </a:solidFill>
                <a:latin typeface="Trebuchet MS" panose="020B0703020202090204" pitchFamily="34" charset="0"/>
              </a:rPr>
              <a:t> | </a:t>
            </a:r>
            <a:r>
              <a:rPr lang="en-GB" sz="750" b="0" i="0" dirty="0" err="1">
                <a:solidFill>
                  <a:schemeClr val="accent3"/>
                </a:solidFill>
                <a:latin typeface="Trebuchet MS" panose="020B0703020202090204" pitchFamily="34" charset="0"/>
              </a:rPr>
              <a:t>Ekonomiese</a:t>
            </a:r>
            <a:r>
              <a:rPr lang="en-GB" sz="750" b="0" i="0" dirty="0">
                <a:solidFill>
                  <a:schemeClr val="accent3"/>
                </a:solidFill>
                <a:latin typeface="Trebuchet MS" panose="020B0703020202090204" pitchFamily="34" charset="0"/>
              </a:rPr>
              <a:t> </a:t>
            </a:r>
            <a:r>
              <a:rPr lang="en-GB" sz="750" b="0" i="0" dirty="0" err="1">
                <a:solidFill>
                  <a:schemeClr val="accent3"/>
                </a:solidFill>
                <a:latin typeface="Trebuchet MS" panose="020B0703020202090204" pitchFamily="34" charset="0"/>
              </a:rPr>
              <a:t>en</a:t>
            </a:r>
            <a:r>
              <a:rPr lang="en-GB" sz="750" b="0" i="0" dirty="0">
                <a:solidFill>
                  <a:schemeClr val="accent3"/>
                </a:solidFill>
                <a:latin typeface="Trebuchet MS" panose="020B0703020202090204" pitchFamily="34" charset="0"/>
              </a:rPr>
              <a:t> </a:t>
            </a:r>
            <a:r>
              <a:rPr lang="en-GB" sz="750" b="0" i="0" dirty="0" err="1">
                <a:solidFill>
                  <a:schemeClr val="accent3"/>
                </a:solidFill>
                <a:latin typeface="Trebuchet MS" panose="020B0703020202090204" pitchFamily="34" charset="0"/>
              </a:rPr>
              <a:t>Bestuurswetenskappe</a:t>
            </a:r>
            <a:endParaRPr lang="en-GB" sz="750" b="0" i="0" dirty="0">
              <a:solidFill>
                <a:schemeClr val="accent3"/>
              </a:solidFill>
              <a:latin typeface="Trebuchet MS" panose="020B0703020202090204" pitchFamily="34" charset="0"/>
            </a:endParaRPr>
          </a:p>
        </p:txBody>
      </p:sp>
      <p:sp>
        <p:nvSpPr>
          <p:cNvPr id="15" name="SU.Shape" hidden="1">
            <a:extLst>
              <a:ext uri="{FF2B5EF4-FFF2-40B4-BE49-F238E27FC236}">
                <a16:creationId xmlns:a16="http://schemas.microsoft.com/office/drawing/2014/main" id="{050DDAF9-8F3A-0B48-82E1-6040CBB5F5D1}"/>
              </a:ext>
            </a:extLst>
          </p:cNvPr>
          <p:cNvSpPr/>
          <p:nvPr/>
        </p:nvSpPr>
        <p:spPr>
          <a:xfrm>
            <a:off x="0" y="1339540"/>
            <a:ext cx="9144000" cy="5259988"/>
          </a:xfrm>
          <a:custGeom>
            <a:avLst/>
            <a:gdLst>
              <a:gd name="connsiteX0" fmla="*/ 76801 w 3455263"/>
              <a:gd name="connsiteY0" fmla="*/ 1812227 h 1812226"/>
              <a:gd name="connsiteX1" fmla="*/ 0 w 3455263"/>
              <a:gd name="connsiteY1" fmla="*/ 1735169 h 1812226"/>
              <a:gd name="connsiteX2" fmla="*/ 0 w 3455263"/>
              <a:gd name="connsiteY2" fmla="*/ 0 h 1812226"/>
              <a:gd name="connsiteX3" fmla="*/ 3455263 w 3455263"/>
              <a:gd name="connsiteY3" fmla="*/ 0 h 1812226"/>
              <a:gd name="connsiteX4" fmla="*/ 3455263 w 3455263"/>
              <a:gd name="connsiteY4" fmla="*/ 1581150 h 1812226"/>
              <a:gd name="connsiteX5" fmla="*/ 3224766 w 3455263"/>
              <a:gd name="connsiteY5" fmla="*/ 1811750 h 1812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5263" h="1812226">
                <a:moveTo>
                  <a:pt x="76801" y="1812227"/>
                </a:moveTo>
                <a:cubicBezTo>
                  <a:pt x="76801" y="1812227"/>
                  <a:pt x="0" y="1812227"/>
                  <a:pt x="0" y="1735169"/>
                </a:cubicBezTo>
                <a:lnTo>
                  <a:pt x="0" y="0"/>
                </a:lnTo>
                <a:lnTo>
                  <a:pt x="3455263" y="0"/>
                </a:lnTo>
                <a:lnTo>
                  <a:pt x="3455263" y="1581150"/>
                </a:lnTo>
                <a:cubicBezTo>
                  <a:pt x="3455263" y="1581150"/>
                  <a:pt x="3455263" y="1811750"/>
                  <a:pt x="3224766" y="1811750"/>
                </a:cubicBezTo>
                <a:close/>
              </a:path>
            </a:pathLst>
          </a:custGeom>
          <a:noFill/>
          <a:ln w="12700" cap="flat">
            <a:noFill/>
            <a:prstDash val="solid"/>
            <a:miter/>
          </a:ln>
        </p:spPr>
        <p:txBody>
          <a:bodyPr rtlCol="0" anchor="ctr"/>
          <a:lstStyle/>
          <a:p>
            <a:endParaRPr lang="en-GB" sz="1800"/>
          </a:p>
        </p:txBody>
      </p:sp>
      <p:sp>
        <p:nvSpPr>
          <p:cNvPr id="3" name="Content placeholder">
            <a:extLst>
              <a:ext uri="{FF2B5EF4-FFF2-40B4-BE49-F238E27FC236}">
                <a16:creationId xmlns:a16="http://schemas.microsoft.com/office/drawing/2014/main" id="{301AC438-5C4B-A74B-973C-02E8105BD4BD}"/>
              </a:ext>
            </a:extLst>
          </p:cNvPr>
          <p:cNvSpPr>
            <a:spLocks noGrp="1"/>
          </p:cNvSpPr>
          <p:nvPr>
            <p:ph type="body" idx="1"/>
          </p:nvPr>
        </p:nvSpPr>
        <p:spPr>
          <a:xfrm>
            <a:off x="386954" y="1426437"/>
            <a:ext cx="8343898" cy="5155610"/>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itle">
            <a:extLst>
              <a:ext uri="{FF2B5EF4-FFF2-40B4-BE49-F238E27FC236}">
                <a16:creationId xmlns:a16="http://schemas.microsoft.com/office/drawing/2014/main" id="{EC044E2A-3062-F245-818F-F465A0481FCB}"/>
              </a:ext>
            </a:extLst>
          </p:cNvPr>
          <p:cNvSpPr>
            <a:spLocks noGrp="1"/>
          </p:cNvSpPr>
          <p:nvPr>
            <p:ph type="title"/>
          </p:nvPr>
        </p:nvSpPr>
        <p:spPr>
          <a:xfrm>
            <a:off x="386954" y="285324"/>
            <a:ext cx="6386727" cy="1052900"/>
          </a:xfrm>
          <a:prstGeom prst="rect">
            <a:avLst/>
          </a:prstGeom>
        </p:spPr>
        <p:txBody>
          <a:bodyPr vert="horz" lIns="91440" tIns="45720" rIns="91440" bIns="45720" rtlCol="0" anchor="t">
            <a:normAutofit/>
          </a:bodyPr>
          <a:lstStyle/>
          <a:p>
            <a:r>
              <a:rPr lang="en-GB" dirty="0"/>
              <a:t>CLICK TO EDIT MASTER TITLE STYLE</a:t>
            </a:r>
            <a:endParaRPr lang="en-US" dirty="0"/>
          </a:p>
        </p:txBody>
      </p:sp>
      <p:pic>
        <p:nvPicPr>
          <p:cNvPr id="8" name="SU Logo">
            <a:extLst>
              <a:ext uri="{FF2B5EF4-FFF2-40B4-BE49-F238E27FC236}">
                <a16:creationId xmlns:a16="http://schemas.microsoft.com/office/drawing/2014/main" id="{4BCB2B4B-739F-974A-8938-B9DE97032C44}"/>
              </a:ext>
            </a:extLst>
          </p:cNvPr>
          <p:cNvPicPr>
            <a:picLocks noChangeAspect="1"/>
          </p:cNvPicPr>
          <p:nvPr/>
        </p:nvPicPr>
        <p:blipFill>
          <a:blip r:embed="rId30">
            <a:extLst>
              <a:ext uri="{96DAC541-7B7A-43D3-8B79-37D633B846F1}">
                <asvg:svgBlip xmlns:asvg="http://schemas.microsoft.com/office/drawing/2016/SVG/main" r:embed="rId31"/>
              </a:ext>
            </a:extLst>
          </a:blip>
          <a:srcRect/>
          <a:stretch/>
        </p:blipFill>
        <p:spPr>
          <a:xfrm>
            <a:off x="6854221" y="130470"/>
            <a:ext cx="2289779" cy="1037250"/>
          </a:xfrm>
          <a:prstGeom prst="rect">
            <a:avLst/>
          </a:prstGeom>
        </p:spPr>
      </p:pic>
    </p:spTree>
    <p:extLst>
      <p:ext uri="{BB962C8B-B14F-4D97-AF65-F5344CB8AC3E}">
        <p14:creationId xmlns:p14="http://schemas.microsoft.com/office/powerpoint/2010/main" val="1393405208"/>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2" r:id="rId14"/>
    <p:sldLayoutId id="2147483763" r:id="rId15"/>
    <p:sldLayoutId id="2147483764" r:id="rId16"/>
    <p:sldLayoutId id="2147483765" r:id="rId17"/>
    <p:sldLayoutId id="2147483766" r:id="rId18"/>
    <p:sldLayoutId id="2147483767" r:id="rId19"/>
    <p:sldLayoutId id="2147483768" r:id="rId20"/>
    <p:sldLayoutId id="2147483769" r:id="rId21"/>
    <p:sldLayoutId id="2147483770" r:id="rId22"/>
    <p:sldLayoutId id="2147483771" r:id="rId23"/>
    <p:sldLayoutId id="2147483772" r:id="rId24"/>
    <p:sldLayoutId id="2147483773" r:id="rId25"/>
    <p:sldLayoutId id="2147483775" r:id="rId26"/>
  </p:sldLayoutIdLst>
  <p:hf sldNum="0" hdr="0" ftr="0" dt="0"/>
  <p:txStyles>
    <p:titleStyle>
      <a:lvl1pPr algn="l" defTabSz="685800" rtl="0" eaLnBrk="1" latinLnBrk="0" hangingPunct="1">
        <a:lnSpc>
          <a:spcPct val="90000"/>
        </a:lnSpc>
        <a:spcBef>
          <a:spcPct val="0"/>
        </a:spcBef>
        <a:buNone/>
        <a:defRPr sz="2400" b="1" i="0" kern="1200">
          <a:solidFill>
            <a:schemeClr val="accent1"/>
          </a:solidFill>
          <a:latin typeface="Trebuchet MS" panose="020B0703020202090204" pitchFamily="34" charset="0"/>
          <a:ea typeface="+mj-ea"/>
          <a:cs typeface="+mj-cs"/>
        </a:defRPr>
      </a:lvl1pPr>
    </p:titleStyle>
    <p:bodyStyle>
      <a:lvl1pPr marL="171450" indent="-171450" algn="l" defTabSz="685800" rtl="0" eaLnBrk="1" latinLnBrk="0" hangingPunct="1">
        <a:lnSpc>
          <a:spcPct val="100000"/>
        </a:lnSpc>
        <a:spcBef>
          <a:spcPts val="75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100000"/>
        </a:lnSpc>
        <a:spcBef>
          <a:spcPts val="375"/>
        </a:spcBef>
        <a:buClr>
          <a:schemeClr val="accent2"/>
        </a:buClr>
        <a:buFont typeface="Arial" panose="020B0604020202020204" pitchFamily="34" charset="0"/>
        <a:buChar char="•"/>
        <a:defRPr sz="1650" b="0" i="0" kern="1200">
          <a:solidFill>
            <a:schemeClr val="tx1"/>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100000"/>
        </a:lnSpc>
        <a:spcBef>
          <a:spcPts val="375"/>
        </a:spcBef>
        <a:buClr>
          <a:schemeClr val="accent2"/>
        </a:buClr>
        <a:buFont typeface="Arial" panose="020B0604020202020204" pitchFamily="34" charset="0"/>
        <a:buChar char="•"/>
        <a:defRPr sz="1500" b="0" i="0" kern="1200">
          <a:solidFill>
            <a:schemeClr val="tx1"/>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100000"/>
        </a:lnSpc>
        <a:spcBef>
          <a:spcPts val="375"/>
        </a:spcBef>
        <a:buClr>
          <a:schemeClr val="accent2"/>
        </a:buClr>
        <a:buFont typeface="Arial" panose="020B0604020202020204" pitchFamily="34" charset="0"/>
        <a:buChar char="•"/>
        <a:defRPr sz="1350" b="0" i="0" kern="1200">
          <a:solidFill>
            <a:schemeClr val="tx1"/>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100000"/>
        </a:lnSpc>
        <a:spcBef>
          <a:spcPts val="375"/>
        </a:spcBef>
        <a:buClr>
          <a:schemeClr val="accent2"/>
        </a:buClr>
        <a:buFont typeface="Arial" panose="020B0604020202020204" pitchFamily="34" charset="0"/>
        <a:buChar char="•"/>
        <a:defRPr sz="1350" b="0" i="0" kern="1200">
          <a:solidFill>
            <a:schemeClr val="tx1"/>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95">
          <p15:clr>
            <a:srgbClr val="F26B43"/>
          </p15:clr>
        </p15:guide>
        <p15:guide id="2" pos="325">
          <p15:clr>
            <a:srgbClr val="F26B43"/>
          </p15:clr>
        </p15:guide>
        <p15:guide id="3" pos="166">
          <p15:clr>
            <a:srgbClr val="F26B43"/>
          </p15:clr>
        </p15:guide>
        <p15:guide id="4" pos="7514">
          <p15:clr>
            <a:srgbClr val="F26B43"/>
          </p15:clr>
        </p15:guide>
        <p15:guide id="5" pos="7333">
          <p15:clr>
            <a:srgbClr val="F26B43"/>
          </p15:clr>
        </p15:guide>
        <p15:guide id="6" orient="horz" pos="4156">
          <p15:clr>
            <a:srgbClr val="F26B43"/>
          </p15:clr>
        </p15:guide>
        <p15:guide id="7" orient="horz" pos="232">
          <p15:clr>
            <a:srgbClr val="F26B43"/>
          </p15:clr>
        </p15:guide>
        <p15:guide id="8" pos="3840">
          <p15:clr>
            <a:srgbClr val="F26B43"/>
          </p15:clr>
        </p15:guide>
        <p15:guide id="9" orient="horz" pos="867">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10" name="White.Banner.Top">
            <a:extLst>
              <a:ext uri="{FF2B5EF4-FFF2-40B4-BE49-F238E27FC236}">
                <a16:creationId xmlns:a16="http://schemas.microsoft.com/office/drawing/2014/main" id="{D70D17EB-87E2-EC45-B0B0-B16E5C2558F6}"/>
              </a:ext>
            </a:extLst>
          </p:cNvPr>
          <p:cNvSpPr/>
          <p:nvPr userDrawn="1"/>
        </p:nvSpPr>
        <p:spPr>
          <a:xfrm>
            <a:off x="0" y="0"/>
            <a:ext cx="9144000" cy="1341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16" name="SU.Footer.Shape.White">
            <a:extLst>
              <a:ext uri="{FF2B5EF4-FFF2-40B4-BE49-F238E27FC236}">
                <a16:creationId xmlns:a16="http://schemas.microsoft.com/office/drawing/2014/main" id="{C2021710-E914-7244-8A47-3745EFB08A9D}"/>
              </a:ext>
            </a:extLst>
          </p:cNvPr>
          <p:cNvPicPr>
            <a:picLocks noChangeAspect="1"/>
          </p:cNvPicPr>
          <p:nvPr userDrawn="1"/>
        </p:nvPicPr>
        <p:blipFill rotWithShape="1">
          <a:blip r:embed="rId28" cstate="screen">
            <a:extLst>
              <a:ext uri="{28A0092B-C50C-407E-A947-70E740481C1C}">
                <a14:useLocalDpi xmlns:a14="http://schemas.microsoft.com/office/drawing/2010/main"/>
              </a:ext>
              <a:ext uri="{96DAC541-7B7A-43D3-8B79-37D633B846F1}">
                <asvg:svgBlip xmlns:asvg="http://schemas.microsoft.com/office/drawing/2016/SVG/main" r:embed="rId29"/>
              </a:ext>
            </a:extLst>
          </a:blip>
          <a:srcRect b="18185"/>
          <a:stretch/>
        </p:blipFill>
        <p:spPr>
          <a:xfrm>
            <a:off x="0" y="5909002"/>
            <a:ext cx="9144000" cy="948999"/>
          </a:xfrm>
          <a:prstGeom prst="rect">
            <a:avLst/>
          </a:prstGeom>
        </p:spPr>
      </p:pic>
      <p:sp>
        <p:nvSpPr>
          <p:cNvPr id="9" name="Footer">
            <a:extLst>
              <a:ext uri="{FF2B5EF4-FFF2-40B4-BE49-F238E27FC236}">
                <a16:creationId xmlns:a16="http://schemas.microsoft.com/office/drawing/2014/main" id="{5DE18A1C-E612-604E-AA9F-9A73E465BA68}"/>
              </a:ext>
            </a:extLst>
          </p:cNvPr>
          <p:cNvSpPr txBox="1">
            <a:spLocks/>
          </p:cNvSpPr>
          <p:nvPr userDrawn="1"/>
        </p:nvSpPr>
        <p:spPr>
          <a:xfrm>
            <a:off x="386954" y="6597651"/>
            <a:ext cx="8343900" cy="266492"/>
          </a:xfrm>
          <a:prstGeom prst="rect">
            <a:avLst/>
          </a:prstGeom>
        </p:spPr>
        <p:txBody>
          <a:bodyPr anchor="t">
            <a:noAutofit/>
          </a:bodyPr>
          <a:lstStyle>
            <a:lvl1pPr marL="0" indent="0" algn="l" defTabSz="914400" rtl="0" eaLnBrk="1" latinLnBrk="0" hangingPunct="1">
              <a:lnSpc>
                <a:spcPct val="100000"/>
              </a:lnSpc>
              <a:spcBef>
                <a:spcPts val="1000"/>
              </a:spcBef>
              <a:buClr>
                <a:schemeClr val="accent2"/>
              </a:buClr>
              <a:buFontTx/>
              <a:buNone/>
              <a:defRPr lang="en-GB" sz="1000" b="1" i="0" kern="1200" dirty="0">
                <a:solidFill>
                  <a:schemeClr val="accent1"/>
                </a:solidFill>
                <a:latin typeface="Trebuchet MS" panose="020B0703020202090204" pitchFamily="34" charset="0"/>
                <a:ea typeface="+mn-ea"/>
                <a:cs typeface="Calibri Light" panose="020F0302020204030204" pitchFamily="34" charset="0"/>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tx1"/>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tx1"/>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GB" sz="750" b="0" i="0" dirty="0">
                <a:solidFill>
                  <a:schemeClr val="accent3"/>
                </a:solidFill>
                <a:latin typeface="Trebuchet MS" panose="020B0703020202090204" pitchFamily="34" charset="0"/>
              </a:rPr>
              <a:t>Economic and Management Sciences | </a:t>
            </a:r>
            <a:r>
              <a:rPr lang="en-GB" sz="750" b="0" i="0" dirty="0" err="1">
                <a:solidFill>
                  <a:schemeClr val="accent3"/>
                </a:solidFill>
                <a:latin typeface="Trebuchet MS" panose="020B0703020202090204" pitchFamily="34" charset="0"/>
              </a:rPr>
              <a:t>EyeNzululwazi</a:t>
            </a:r>
            <a:r>
              <a:rPr lang="en-GB" sz="750" b="0" i="0" dirty="0">
                <a:solidFill>
                  <a:schemeClr val="accent3"/>
                </a:solidFill>
                <a:latin typeface="Trebuchet MS" panose="020B0703020202090204" pitchFamily="34" charset="0"/>
              </a:rPr>
              <a:t> </a:t>
            </a:r>
            <a:r>
              <a:rPr lang="en-GB" sz="750" b="0" i="0" dirty="0" err="1">
                <a:solidFill>
                  <a:schemeClr val="accent3"/>
                </a:solidFill>
                <a:latin typeface="Trebuchet MS" panose="020B0703020202090204" pitchFamily="34" charset="0"/>
              </a:rPr>
              <a:t>ngoQoqosho</a:t>
            </a:r>
            <a:r>
              <a:rPr lang="en-GB" sz="750" b="0" i="0" dirty="0">
                <a:solidFill>
                  <a:schemeClr val="accent3"/>
                </a:solidFill>
                <a:latin typeface="Trebuchet MS" panose="020B0703020202090204" pitchFamily="34" charset="0"/>
              </a:rPr>
              <a:t> </a:t>
            </a:r>
            <a:r>
              <a:rPr lang="en-GB" sz="750" b="0" i="0" dirty="0" err="1">
                <a:solidFill>
                  <a:schemeClr val="accent3"/>
                </a:solidFill>
                <a:latin typeface="Trebuchet MS" panose="020B0703020202090204" pitchFamily="34" charset="0"/>
              </a:rPr>
              <a:t>noLawulo</a:t>
            </a:r>
            <a:r>
              <a:rPr lang="en-GB" sz="750" b="0" i="0" dirty="0">
                <a:solidFill>
                  <a:schemeClr val="accent3"/>
                </a:solidFill>
                <a:latin typeface="Trebuchet MS" panose="020B0703020202090204" pitchFamily="34" charset="0"/>
              </a:rPr>
              <a:t> | </a:t>
            </a:r>
            <a:r>
              <a:rPr lang="en-GB" sz="750" b="0" i="0" dirty="0" err="1">
                <a:solidFill>
                  <a:schemeClr val="accent3"/>
                </a:solidFill>
                <a:latin typeface="Trebuchet MS" panose="020B0703020202090204" pitchFamily="34" charset="0"/>
              </a:rPr>
              <a:t>Ekonomiese</a:t>
            </a:r>
            <a:r>
              <a:rPr lang="en-GB" sz="750" b="0" i="0" dirty="0">
                <a:solidFill>
                  <a:schemeClr val="accent3"/>
                </a:solidFill>
                <a:latin typeface="Trebuchet MS" panose="020B0703020202090204" pitchFamily="34" charset="0"/>
              </a:rPr>
              <a:t> </a:t>
            </a:r>
            <a:r>
              <a:rPr lang="en-GB" sz="750" b="0" i="0" dirty="0" err="1">
                <a:solidFill>
                  <a:schemeClr val="accent3"/>
                </a:solidFill>
                <a:latin typeface="Trebuchet MS" panose="020B0703020202090204" pitchFamily="34" charset="0"/>
              </a:rPr>
              <a:t>en</a:t>
            </a:r>
            <a:r>
              <a:rPr lang="en-GB" sz="750" b="0" i="0" dirty="0">
                <a:solidFill>
                  <a:schemeClr val="accent3"/>
                </a:solidFill>
                <a:latin typeface="Trebuchet MS" panose="020B0703020202090204" pitchFamily="34" charset="0"/>
              </a:rPr>
              <a:t> </a:t>
            </a:r>
            <a:r>
              <a:rPr lang="en-GB" sz="750" b="0" i="0" dirty="0" err="1">
                <a:solidFill>
                  <a:schemeClr val="accent3"/>
                </a:solidFill>
                <a:latin typeface="Trebuchet MS" panose="020B0703020202090204" pitchFamily="34" charset="0"/>
              </a:rPr>
              <a:t>Bestuurswetenskappe</a:t>
            </a:r>
            <a:endParaRPr lang="en-GB" sz="750" b="0" i="0" dirty="0">
              <a:solidFill>
                <a:schemeClr val="accent3"/>
              </a:solidFill>
              <a:latin typeface="Trebuchet MS" panose="020B0703020202090204" pitchFamily="34" charset="0"/>
            </a:endParaRPr>
          </a:p>
        </p:txBody>
      </p:sp>
      <p:sp>
        <p:nvSpPr>
          <p:cNvPr id="15" name="SU.Shape" hidden="1">
            <a:extLst>
              <a:ext uri="{FF2B5EF4-FFF2-40B4-BE49-F238E27FC236}">
                <a16:creationId xmlns:a16="http://schemas.microsoft.com/office/drawing/2014/main" id="{050DDAF9-8F3A-0B48-82E1-6040CBB5F5D1}"/>
              </a:ext>
            </a:extLst>
          </p:cNvPr>
          <p:cNvSpPr/>
          <p:nvPr userDrawn="1"/>
        </p:nvSpPr>
        <p:spPr>
          <a:xfrm>
            <a:off x="0" y="1339540"/>
            <a:ext cx="9144000" cy="5259988"/>
          </a:xfrm>
          <a:custGeom>
            <a:avLst/>
            <a:gdLst>
              <a:gd name="connsiteX0" fmla="*/ 76801 w 3455263"/>
              <a:gd name="connsiteY0" fmla="*/ 1812227 h 1812226"/>
              <a:gd name="connsiteX1" fmla="*/ 0 w 3455263"/>
              <a:gd name="connsiteY1" fmla="*/ 1735169 h 1812226"/>
              <a:gd name="connsiteX2" fmla="*/ 0 w 3455263"/>
              <a:gd name="connsiteY2" fmla="*/ 0 h 1812226"/>
              <a:gd name="connsiteX3" fmla="*/ 3455263 w 3455263"/>
              <a:gd name="connsiteY3" fmla="*/ 0 h 1812226"/>
              <a:gd name="connsiteX4" fmla="*/ 3455263 w 3455263"/>
              <a:gd name="connsiteY4" fmla="*/ 1581150 h 1812226"/>
              <a:gd name="connsiteX5" fmla="*/ 3224766 w 3455263"/>
              <a:gd name="connsiteY5" fmla="*/ 1811750 h 1812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5263" h="1812226">
                <a:moveTo>
                  <a:pt x="76801" y="1812227"/>
                </a:moveTo>
                <a:cubicBezTo>
                  <a:pt x="76801" y="1812227"/>
                  <a:pt x="0" y="1812227"/>
                  <a:pt x="0" y="1735169"/>
                </a:cubicBezTo>
                <a:lnTo>
                  <a:pt x="0" y="0"/>
                </a:lnTo>
                <a:lnTo>
                  <a:pt x="3455263" y="0"/>
                </a:lnTo>
                <a:lnTo>
                  <a:pt x="3455263" y="1581150"/>
                </a:lnTo>
                <a:cubicBezTo>
                  <a:pt x="3455263" y="1581150"/>
                  <a:pt x="3455263" y="1811750"/>
                  <a:pt x="3224766" y="1811750"/>
                </a:cubicBezTo>
                <a:close/>
              </a:path>
            </a:pathLst>
          </a:custGeom>
          <a:noFill/>
          <a:ln w="12700" cap="flat">
            <a:noFill/>
            <a:prstDash val="solid"/>
            <a:miter/>
          </a:ln>
        </p:spPr>
        <p:txBody>
          <a:bodyPr rtlCol="0" anchor="ctr"/>
          <a:lstStyle/>
          <a:p>
            <a:endParaRPr lang="en-GB" sz="1800"/>
          </a:p>
        </p:txBody>
      </p:sp>
      <p:sp>
        <p:nvSpPr>
          <p:cNvPr id="3" name="Content placeholder">
            <a:extLst>
              <a:ext uri="{FF2B5EF4-FFF2-40B4-BE49-F238E27FC236}">
                <a16:creationId xmlns:a16="http://schemas.microsoft.com/office/drawing/2014/main" id="{301AC438-5C4B-A74B-973C-02E8105BD4BD}"/>
              </a:ext>
            </a:extLst>
          </p:cNvPr>
          <p:cNvSpPr>
            <a:spLocks noGrp="1"/>
          </p:cNvSpPr>
          <p:nvPr>
            <p:ph type="body" idx="1"/>
          </p:nvPr>
        </p:nvSpPr>
        <p:spPr>
          <a:xfrm>
            <a:off x="386954" y="1426437"/>
            <a:ext cx="8343898" cy="5155610"/>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itle">
            <a:extLst>
              <a:ext uri="{FF2B5EF4-FFF2-40B4-BE49-F238E27FC236}">
                <a16:creationId xmlns:a16="http://schemas.microsoft.com/office/drawing/2014/main" id="{EC044E2A-3062-F245-818F-F465A0481FCB}"/>
              </a:ext>
            </a:extLst>
          </p:cNvPr>
          <p:cNvSpPr>
            <a:spLocks noGrp="1"/>
          </p:cNvSpPr>
          <p:nvPr>
            <p:ph type="title"/>
          </p:nvPr>
        </p:nvSpPr>
        <p:spPr>
          <a:xfrm>
            <a:off x="386954" y="285324"/>
            <a:ext cx="6386727" cy="1052900"/>
          </a:xfrm>
          <a:prstGeom prst="rect">
            <a:avLst/>
          </a:prstGeom>
        </p:spPr>
        <p:txBody>
          <a:bodyPr vert="horz" lIns="91440" tIns="45720" rIns="91440" bIns="45720" rtlCol="0" anchor="t">
            <a:normAutofit/>
          </a:bodyPr>
          <a:lstStyle/>
          <a:p>
            <a:r>
              <a:rPr lang="en-GB" dirty="0"/>
              <a:t>CLICK TO EDIT MASTER TITLE STYLE</a:t>
            </a:r>
            <a:endParaRPr lang="en-US" dirty="0"/>
          </a:p>
        </p:txBody>
      </p:sp>
      <p:pic>
        <p:nvPicPr>
          <p:cNvPr id="8" name="SU Logo">
            <a:extLst>
              <a:ext uri="{FF2B5EF4-FFF2-40B4-BE49-F238E27FC236}">
                <a16:creationId xmlns:a16="http://schemas.microsoft.com/office/drawing/2014/main" id="{4BCB2B4B-739F-974A-8938-B9DE97032C44}"/>
              </a:ext>
            </a:extLst>
          </p:cNvPr>
          <p:cNvPicPr>
            <a:picLocks noChangeAspect="1"/>
          </p:cNvPicPr>
          <p:nvPr userDrawn="1"/>
        </p:nvPicPr>
        <p:blipFill>
          <a:blip r:embed="rId30">
            <a:extLst>
              <a:ext uri="{96DAC541-7B7A-43D3-8B79-37D633B846F1}">
                <asvg:svgBlip xmlns:asvg="http://schemas.microsoft.com/office/drawing/2016/SVG/main" r:embed="rId31"/>
              </a:ext>
            </a:extLst>
          </a:blip>
          <a:srcRect/>
          <a:stretch/>
        </p:blipFill>
        <p:spPr>
          <a:xfrm>
            <a:off x="6854221" y="130470"/>
            <a:ext cx="2289779" cy="1037250"/>
          </a:xfrm>
          <a:prstGeom prst="rect">
            <a:avLst/>
          </a:prstGeom>
        </p:spPr>
      </p:pic>
    </p:spTree>
    <p:extLst>
      <p:ext uri="{BB962C8B-B14F-4D97-AF65-F5344CB8AC3E}">
        <p14:creationId xmlns:p14="http://schemas.microsoft.com/office/powerpoint/2010/main" val="2562409561"/>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 id="2147483790" r:id="rId13"/>
    <p:sldLayoutId id="2147483791" r:id="rId14"/>
    <p:sldLayoutId id="2147483792" r:id="rId15"/>
    <p:sldLayoutId id="2147483793" r:id="rId16"/>
    <p:sldLayoutId id="2147483794" r:id="rId17"/>
    <p:sldLayoutId id="2147483795" r:id="rId18"/>
    <p:sldLayoutId id="2147483796" r:id="rId19"/>
    <p:sldLayoutId id="2147483797" r:id="rId20"/>
    <p:sldLayoutId id="2147483798" r:id="rId21"/>
    <p:sldLayoutId id="2147483799" r:id="rId22"/>
    <p:sldLayoutId id="2147483800" r:id="rId23"/>
    <p:sldLayoutId id="2147483801" r:id="rId24"/>
    <p:sldLayoutId id="2147483802" r:id="rId25"/>
    <p:sldLayoutId id="2147483803" r:id="rId26"/>
  </p:sldLayoutIdLst>
  <p:hf sldNum="0" hdr="0" ftr="0" dt="0"/>
  <p:txStyles>
    <p:titleStyle>
      <a:lvl1pPr algn="l" defTabSz="685800" rtl="0" eaLnBrk="1" latinLnBrk="0" hangingPunct="1">
        <a:lnSpc>
          <a:spcPct val="90000"/>
        </a:lnSpc>
        <a:spcBef>
          <a:spcPct val="0"/>
        </a:spcBef>
        <a:buNone/>
        <a:defRPr sz="2400" b="1" i="0" kern="1200">
          <a:solidFill>
            <a:schemeClr val="accent1"/>
          </a:solidFill>
          <a:latin typeface="Trebuchet MS" panose="020B0703020202090204" pitchFamily="34" charset="0"/>
          <a:ea typeface="+mj-ea"/>
          <a:cs typeface="+mj-cs"/>
        </a:defRPr>
      </a:lvl1pPr>
    </p:titleStyle>
    <p:bodyStyle>
      <a:lvl1pPr marL="171450" indent="-171450" algn="l" defTabSz="685800" rtl="0" eaLnBrk="1" latinLnBrk="0" hangingPunct="1">
        <a:lnSpc>
          <a:spcPct val="100000"/>
        </a:lnSpc>
        <a:spcBef>
          <a:spcPts val="75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100000"/>
        </a:lnSpc>
        <a:spcBef>
          <a:spcPts val="375"/>
        </a:spcBef>
        <a:buClr>
          <a:schemeClr val="accent2"/>
        </a:buClr>
        <a:buFont typeface="Arial" panose="020B0604020202020204" pitchFamily="34" charset="0"/>
        <a:buChar char="•"/>
        <a:defRPr sz="1650" b="0" i="0" kern="1200">
          <a:solidFill>
            <a:schemeClr val="tx1"/>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100000"/>
        </a:lnSpc>
        <a:spcBef>
          <a:spcPts val="375"/>
        </a:spcBef>
        <a:buClr>
          <a:schemeClr val="accent2"/>
        </a:buClr>
        <a:buFont typeface="Arial" panose="020B0604020202020204" pitchFamily="34" charset="0"/>
        <a:buChar char="•"/>
        <a:defRPr sz="1500" b="0" i="0" kern="1200">
          <a:solidFill>
            <a:schemeClr val="tx1"/>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100000"/>
        </a:lnSpc>
        <a:spcBef>
          <a:spcPts val="375"/>
        </a:spcBef>
        <a:buClr>
          <a:schemeClr val="accent2"/>
        </a:buClr>
        <a:buFont typeface="Arial" panose="020B0604020202020204" pitchFamily="34" charset="0"/>
        <a:buChar char="•"/>
        <a:defRPr sz="1350" b="0" i="0" kern="1200">
          <a:solidFill>
            <a:schemeClr val="tx1"/>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100000"/>
        </a:lnSpc>
        <a:spcBef>
          <a:spcPts val="375"/>
        </a:spcBef>
        <a:buClr>
          <a:schemeClr val="accent2"/>
        </a:buClr>
        <a:buFont typeface="Arial" panose="020B0604020202020204" pitchFamily="34" charset="0"/>
        <a:buChar char="•"/>
        <a:defRPr sz="1350" b="0" i="0" kern="1200">
          <a:solidFill>
            <a:schemeClr val="tx1"/>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95">
          <p15:clr>
            <a:srgbClr val="F26B43"/>
          </p15:clr>
        </p15:guide>
        <p15:guide id="2" pos="325">
          <p15:clr>
            <a:srgbClr val="F26B43"/>
          </p15:clr>
        </p15:guide>
        <p15:guide id="3" pos="166">
          <p15:clr>
            <a:srgbClr val="F26B43"/>
          </p15:clr>
        </p15:guide>
        <p15:guide id="4" pos="7514">
          <p15:clr>
            <a:srgbClr val="F26B43"/>
          </p15:clr>
        </p15:guide>
        <p15:guide id="5" pos="7333">
          <p15:clr>
            <a:srgbClr val="F26B43"/>
          </p15:clr>
        </p15:guide>
        <p15:guide id="6" orient="horz" pos="4156">
          <p15:clr>
            <a:srgbClr val="F26B43"/>
          </p15:clr>
        </p15:guide>
        <p15:guide id="7" orient="horz" pos="232">
          <p15:clr>
            <a:srgbClr val="F26B43"/>
          </p15:clr>
        </p15:guide>
        <p15:guide id="8" pos="3840">
          <p15:clr>
            <a:srgbClr val="F26B43"/>
          </p15:clr>
        </p15:guide>
        <p15:guide id="9" orient="horz" pos="867">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slideLayout" Target="../slideLayouts/slideLayout52.xml"/><Relationship Id="rId4" Type="http://schemas.openxmlformats.org/officeDocument/2006/relationships/image" Target="../media/image3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FF0011B-A60B-C961-C4F8-0A2BEB19567E}"/>
              </a:ext>
            </a:extLst>
          </p:cNvPr>
          <p:cNvSpPr>
            <a:spLocks noGrp="1"/>
          </p:cNvSpPr>
          <p:nvPr>
            <p:ph type="title"/>
          </p:nvPr>
        </p:nvSpPr>
        <p:spPr/>
        <p:txBody>
          <a:bodyPr>
            <a:normAutofit/>
          </a:bodyPr>
          <a:lstStyle/>
          <a:p>
            <a:r>
              <a:rPr lang="en-US" altLang="en-US" dirty="0"/>
              <a:t>IAS 16: PROPERTY, PLANT AND EQUIPMENT </a:t>
            </a:r>
            <a:endParaRPr lang="en-ZA" dirty="0"/>
          </a:p>
        </p:txBody>
      </p:sp>
      <p:pic>
        <p:nvPicPr>
          <p:cNvPr id="9" name="Picture 2" descr="Related image">
            <a:extLst>
              <a:ext uri="{FF2B5EF4-FFF2-40B4-BE49-F238E27FC236}">
                <a16:creationId xmlns:a16="http://schemas.microsoft.com/office/drawing/2014/main" id="{413261D6-8192-860D-B62B-36DBEFC22D6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39652" y="4121493"/>
            <a:ext cx="1512168" cy="151216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Related image">
            <a:extLst>
              <a:ext uri="{FF2B5EF4-FFF2-40B4-BE49-F238E27FC236}">
                <a16:creationId xmlns:a16="http://schemas.microsoft.com/office/drawing/2014/main" id="{C4B0E547-8B56-D30B-E8E5-A6FF513B391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4055" y="4283075"/>
            <a:ext cx="2070181" cy="118900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Related image">
            <a:extLst>
              <a:ext uri="{FF2B5EF4-FFF2-40B4-BE49-F238E27FC236}">
                <a16:creationId xmlns:a16="http://schemas.microsoft.com/office/drawing/2014/main" id="{4B0C6232-1A31-9CC6-BEFE-74774F0371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4168" y="4234637"/>
            <a:ext cx="1714500" cy="1285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1869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PART II</a:t>
            </a:r>
          </a:p>
        </p:txBody>
      </p:sp>
      <p:sp>
        <p:nvSpPr>
          <p:cNvPr id="4" name="Content Placeholder 3"/>
          <p:cNvSpPr>
            <a:spLocks noGrp="1"/>
          </p:cNvSpPr>
          <p:nvPr>
            <p:ph idx="1"/>
          </p:nvPr>
        </p:nvSpPr>
        <p:spPr>
          <a:xfrm>
            <a:off x="299591" y="1426437"/>
            <a:ext cx="8736905" cy="5155610"/>
          </a:xfrm>
        </p:spPr>
        <p:txBody>
          <a:bodyPr>
            <a:noAutofit/>
          </a:bodyPr>
          <a:lstStyle/>
          <a:p>
            <a:pPr>
              <a:buFont typeface="Wingdings" panose="05000000000000000000" pitchFamily="2" charset="2"/>
              <a:buChar char="Ø"/>
            </a:pPr>
            <a:r>
              <a:rPr lang="en-ZA" sz="2400" dirty="0">
                <a:latin typeface="+mn-lt"/>
              </a:rPr>
              <a:t>Exchange of </a:t>
            </a:r>
            <a:r>
              <a:rPr lang="en-ZA" sz="2400">
                <a:latin typeface="+mn-lt"/>
              </a:rPr>
              <a:t>assets </a:t>
            </a:r>
            <a:r>
              <a:rPr lang="en-ZA">
                <a:latin typeface="+mn-lt"/>
              </a:rPr>
              <a:t>(</a:t>
            </a:r>
            <a:r>
              <a:rPr lang="en-ZA" dirty="0"/>
              <a:t>Derecognition: trade-in, exchange and insurance)</a:t>
            </a:r>
            <a:endParaRPr lang="en-ZA" sz="2400" dirty="0">
              <a:latin typeface="+mn-lt"/>
            </a:endParaRPr>
          </a:p>
          <a:p>
            <a:pPr>
              <a:buFont typeface="Wingdings" panose="05000000000000000000" pitchFamily="2" charset="2"/>
              <a:buChar char="Ø"/>
            </a:pPr>
            <a:endParaRPr lang="en-ZA" sz="2400" dirty="0">
              <a:latin typeface="+mn-lt"/>
            </a:endParaRPr>
          </a:p>
          <a:p>
            <a:pPr>
              <a:buFont typeface="Wingdings" panose="05000000000000000000" pitchFamily="2" charset="2"/>
              <a:buChar char="Ø"/>
            </a:pPr>
            <a:r>
              <a:rPr lang="en-ZA" sz="2400" dirty="0">
                <a:latin typeface="+mn-lt"/>
              </a:rPr>
              <a:t> Component approach</a:t>
            </a:r>
          </a:p>
          <a:p>
            <a:pPr>
              <a:buFont typeface="Wingdings" panose="05000000000000000000" pitchFamily="2" charset="2"/>
              <a:buChar char="Ø"/>
            </a:pPr>
            <a:endParaRPr lang="en-ZA" sz="2400" dirty="0">
              <a:latin typeface="+mn-lt"/>
            </a:endParaRPr>
          </a:p>
          <a:p>
            <a:pPr>
              <a:buFont typeface="Wingdings" panose="05000000000000000000" pitchFamily="2" charset="2"/>
              <a:buChar char="Ø"/>
            </a:pPr>
            <a:r>
              <a:rPr lang="en-ZA" sz="2400" dirty="0">
                <a:latin typeface="+mn-lt"/>
              </a:rPr>
              <a:t> Inspection costs</a:t>
            </a:r>
          </a:p>
          <a:p>
            <a:pPr>
              <a:buFont typeface="Wingdings" panose="05000000000000000000" pitchFamily="2" charset="2"/>
              <a:buChar char="Ø"/>
            </a:pPr>
            <a:endParaRPr lang="en-ZA" sz="2400" dirty="0">
              <a:latin typeface="+mn-lt"/>
            </a:endParaRPr>
          </a:p>
        </p:txBody>
      </p:sp>
    </p:spTree>
    <p:extLst>
      <p:ext uri="{BB962C8B-B14F-4D97-AF65-F5344CB8AC3E}">
        <p14:creationId xmlns:p14="http://schemas.microsoft.com/office/powerpoint/2010/main" val="2000918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normAutofit/>
          </a:bodyPr>
          <a:lstStyle/>
          <a:p>
            <a:pPr algn="l" eaLnBrk="1" hangingPunct="1"/>
            <a:r>
              <a:rPr lang="en-GB" altLang="en-US" dirty="0"/>
              <a:t>COST MEASUREMENT: </a:t>
            </a:r>
            <a:br>
              <a:rPr lang="en-GB" altLang="en-US" dirty="0"/>
            </a:br>
            <a:r>
              <a:rPr lang="en-GB" altLang="en-US" dirty="0"/>
              <a:t>exchange of assets</a:t>
            </a:r>
          </a:p>
        </p:txBody>
      </p:sp>
      <p:sp>
        <p:nvSpPr>
          <p:cNvPr id="6" name="Rectangle 5"/>
          <p:cNvSpPr/>
          <p:nvPr/>
        </p:nvSpPr>
        <p:spPr>
          <a:xfrm>
            <a:off x="4572000" y="2780928"/>
            <a:ext cx="3132348" cy="462771"/>
          </a:xfrm>
          <a:prstGeom prst="rect">
            <a:avLst/>
          </a:prstGeom>
          <a:ln w="38100">
            <a:prstDash val="sysDot"/>
          </a:ln>
        </p:spPr>
        <p:style>
          <a:lnRef idx="2">
            <a:schemeClr val="accent2"/>
          </a:lnRef>
          <a:fillRef idx="1">
            <a:schemeClr val="lt1"/>
          </a:fillRef>
          <a:effectRef idx="0">
            <a:schemeClr val="accent2"/>
          </a:effectRef>
          <a:fontRef idx="minor">
            <a:schemeClr val="dk1"/>
          </a:fontRef>
        </p:style>
        <p:txBody>
          <a:bodyPr rtlCol="0" anchor="ctr"/>
          <a:lstStyle/>
          <a:p>
            <a:pPr algn="ctr" fontAlgn="base">
              <a:spcBef>
                <a:spcPct val="0"/>
              </a:spcBef>
              <a:spcAft>
                <a:spcPct val="0"/>
              </a:spcAft>
            </a:pPr>
            <a:r>
              <a:rPr lang="en-ZA" sz="1800" dirty="0">
                <a:solidFill>
                  <a:srgbClr val="4D5356"/>
                </a:solidFill>
                <a:latin typeface="Calibri" panose="020F0502020204030204"/>
              </a:rPr>
              <a:t>Fair value definition</a:t>
            </a:r>
          </a:p>
        </p:txBody>
      </p:sp>
      <p:sp>
        <p:nvSpPr>
          <p:cNvPr id="3" name="Content Placeholder 2"/>
          <p:cNvSpPr>
            <a:spLocks noGrp="1"/>
          </p:cNvSpPr>
          <p:nvPr>
            <p:ph idx="1"/>
          </p:nvPr>
        </p:nvSpPr>
        <p:spPr>
          <a:xfrm>
            <a:off x="205741" y="2045739"/>
            <a:ext cx="8833103" cy="3741018"/>
          </a:xfrm>
        </p:spPr>
        <p:txBody>
          <a:bodyPr>
            <a:normAutofit/>
          </a:bodyPr>
          <a:lstStyle/>
          <a:p>
            <a:pPr marL="0" indent="0" defTabSz="167879">
              <a:buNone/>
              <a:tabLst>
                <a:tab pos="535781" algn="l"/>
              </a:tabLst>
              <a:defRPr/>
            </a:pPr>
            <a:r>
              <a:rPr lang="en-US" b="1" dirty="0">
                <a:latin typeface="+mn-lt"/>
                <a:cs typeface="Arial" panose="020B0604020202020204" pitchFamily="34" charset="0"/>
              </a:rPr>
              <a:t>(.24)</a:t>
            </a:r>
            <a:r>
              <a:rPr lang="en-US" dirty="0">
                <a:latin typeface="+mn-lt"/>
                <a:cs typeface="Arial" panose="020B0604020202020204" pitchFamily="34" charset="0"/>
              </a:rPr>
              <a:t> </a:t>
            </a:r>
            <a:r>
              <a:rPr lang="en-US" b="1" dirty="0">
                <a:latin typeface="+mn-lt"/>
                <a:cs typeface="Arial" panose="020B0604020202020204" pitchFamily="34" charset="0"/>
              </a:rPr>
              <a:t>Exchange of assets</a:t>
            </a:r>
          </a:p>
          <a:p>
            <a:pPr marL="0" indent="0" defTabSz="167879">
              <a:buNone/>
              <a:tabLst>
                <a:tab pos="535781" algn="l"/>
              </a:tabLst>
              <a:defRPr/>
            </a:pPr>
            <a:r>
              <a:rPr lang="en-US" dirty="0">
                <a:latin typeface="+mn-lt"/>
                <a:cs typeface="Arial" panose="020B0604020202020204" pitchFamily="34" charset="0"/>
              </a:rPr>
              <a:t>Items of PPE may be acquired in exchange for non-monetary asset or a combination of non-monetary &amp; monetary items:</a:t>
            </a:r>
          </a:p>
          <a:p>
            <a:pPr defTabSz="167879">
              <a:buFont typeface="Wingdings" panose="05000000000000000000" pitchFamily="2" charset="2"/>
              <a:buChar char="Ø"/>
              <a:tabLst>
                <a:tab pos="535781" algn="l"/>
              </a:tabLst>
              <a:defRPr/>
            </a:pPr>
            <a:endParaRPr lang="en-US" dirty="0">
              <a:latin typeface="+mn-lt"/>
              <a:cs typeface="Arial" panose="020B0604020202020204" pitchFamily="34" charset="0"/>
            </a:endParaRPr>
          </a:p>
          <a:p>
            <a:pPr defTabSz="167879">
              <a:buFont typeface="Wingdings" panose="05000000000000000000" pitchFamily="2" charset="2"/>
              <a:buChar char="Ø"/>
              <a:tabLst>
                <a:tab pos="535781" algn="l"/>
              </a:tabLst>
              <a:defRPr/>
            </a:pPr>
            <a:endParaRPr lang="en-US" dirty="0">
              <a:latin typeface="+mn-lt"/>
              <a:cs typeface="Arial" panose="020B0604020202020204" pitchFamily="34" charset="0"/>
            </a:endParaRPr>
          </a:p>
          <a:p>
            <a:pPr marL="596504" lvl="1" indent="-261938" defTabSz="167879">
              <a:buFont typeface="Wingdings" panose="05000000000000000000" pitchFamily="2" charset="2"/>
              <a:buChar char="Ø"/>
              <a:tabLst>
                <a:tab pos="535781" algn="l"/>
              </a:tabLst>
              <a:defRPr/>
            </a:pPr>
            <a:r>
              <a:rPr lang="en-US" sz="1800" dirty="0">
                <a:latin typeface="+mn-lt"/>
                <a:cs typeface="Arial" panose="020B0604020202020204" pitchFamily="34" charset="0"/>
              </a:rPr>
              <a:t>Cost = fair value of asset given up, unless the fair value of the asset received is clearly more evident, </a:t>
            </a:r>
            <a:r>
              <a:rPr lang="en-US" sz="1800" b="1" dirty="0">
                <a:latin typeface="+mn-lt"/>
                <a:cs typeface="Arial" panose="020B0604020202020204" pitchFamily="34" charset="0"/>
              </a:rPr>
              <a:t>OR</a:t>
            </a:r>
            <a:r>
              <a:rPr lang="en-US" sz="1800" dirty="0">
                <a:latin typeface="+mn-lt"/>
                <a:cs typeface="Arial" panose="020B0604020202020204" pitchFamily="34" charset="0"/>
              </a:rPr>
              <a:t> the fair value of the asset given up can not be measured reliably</a:t>
            </a:r>
          </a:p>
          <a:p>
            <a:pPr marL="596504" lvl="1" indent="-261938" defTabSz="167879">
              <a:buFont typeface="Wingdings" panose="05000000000000000000" pitchFamily="2" charset="2"/>
              <a:buChar char="Ø"/>
              <a:tabLst>
                <a:tab pos="535781" algn="l"/>
              </a:tabLst>
              <a:defRPr/>
            </a:pPr>
            <a:endParaRPr lang="en-US" sz="1800" dirty="0">
              <a:latin typeface="+mn-lt"/>
              <a:cs typeface="Arial" panose="020B0604020202020204" pitchFamily="34" charset="0"/>
            </a:endParaRPr>
          </a:p>
          <a:p>
            <a:pPr marL="596504" lvl="1" indent="-261938" defTabSz="167879">
              <a:buFont typeface="Wingdings" panose="05000000000000000000" pitchFamily="2" charset="2"/>
              <a:buChar char="Ø"/>
              <a:tabLst>
                <a:tab pos="535781" algn="l"/>
              </a:tabLst>
              <a:defRPr/>
            </a:pPr>
            <a:r>
              <a:rPr lang="en-US" sz="1800" dirty="0">
                <a:latin typeface="+mn-lt"/>
                <a:cs typeface="Arial" panose="020B0604020202020204" pitchFamily="34" charset="0"/>
              </a:rPr>
              <a:t>Except when:</a:t>
            </a:r>
          </a:p>
          <a:p>
            <a:pPr marL="334566" lvl="1" indent="0" defTabSz="167879">
              <a:buNone/>
              <a:tabLst>
                <a:tab pos="535781" algn="l"/>
              </a:tabLst>
              <a:defRPr/>
            </a:pPr>
            <a:r>
              <a:rPr lang="en-US" sz="1800" dirty="0">
                <a:latin typeface="+mn-lt"/>
                <a:cs typeface="Arial" panose="020B0604020202020204" pitchFamily="34" charset="0"/>
              </a:rPr>
              <a:t>    (a)  Transaction has no commercial substance, or</a:t>
            </a:r>
          </a:p>
          <a:p>
            <a:pPr marL="334566" lvl="1" indent="0" defTabSz="167879">
              <a:buNone/>
              <a:tabLst>
                <a:tab pos="535781" algn="l"/>
              </a:tabLst>
              <a:defRPr/>
            </a:pPr>
            <a:r>
              <a:rPr lang="en-US" sz="1800" dirty="0">
                <a:latin typeface="+mn-lt"/>
                <a:cs typeface="Arial" panose="020B0604020202020204" pitchFamily="34" charset="0"/>
              </a:rPr>
              <a:t>	(b)  Fair value of none of the assets (given up or received) can be measured reliably</a:t>
            </a:r>
            <a:endParaRPr lang="en-ZA" sz="1800" dirty="0">
              <a:latin typeface="+mn-lt"/>
              <a:cs typeface="Arial" panose="020B0604020202020204" pitchFamily="34" charset="0"/>
            </a:endParaRPr>
          </a:p>
        </p:txBody>
      </p:sp>
    </p:spTree>
    <p:extLst>
      <p:ext uri="{BB962C8B-B14F-4D97-AF65-F5344CB8AC3E}">
        <p14:creationId xmlns:p14="http://schemas.microsoft.com/office/powerpoint/2010/main" val="1809850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normAutofit/>
          </a:bodyPr>
          <a:lstStyle/>
          <a:p>
            <a:r>
              <a:rPr lang="en-GB" altLang="en-US" dirty="0"/>
              <a:t>COST MEASUREMENT: </a:t>
            </a:r>
            <a:br>
              <a:rPr lang="en-GB" altLang="en-US" dirty="0"/>
            </a:br>
            <a:r>
              <a:rPr lang="en-GB" altLang="en-US" dirty="0"/>
              <a:t>exchange of assets</a:t>
            </a:r>
          </a:p>
        </p:txBody>
      </p:sp>
      <p:pic>
        <p:nvPicPr>
          <p:cNvPr id="6" name="Picture 2" descr="Image result for till clipar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38264" y="4834994"/>
            <a:ext cx="1206085" cy="990497"/>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1"/>
          <p:cNvSpPr>
            <a:spLocks noGrp="1"/>
          </p:cNvSpPr>
          <p:nvPr>
            <p:ph idx="1"/>
          </p:nvPr>
        </p:nvSpPr>
        <p:spPr>
          <a:xfrm>
            <a:off x="244308" y="1988902"/>
            <a:ext cx="8465352" cy="3866708"/>
          </a:xfrm>
        </p:spPr>
        <p:txBody>
          <a:bodyPr>
            <a:normAutofit/>
          </a:bodyPr>
          <a:lstStyle/>
          <a:p>
            <a:pPr marL="0" indent="0" defTabSz="167879">
              <a:buNone/>
              <a:tabLst>
                <a:tab pos="535781" algn="l"/>
              </a:tabLst>
              <a:defRPr/>
            </a:pPr>
            <a:r>
              <a:rPr lang="en-US" b="1" dirty="0">
                <a:latin typeface="+mn-lt"/>
                <a:cs typeface="Arial" panose="020B0604020202020204" pitchFamily="34" charset="0"/>
              </a:rPr>
              <a:t>Exchange of assets</a:t>
            </a:r>
          </a:p>
          <a:p>
            <a:pPr marL="0" indent="0" defTabSz="167879">
              <a:buNone/>
              <a:tabLst>
                <a:tab pos="535781" algn="l"/>
              </a:tabLst>
              <a:defRPr/>
            </a:pPr>
            <a:r>
              <a:rPr lang="en-US" b="1" dirty="0">
                <a:latin typeface="+mn-lt"/>
                <a:cs typeface="Arial" panose="020B0604020202020204" pitchFamily="34" charset="0"/>
              </a:rPr>
              <a:t>	</a:t>
            </a:r>
            <a:endParaRPr lang="en-US" dirty="0">
              <a:latin typeface="+mn-lt"/>
              <a:cs typeface="Arial" panose="020B0604020202020204" pitchFamily="34" charset="0"/>
            </a:endParaRPr>
          </a:p>
          <a:p>
            <a:pPr marL="334566" lvl="1" indent="0" defTabSz="167879">
              <a:buNone/>
              <a:tabLst>
                <a:tab pos="535781" algn="l"/>
              </a:tabLst>
              <a:defRPr/>
            </a:pPr>
            <a:r>
              <a:rPr lang="en-US" sz="1800" b="1" dirty="0">
                <a:latin typeface="+mn-lt"/>
                <a:cs typeface="Arial" panose="020B0604020202020204" pitchFamily="34" charset="0"/>
              </a:rPr>
              <a:t>(.25)</a:t>
            </a:r>
            <a:r>
              <a:rPr lang="en-US" sz="1800" dirty="0">
                <a:latin typeface="+mn-lt"/>
                <a:cs typeface="Arial" panose="020B0604020202020204" pitchFamily="34" charset="0"/>
              </a:rPr>
              <a:t> An entity determines whether an exchange transaction has commercial substance by considering the extent to which its future cash flows are expected to change as a result of the transaction. </a:t>
            </a:r>
          </a:p>
          <a:p>
            <a:pPr marL="591741" lvl="1" indent="-257175" defTabSz="167879">
              <a:buFont typeface="Wingdings" panose="05000000000000000000" pitchFamily="2" charset="2"/>
              <a:buChar char="Ø"/>
              <a:tabLst>
                <a:tab pos="535781" algn="l"/>
              </a:tabLst>
              <a:defRPr/>
            </a:pPr>
            <a:endParaRPr lang="en-US" sz="1800" dirty="0">
              <a:latin typeface="+mn-lt"/>
              <a:cs typeface="Arial" panose="020B0604020202020204" pitchFamily="34" charset="0"/>
            </a:endParaRPr>
          </a:p>
          <a:p>
            <a:pPr marL="591741" lvl="1" indent="-257175" defTabSz="167879">
              <a:buFont typeface="Wingdings" panose="05000000000000000000" pitchFamily="2" charset="2"/>
              <a:buChar char="Ø"/>
              <a:tabLst>
                <a:tab pos="535781" algn="l"/>
              </a:tabLst>
              <a:defRPr/>
            </a:pPr>
            <a:r>
              <a:rPr lang="en-US" sz="1800" dirty="0">
                <a:latin typeface="+mn-lt"/>
                <a:cs typeface="Arial" panose="020B0604020202020204" pitchFamily="34" charset="0"/>
              </a:rPr>
              <a:t>If acquired item is not measured at FV</a:t>
            </a:r>
          </a:p>
          <a:p>
            <a:pPr marL="891779" lvl="2" indent="-257175" defTabSz="167879">
              <a:buFont typeface="Wingdings" panose="05000000000000000000" pitchFamily="2" charset="2"/>
              <a:buChar char="Ø"/>
              <a:tabLst>
                <a:tab pos="535781" algn="l"/>
              </a:tabLst>
              <a:defRPr/>
            </a:pPr>
            <a:r>
              <a:rPr lang="en-US" sz="1800" dirty="0">
                <a:latin typeface="+mn-lt"/>
                <a:cs typeface="Arial" panose="020B0604020202020204" pitchFamily="34" charset="0"/>
              </a:rPr>
              <a:t>Cost = Carrying amount of asset given up</a:t>
            </a:r>
          </a:p>
          <a:p>
            <a:pPr marL="891779" lvl="2" indent="-257175" defTabSz="167879">
              <a:buFont typeface="Wingdings" panose="05000000000000000000" pitchFamily="2" charset="2"/>
              <a:buChar char="Ø"/>
              <a:tabLst>
                <a:tab pos="535781" algn="l"/>
              </a:tabLst>
              <a:defRPr/>
            </a:pPr>
            <a:endParaRPr lang="en-US" sz="1800" dirty="0">
              <a:latin typeface="+mn-lt"/>
              <a:cs typeface="Arial" panose="020B0604020202020204" pitchFamily="34" charset="0"/>
            </a:endParaRPr>
          </a:p>
          <a:p>
            <a:pPr marL="634604" lvl="2" indent="0" defTabSz="167879">
              <a:buNone/>
              <a:tabLst>
                <a:tab pos="535781" algn="l"/>
              </a:tabLst>
              <a:defRPr/>
            </a:pPr>
            <a:r>
              <a:rPr lang="en-US" sz="1800" b="1" dirty="0">
                <a:latin typeface="+mn-lt"/>
                <a:cs typeface="Arial" panose="020B0604020202020204" pitchFamily="34" charset="0"/>
              </a:rPr>
              <a:t>Example 9</a:t>
            </a:r>
          </a:p>
          <a:p>
            <a:pPr marL="634604" lvl="2" indent="0" defTabSz="167879">
              <a:buNone/>
              <a:tabLst>
                <a:tab pos="535781" algn="l"/>
              </a:tabLst>
              <a:defRPr/>
            </a:pPr>
            <a:endParaRPr lang="en-US" sz="1800" dirty="0">
              <a:latin typeface="+mn-lt"/>
              <a:cs typeface="Arial" panose="020B0604020202020204" pitchFamily="34" charset="0"/>
            </a:endParaRPr>
          </a:p>
        </p:txBody>
      </p:sp>
    </p:spTree>
    <p:extLst>
      <p:ext uri="{BB962C8B-B14F-4D97-AF65-F5344CB8AC3E}">
        <p14:creationId xmlns:p14="http://schemas.microsoft.com/office/powerpoint/2010/main" val="3491103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Image result for airplane clip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216" y="5477479"/>
            <a:ext cx="2544217" cy="1119455"/>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1"/>
          <p:cNvSpPr>
            <a:spLocks noGrp="1"/>
          </p:cNvSpPr>
          <p:nvPr>
            <p:ph idx="1"/>
          </p:nvPr>
        </p:nvSpPr>
        <p:spPr>
          <a:xfrm>
            <a:off x="0" y="1642211"/>
            <a:ext cx="8880921" cy="4023360"/>
          </a:xfrm>
        </p:spPr>
        <p:txBody>
          <a:bodyPr>
            <a:normAutofit/>
          </a:bodyPr>
          <a:lstStyle/>
          <a:p>
            <a:pPr marL="334454" indent="0" defTabSz="223838">
              <a:buNone/>
              <a:tabLst>
                <a:tab pos="630238" algn="l"/>
              </a:tabLst>
            </a:pPr>
            <a:r>
              <a:rPr lang="en-US" altLang="en-US" sz="2000" b="1" dirty="0">
                <a:latin typeface="+mn-lt"/>
                <a:cs typeface="Arial" panose="020B0604020202020204" pitchFamily="34" charset="0"/>
              </a:rPr>
              <a:t>(.9)</a:t>
            </a:r>
            <a:r>
              <a:rPr lang="en-US" altLang="en-US" sz="2000" dirty="0">
                <a:latin typeface="+mn-lt"/>
                <a:cs typeface="Arial" panose="020B0604020202020204" pitchFamily="34" charset="0"/>
              </a:rPr>
              <a:t> IAS 16 does not prescribe the unit of measure for recognition, </a:t>
            </a:r>
            <a:r>
              <a:rPr lang="en-US" altLang="en-US" sz="2000" dirty="0">
                <a:latin typeface="+mn-lt"/>
                <a:cs typeface="Arial" panose="020B0604020202020204" pitchFamily="34" charset="0"/>
                <a:sym typeface="Wingdings" pitchFamily="2" charset="2"/>
              </a:rPr>
              <a:t>use </a:t>
            </a:r>
            <a:r>
              <a:rPr lang="en-US" altLang="en-US" sz="2000" b="1" dirty="0">
                <a:latin typeface="+mn-lt"/>
                <a:cs typeface="Arial" panose="020B0604020202020204" pitchFamily="34" charset="0"/>
                <a:sym typeface="Wingdings" pitchFamily="2" charset="2"/>
              </a:rPr>
              <a:t>judgement</a:t>
            </a:r>
            <a:r>
              <a:rPr lang="en-US" altLang="en-US" sz="2000" dirty="0">
                <a:latin typeface="+mn-lt"/>
                <a:cs typeface="Arial" panose="020B0604020202020204" pitchFamily="34" charset="0"/>
                <a:sym typeface="Wingdings" pitchFamily="2" charset="2"/>
              </a:rPr>
              <a:t> and aggregate individually insignificant items.</a:t>
            </a:r>
          </a:p>
          <a:p>
            <a:pPr marL="866267" indent="-531813" defTabSz="223838">
              <a:buFont typeface="Wingdings" panose="05000000000000000000" pitchFamily="2" charset="2"/>
              <a:buChar char="Ø"/>
              <a:tabLst>
                <a:tab pos="630238" algn="l"/>
              </a:tabLst>
            </a:pPr>
            <a:r>
              <a:rPr lang="en-US" altLang="en-US" sz="2000" dirty="0">
                <a:latin typeface="+mn-lt"/>
                <a:cs typeface="Arial" panose="020B0604020202020204" pitchFamily="34" charset="0"/>
                <a:sym typeface="Wingdings" pitchFamily="2" charset="2"/>
              </a:rPr>
              <a:t>Entity thus evaluates all PPE costs at the time they are incurred.</a:t>
            </a:r>
          </a:p>
          <a:p>
            <a:pPr marL="866267" indent="-531813" defTabSz="223838">
              <a:buFont typeface="Wingdings" panose="05000000000000000000" pitchFamily="2" charset="2"/>
              <a:buChar char="Ø"/>
              <a:tabLst>
                <a:tab pos="630238" algn="l"/>
              </a:tabLst>
            </a:pPr>
            <a:r>
              <a:rPr lang="en-US" altLang="en-US" sz="2000" dirty="0">
                <a:latin typeface="+mn-lt"/>
                <a:cs typeface="Arial" panose="020B0604020202020204" pitchFamily="34" charset="0"/>
                <a:sym typeface="Wingdings" pitchFamily="2" charset="2"/>
              </a:rPr>
              <a:t>PPE cost includes:</a:t>
            </a:r>
          </a:p>
          <a:p>
            <a:pPr marL="1558925" lvl="2" indent="-531813" defTabSz="223838">
              <a:buFont typeface="Wingdings" panose="05000000000000000000" pitchFamily="2" charset="2"/>
              <a:buChar char="Ø"/>
              <a:tabLst>
                <a:tab pos="630238" algn="l"/>
              </a:tabLst>
            </a:pPr>
            <a:r>
              <a:rPr lang="en-US" altLang="en-US" sz="2000" dirty="0">
                <a:latin typeface="+mn-lt"/>
                <a:cs typeface="Arial" panose="020B0604020202020204" pitchFamily="34" charset="0"/>
                <a:sym typeface="Wingdings" pitchFamily="2" charset="2"/>
              </a:rPr>
              <a:t>Initial costs incurred to acquire or construct an item of PPE; and</a:t>
            </a:r>
          </a:p>
          <a:p>
            <a:pPr marL="1558925" lvl="2" indent="-531813" defTabSz="223838">
              <a:buFont typeface="Wingdings" panose="05000000000000000000" pitchFamily="2" charset="2"/>
              <a:buChar char="Ø"/>
              <a:tabLst>
                <a:tab pos="630238" algn="l"/>
              </a:tabLst>
            </a:pPr>
            <a:r>
              <a:rPr lang="en-US" altLang="en-US" sz="2000" dirty="0">
                <a:latin typeface="+mn-lt"/>
                <a:cs typeface="Arial" panose="020B0604020202020204" pitchFamily="34" charset="0"/>
                <a:sym typeface="Wingdings" pitchFamily="2" charset="2"/>
              </a:rPr>
              <a:t>Subsequent cost to add to, replace part of, or service item of PPE. (NB refer to par.12)</a:t>
            </a:r>
            <a:endParaRPr lang="en-US" altLang="en-US" sz="2000" dirty="0">
              <a:solidFill>
                <a:srgbClr val="FF0000"/>
              </a:solidFill>
              <a:latin typeface="+mn-lt"/>
              <a:cs typeface="Arial" panose="020B0604020202020204" pitchFamily="34" charset="0"/>
              <a:sym typeface="Wingdings" pitchFamily="2" charset="2"/>
            </a:endParaRPr>
          </a:p>
        </p:txBody>
      </p:sp>
      <p:sp>
        <p:nvSpPr>
          <p:cNvPr id="5" name="Title 4">
            <a:extLst>
              <a:ext uri="{FF2B5EF4-FFF2-40B4-BE49-F238E27FC236}">
                <a16:creationId xmlns:a16="http://schemas.microsoft.com/office/drawing/2014/main" id="{AF24D1D1-9199-2861-5ED4-1379EEF46C4C}"/>
              </a:ext>
            </a:extLst>
          </p:cNvPr>
          <p:cNvSpPr>
            <a:spLocks noGrp="1"/>
          </p:cNvSpPr>
          <p:nvPr>
            <p:ph type="title"/>
          </p:nvPr>
        </p:nvSpPr>
        <p:spPr/>
        <p:txBody>
          <a:bodyPr/>
          <a:lstStyle/>
          <a:p>
            <a:r>
              <a:rPr lang="en-GB" altLang="en-US" dirty="0">
                <a:cs typeface="Arial" charset="0"/>
              </a:rPr>
              <a:t>RECOGNITION</a:t>
            </a:r>
            <a:br>
              <a:rPr lang="en-GB" altLang="en-US" dirty="0">
                <a:cs typeface="Arial" charset="0"/>
              </a:rPr>
            </a:br>
            <a:r>
              <a:rPr lang="en-GB" altLang="en-US" dirty="0">
                <a:cs typeface="Arial" charset="0"/>
              </a:rPr>
              <a:t>Components</a:t>
            </a:r>
            <a:endParaRPr lang="en-ZA" dirty="0"/>
          </a:p>
        </p:txBody>
      </p:sp>
    </p:spTree>
    <p:extLst>
      <p:ext uri="{BB962C8B-B14F-4D97-AF65-F5344CB8AC3E}">
        <p14:creationId xmlns:p14="http://schemas.microsoft.com/office/powerpoint/2010/main" val="662311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7503" y="1482007"/>
            <a:ext cx="8952929" cy="4023360"/>
          </a:xfrm>
        </p:spPr>
        <p:txBody>
          <a:bodyPr>
            <a:normAutofit/>
          </a:bodyPr>
          <a:lstStyle/>
          <a:p>
            <a:pPr marL="334454" indent="0" defTabSz="223838">
              <a:buNone/>
              <a:tabLst>
                <a:tab pos="630238" algn="l"/>
              </a:tabLst>
            </a:pPr>
            <a:r>
              <a:rPr lang="en-US" sz="2000" b="1" dirty="0">
                <a:latin typeface="+mn-lt"/>
                <a:cs typeface="Arial" panose="020B0604020202020204" pitchFamily="34" charset="0"/>
              </a:rPr>
              <a:t>(.44)</a:t>
            </a:r>
            <a:r>
              <a:rPr lang="en-US" sz="2000" dirty="0">
                <a:latin typeface="+mn-lt"/>
                <a:cs typeface="Arial" panose="020B0604020202020204" pitchFamily="34" charset="0"/>
              </a:rPr>
              <a:t> </a:t>
            </a:r>
            <a:r>
              <a:rPr lang="en-US" altLang="en-US" sz="2000" dirty="0">
                <a:latin typeface="+mn-lt"/>
                <a:cs typeface="Arial" panose="020B0604020202020204" pitchFamily="34" charset="0"/>
              </a:rPr>
              <a:t>An entity must </a:t>
            </a:r>
            <a:r>
              <a:rPr lang="en-US" altLang="en-US" sz="2000" b="1" dirty="0">
                <a:solidFill>
                  <a:srgbClr val="FF0000"/>
                </a:solidFill>
                <a:latin typeface="+mn-lt"/>
                <a:cs typeface="Arial" panose="020B0604020202020204" pitchFamily="34" charset="0"/>
              </a:rPr>
              <a:t>allocate</a:t>
            </a:r>
            <a:r>
              <a:rPr lang="en-US" altLang="en-US" sz="2000" dirty="0">
                <a:latin typeface="+mn-lt"/>
                <a:cs typeface="Arial" panose="020B0604020202020204" pitchFamily="34" charset="0"/>
              </a:rPr>
              <a:t> the amount initially recognised as a PPE item to the significant components of the item.</a:t>
            </a:r>
          </a:p>
          <a:p>
            <a:pPr marL="334454" indent="0" defTabSz="223838">
              <a:buNone/>
              <a:tabLst>
                <a:tab pos="630238" algn="l"/>
              </a:tabLst>
            </a:pPr>
            <a:endParaRPr lang="en-US" altLang="en-US" sz="2000" dirty="0">
              <a:latin typeface="+mn-lt"/>
              <a:cs typeface="Arial" panose="020B0604020202020204" pitchFamily="34" charset="0"/>
            </a:endParaRPr>
          </a:p>
          <a:p>
            <a:pPr marL="334454" indent="0" defTabSz="223838">
              <a:buNone/>
              <a:tabLst>
                <a:tab pos="630238" algn="l"/>
              </a:tabLst>
            </a:pPr>
            <a:r>
              <a:rPr lang="en-US" sz="2000" b="1" dirty="0">
                <a:latin typeface="+mn-lt"/>
                <a:cs typeface="Arial" panose="020B0604020202020204" pitchFamily="34" charset="0"/>
              </a:rPr>
              <a:t>(.43) </a:t>
            </a:r>
            <a:r>
              <a:rPr lang="en-US" altLang="en-US" sz="2000" dirty="0">
                <a:latin typeface="+mn-lt"/>
                <a:cs typeface="Arial" panose="020B0604020202020204" pitchFamily="34" charset="0"/>
              </a:rPr>
              <a:t>Significant components are depreciated separately</a:t>
            </a:r>
          </a:p>
          <a:p>
            <a:pPr marL="620204" indent="-285750" defTabSz="223838">
              <a:buFont typeface="Wingdings" panose="05000000000000000000" pitchFamily="2" charset="2"/>
              <a:buChar char="Ø"/>
              <a:tabLst>
                <a:tab pos="630238" algn="l"/>
              </a:tabLst>
            </a:pPr>
            <a:r>
              <a:rPr lang="en-US" altLang="en-US" sz="2000" dirty="0">
                <a:latin typeface="+mn-lt"/>
                <a:cs typeface="Arial" panose="020B0604020202020204" pitchFamily="34" charset="0"/>
              </a:rPr>
              <a:t>Significant components are </a:t>
            </a:r>
            <a:r>
              <a:rPr lang="en-US" altLang="en-US" sz="2000" u="sng" dirty="0">
                <a:latin typeface="+mn-lt"/>
                <a:cs typeface="Arial" panose="020B0604020202020204" pitchFamily="34" charset="0"/>
              </a:rPr>
              <a:t>usually</a:t>
            </a:r>
            <a:r>
              <a:rPr lang="en-US" altLang="en-US" sz="2000" dirty="0">
                <a:latin typeface="+mn-lt"/>
                <a:cs typeface="Arial" panose="020B0604020202020204" pitchFamily="34" charset="0"/>
              </a:rPr>
              <a:t> a part of the PPE item with a significant cost in relation to the PPE item as a whole, or</a:t>
            </a:r>
          </a:p>
          <a:p>
            <a:pPr marL="620204" indent="-285750" defTabSz="223838">
              <a:buFont typeface="Wingdings" panose="05000000000000000000" pitchFamily="2" charset="2"/>
              <a:buChar char="Ø"/>
              <a:tabLst>
                <a:tab pos="630238" algn="l"/>
              </a:tabLst>
            </a:pPr>
            <a:r>
              <a:rPr lang="en-US" altLang="en-US" sz="2000" dirty="0">
                <a:latin typeface="+mn-lt"/>
                <a:cs typeface="Arial" panose="020B0604020202020204" pitchFamily="34" charset="0"/>
              </a:rPr>
              <a:t>Which useful life differs significantly from the rest of the PPE item.</a:t>
            </a:r>
            <a:endParaRPr lang="en-ZA" sz="2000" dirty="0">
              <a:latin typeface="+mn-lt"/>
              <a:cs typeface="Arial" panose="020B0604020202020204" pitchFamily="34" charset="0"/>
            </a:endParaRPr>
          </a:p>
        </p:txBody>
      </p:sp>
      <p:pic>
        <p:nvPicPr>
          <p:cNvPr id="5" name="Picture 2" descr="Image result for airplane clipart">
            <a:extLst>
              <a:ext uri="{FF2B5EF4-FFF2-40B4-BE49-F238E27FC236}">
                <a16:creationId xmlns:a16="http://schemas.microsoft.com/office/drawing/2014/main" id="{B4616587-A1F6-85F4-4D44-5084BABD35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216" y="5477479"/>
            <a:ext cx="2544217" cy="1119455"/>
          </a:xfrm>
          <a:prstGeom prst="rect">
            <a:avLst/>
          </a:prstGeom>
          <a:noFill/>
          <a:extLst>
            <a:ext uri="{909E8E84-426E-40DD-AFC4-6F175D3DCCD1}">
              <a14:hiddenFill xmlns:a14="http://schemas.microsoft.com/office/drawing/2010/main">
                <a:solidFill>
                  <a:srgbClr val="FFFFFF"/>
                </a:solidFill>
              </a14:hiddenFill>
            </a:ext>
          </a:extLst>
        </p:spPr>
      </p:pic>
      <p:sp>
        <p:nvSpPr>
          <p:cNvPr id="8" name="Title 4">
            <a:extLst>
              <a:ext uri="{FF2B5EF4-FFF2-40B4-BE49-F238E27FC236}">
                <a16:creationId xmlns:a16="http://schemas.microsoft.com/office/drawing/2014/main" id="{63BBAF7D-D9AA-F127-98EA-71C3B60613C4}"/>
              </a:ext>
            </a:extLst>
          </p:cNvPr>
          <p:cNvSpPr>
            <a:spLocks noGrp="1"/>
          </p:cNvSpPr>
          <p:nvPr>
            <p:ph type="title"/>
          </p:nvPr>
        </p:nvSpPr>
        <p:spPr>
          <a:xfrm>
            <a:off x="387350" y="285750"/>
            <a:ext cx="6386513" cy="1052513"/>
          </a:xfrm>
        </p:spPr>
        <p:txBody>
          <a:bodyPr/>
          <a:lstStyle/>
          <a:p>
            <a:r>
              <a:rPr lang="en-GB" altLang="en-US" dirty="0">
                <a:cs typeface="Arial" charset="0"/>
              </a:rPr>
              <a:t>RECOGNITION</a:t>
            </a:r>
            <a:br>
              <a:rPr lang="en-GB" altLang="en-US" dirty="0">
                <a:cs typeface="Arial" charset="0"/>
              </a:rPr>
            </a:br>
            <a:r>
              <a:rPr lang="en-GB" altLang="en-US" dirty="0">
                <a:cs typeface="Arial" charset="0"/>
              </a:rPr>
              <a:t>Components</a:t>
            </a:r>
            <a:endParaRPr lang="en-ZA" dirty="0"/>
          </a:p>
        </p:txBody>
      </p:sp>
    </p:spTree>
    <p:extLst>
      <p:ext uri="{BB962C8B-B14F-4D97-AF65-F5344CB8AC3E}">
        <p14:creationId xmlns:p14="http://schemas.microsoft.com/office/powerpoint/2010/main" val="1763451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a:xfrm>
            <a:off x="386954" y="285324"/>
            <a:ext cx="6633318" cy="1052900"/>
          </a:xfrm>
        </p:spPr>
        <p:txBody>
          <a:bodyPr>
            <a:normAutofit/>
          </a:bodyPr>
          <a:lstStyle/>
          <a:p>
            <a:pPr algn="l" eaLnBrk="1" hangingPunct="1"/>
            <a:r>
              <a:rPr lang="en-GB" altLang="en-US" dirty="0"/>
              <a:t>MEASUREMENT AFTER INITIAL RECOGNITION: Components</a:t>
            </a:r>
            <a:endParaRPr lang="en-GB" altLang="en-US" i="1" dirty="0"/>
          </a:p>
        </p:txBody>
      </p:sp>
      <p:sp>
        <p:nvSpPr>
          <p:cNvPr id="2" name="Content Placeholder 1"/>
          <p:cNvSpPr>
            <a:spLocks noGrp="1"/>
          </p:cNvSpPr>
          <p:nvPr>
            <p:ph idx="1"/>
          </p:nvPr>
        </p:nvSpPr>
        <p:spPr/>
        <p:txBody>
          <a:bodyPr>
            <a:normAutofit/>
          </a:bodyPr>
          <a:lstStyle/>
          <a:p>
            <a:pPr marL="0" indent="0" defTabSz="223838">
              <a:buNone/>
              <a:tabLst>
                <a:tab pos="630238" algn="l"/>
              </a:tabLst>
              <a:defRPr/>
            </a:pPr>
            <a:r>
              <a:rPr lang="en-US" sz="2000" b="1" dirty="0">
                <a:latin typeface="+mn-lt"/>
                <a:cs typeface="Arial" panose="020B0604020202020204" pitchFamily="34" charset="0"/>
              </a:rPr>
              <a:t>(.43) Depreciation </a:t>
            </a:r>
            <a:endParaRPr lang="en-US" sz="2000" b="1" dirty="0">
              <a:solidFill>
                <a:srgbClr val="FF0000"/>
              </a:solidFill>
              <a:latin typeface="+mn-lt"/>
              <a:cs typeface="Arial" panose="020B0604020202020204" pitchFamily="34" charset="0"/>
            </a:endParaRPr>
          </a:p>
          <a:p>
            <a:pPr marL="627062" lvl="1" indent="0" defTabSz="223838">
              <a:buNone/>
              <a:tabLst>
                <a:tab pos="630238" algn="l"/>
              </a:tabLst>
              <a:defRPr/>
            </a:pPr>
            <a:r>
              <a:rPr lang="en-US" sz="2000" dirty="0">
                <a:latin typeface="+mn-lt"/>
                <a:cs typeface="Arial" panose="020B0604020202020204" pitchFamily="34" charset="0"/>
              </a:rPr>
              <a:t>Each item of PPE with cost that is significant in relation to total cost of the item shall be depreciated separately</a:t>
            </a:r>
            <a:br>
              <a:rPr lang="en-US" sz="2000" dirty="0">
                <a:latin typeface="+mn-lt"/>
                <a:cs typeface="Arial" panose="020B0604020202020204" pitchFamily="34" charset="0"/>
              </a:rPr>
            </a:br>
            <a:endParaRPr lang="en-US" sz="2000" dirty="0">
              <a:latin typeface="+mn-lt"/>
              <a:cs typeface="Arial" panose="020B0604020202020204" pitchFamily="34" charset="0"/>
            </a:endParaRPr>
          </a:p>
          <a:p>
            <a:pPr defTabSz="223838">
              <a:buFont typeface="Wingdings" panose="05000000000000000000" pitchFamily="2" charset="2"/>
              <a:buChar char="Ø"/>
              <a:tabLst>
                <a:tab pos="630238" algn="l"/>
              </a:tabLst>
              <a:defRPr/>
            </a:pPr>
            <a:r>
              <a:rPr lang="en-US" sz="2000" dirty="0">
                <a:latin typeface="+mn-lt"/>
                <a:cs typeface="Arial" panose="020B0604020202020204" pitchFamily="34" charset="0"/>
              </a:rPr>
              <a:t>Components with same useful life and depreciation method – can be grouped together for calculation of depreciation</a:t>
            </a:r>
          </a:p>
          <a:p>
            <a:pPr defTabSz="223838">
              <a:buFont typeface="Wingdings" panose="05000000000000000000" pitchFamily="2" charset="2"/>
              <a:buChar char="Ø"/>
              <a:tabLst>
                <a:tab pos="630238" algn="l"/>
              </a:tabLst>
              <a:defRPr/>
            </a:pPr>
            <a:r>
              <a:rPr lang="en-US" sz="2000" dirty="0">
                <a:latin typeface="+mn-lt"/>
                <a:cs typeface="Arial" panose="020B0604020202020204" pitchFamily="34" charset="0"/>
              </a:rPr>
              <a:t>Rest of components that is not individually significant – grouped together and depreciated</a:t>
            </a:r>
          </a:p>
          <a:p>
            <a:pPr marL="969962" lvl="1" indent="-342900" defTabSz="223838">
              <a:buFont typeface="Wingdings" panose="05000000000000000000" pitchFamily="2" charset="2"/>
              <a:buChar char="Ø"/>
              <a:tabLst>
                <a:tab pos="630238" algn="l"/>
              </a:tabLst>
            </a:pPr>
            <a:endParaRPr lang="en-US" sz="2000" dirty="0">
              <a:latin typeface="+mn-lt"/>
              <a:cs typeface="Arial" panose="020B0604020202020204" pitchFamily="34" charset="0"/>
            </a:endParaRPr>
          </a:p>
        </p:txBody>
      </p:sp>
      <p:pic>
        <p:nvPicPr>
          <p:cNvPr id="4" name="Picture 2" descr="Image result for airplane clipart">
            <a:extLst>
              <a:ext uri="{FF2B5EF4-FFF2-40B4-BE49-F238E27FC236}">
                <a16:creationId xmlns:a16="http://schemas.microsoft.com/office/drawing/2014/main" id="{42734460-5EF9-9117-BF79-55BC71EA75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216" y="5477479"/>
            <a:ext cx="2544217" cy="111945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A47DE25-E626-D4B6-45D9-A55571A3AEEF}"/>
              </a:ext>
            </a:extLst>
          </p:cNvPr>
          <p:cNvSpPr txBox="1"/>
          <p:nvPr/>
        </p:nvSpPr>
        <p:spPr>
          <a:xfrm>
            <a:off x="683568" y="4365104"/>
            <a:ext cx="7776864" cy="1323439"/>
          </a:xfrm>
          <a:prstGeom prst="rect">
            <a:avLst/>
          </a:prstGeom>
          <a:noFill/>
        </p:spPr>
        <p:txBody>
          <a:bodyPr wrap="square" rtlCol="0">
            <a:spAutoFit/>
          </a:bodyPr>
          <a:lstStyle/>
          <a:p>
            <a:r>
              <a:rPr lang="en-ZA" sz="1600" b="1" dirty="0"/>
              <a:t>NB: Components are </a:t>
            </a:r>
            <a:r>
              <a:rPr lang="en-ZA" sz="1600" b="1" dirty="0">
                <a:solidFill>
                  <a:srgbClr val="FF0000"/>
                </a:solidFill>
              </a:rPr>
              <a:t>depreciated</a:t>
            </a:r>
            <a:r>
              <a:rPr lang="en-ZA" sz="1600" b="1" dirty="0"/>
              <a:t> separately but are </a:t>
            </a:r>
            <a:r>
              <a:rPr lang="en-ZA" sz="1600" b="1" dirty="0">
                <a:solidFill>
                  <a:srgbClr val="FF0000"/>
                </a:solidFill>
              </a:rPr>
              <a:t>reported</a:t>
            </a:r>
            <a:r>
              <a:rPr lang="en-ZA" sz="1600" b="1" dirty="0"/>
              <a:t> at an asset level to the external users. They are not reported separately in the AFS.</a:t>
            </a:r>
          </a:p>
          <a:p>
            <a:endParaRPr lang="en-ZA" sz="1600" b="1" dirty="0"/>
          </a:p>
          <a:p>
            <a:r>
              <a:rPr lang="en-ZA" sz="1600" b="1" dirty="0"/>
              <a:t>This means that Seats + Engine = Bus, and Bus is what is reported on in the financial statements.</a:t>
            </a:r>
          </a:p>
        </p:txBody>
      </p:sp>
    </p:spTree>
    <p:extLst>
      <p:ext uri="{BB962C8B-B14F-4D97-AF65-F5344CB8AC3E}">
        <p14:creationId xmlns:p14="http://schemas.microsoft.com/office/powerpoint/2010/main" val="4131500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1026"/>
          <p:cNvSpPr>
            <a:spLocks noGrp="1" noChangeArrowheads="1"/>
          </p:cNvSpPr>
          <p:nvPr>
            <p:ph type="title"/>
          </p:nvPr>
        </p:nvSpPr>
        <p:spPr/>
        <p:txBody>
          <a:bodyPr>
            <a:normAutofit/>
          </a:bodyPr>
          <a:lstStyle/>
          <a:p>
            <a:pPr algn="l" eaLnBrk="1" hangingPunct="1"/>
            <a:r>
              <a:rPr lang="en-GB" altLang="en-US" dirty="0"/>
              <a:t>Example of components</a:t>
            </a:r>
          </a:p>
        </p:txBody>
      </p:sp>
      <p:sp>
        <p:nvSpPr>
          <p:cNvPr id="2" name="Content Placeholder 1"/>
          <p:cNvSpPr>
            <a:spLocks noGrp="1"/>
          </p:cNvSpPr>
          <p:nvPr>
            <p:ph idx="1"/>
          </p:nvPr>
        </p:nvSpPr>
        <p:spPr>
          <a:xfrm>
            <a:off x="244523" y="1470143"/>
            <a:ext cx="8719965" cy="4023360"/>
          </a:xfrm>
        </p:spPr>
        <p:txBody>
          <a:bodyPr>
            <a:normAutofit/>
          </a:bodyPr>
          <a:lstStyle/>
          <a:p>
            <a:pPr marL="447675" indent="-447675" defTabSz="223838">
              <a:lnSpc>
                <a:spcPct val="80000"/>
              </a:lnSpc>
              <a:buFont typeface="Wingdings" pitchFamily="2" charset="2"/>
              <a:buChar char="q"/>
              <a:tabLst>
                <a:tab pos="630238" algn="l"/>
              </a:tabLst>
              <a:defRPr/>
            </a:pPr>
            <a:r>
              <a:rPr lang="en-US" sz="2000" b="1" u="sng" dirty="0">
                <a:latin typeface="+mn-lt"/>
                <a:cs typeface="Arial" panose="020B0604020202020204" pitchFamily="34" charset="0"/>
              </a:rPr>
              <a:t>Plant</a:t>
            </a:r>
            <a:r>
              <a:rPr lang="en-US" sz="2000" b="1" dirty="0">
                <a:latin typeface="+mn-lt"/>
                <a:cs typeface="Arial" panose="020B0604020202020204" pitchFamily="34" charset="0"/>
              </a:rPr>
              <a:t> originally recorded at cost:          							 R950 000</a:t>
            </a:r>
            <a:endParaRPr lang="en-US" sz="2000" dirty="0">
              <a:latin typeface="+mn-lt"/>
              <a:cs typeface="Arial" panose="020B0604020202020204" pitchFamily="34" charset="0"/>
            </a:endParaRPr>
          </a:p>
          <a:p>
            <a:pPr marL="447675" indent="-447675" defTabSz="223838">
              <a:lnSpc>
                <a:spcPct val="80000"/>
              </a:lnSpc>
              <a:buFont typeface="Wingdings" pitchFamily="2" charset="2"/>
              <a:buChar char="q"/>
              <a:tabLst>
                <a:tab pos="630238" algn="l"/>
              </a:tabLst>
              <a:defRPr/>
            </a:pPr>
            <a:endParaRPr lang="en-US" sz="2000" b="1" dirty="0">
              <a:latin typeface="+mn-lt"/>
              <a:cs typeface="Arial" panose="020B0604020202020204" pitchFamily="34" charset="0"/>
            </a:endParaRPr>
          </a:p>
          <a:p>
            <a:pPr marL="447675" indent="-447675" defTabSz="223838">
              <a:lnSpc>
                <a:spcPct val="80000"/>
              </a:lnSpc>
              <a:buFont typeface="Wingdings" pitchFamily="2" charset="2"/>
              <a:buChar char="q"/>
              <a:tabLst>
                <a:tab pos="630238" algn="l"/>
              </a:tabLst>
              <a:defRPr/>
            </a:pPr>
            <a:r>
              <a:rPr lang="en-US" sz="2000" dirty="0">
                <a:latin typeface="+mn-lt"/>
                <a:cs typeface="Arial" panose="020B0604020202020204" pitchFamily="34" charset="0"/>
              </a:rPr>
              <a:t>The plant item are made up by the following significant components:</a:t>
            </a:r>
          </a:p>
          <a:p>
            <a:pPr marL="1158875" lvl="1" indent="-531813" defTabSz="223838">
              <a:lnSpc>
                <a:spcPct val="80000"/>
              </a:lnSpc>
              <a:tabLst>
                <a:tab pos="630238" algn="l"/>
              </a:tabLst>
              <a:defRPr/>
            </a:pPr>
            <a:r>
              <a:rPr lang="en-US" sz="2000" dirty="0">
                <a:latin typeface="+mn-lt"/>
                <a:cs typeface="Arial" panose="020B0604020202020204" pitchFamily="34" charset="0"/>
              </a:rPr>
              <a:t>Construction/Structure (pipes, stand, etc.) 	</a:t>
            </a:r>
          </a:p>
          <a:p>
            <a:pPr marL="1158875" lvl="1" indent="-531813" defTabSz="223838">
              <a:lnSpc>
                <a:spcPct val="80000"/>
              </a:lnSpc>
              <a:tabLst>
                <a:tab pos="630238" algn="l"/>
              </a:tabLst>
              <a:defRPr/>
            </a:pPr>
            <a:r>
              <a:rPr lang="en-US" sz="2000" dirty="0">
                <a:latin typeface="+mn-lt"/>
                <a:cs typeface="Arial" panose="020B0604020202020204" pitchFamily="34" charset="0"/>
              </a:rPr>
              <a:t>Machines					        </a:t>
            </a:r>
          </a:p>
          <a:p>
            <a:pPr marL="1158875" lvl="1" indent="-531813" defTabSz="223838">
              <a:lnSpc>
                <a:spcPct val="80000"/>
              </a:lnSpc>
              <a:tabLst>
                <a:tab pos="630238" algn="l"/>
              </a:tabLst>
              <a:defRPr/>
            </a:pPr>
            <a:r>
              <a:rPr lang="en-US" sz="2000" dirty="0">
                <a:latin typeface="+mn-lt"/>
                <a:cs typeface="Arial" panose="020B0604020202020204" pitchFamily="34" charset="0"/>
              </a:rPr>
              <a:t>Computer equipment 		</a:t>
            </a:r>
          </a:p>
          <a:p>
            <a:pPr marL="1158875" lvl="1" indent="-531813" defTabSz="223838">
              <a:lnSpc>
                <a:spcPct val="80000"/>
              </a:lnSpc>
              <a:tabLst>
                <a:tab pos="630238" algn="l"/>
              </a:tabLst>
              <a:defRPr/>
            </a:pPr>
            <a:endParaRPr lang="en-US" sz="2000" b="1" dirty="0">
              <a:latin typeface="+mn-lt"/>
              <a:cs typeface="Arial" panose="020B0604020202020204" pitchFamily="34" charset="0"/>
            </a:endParaRPr>
          </a:p>
          <a:p>
            <a:pPr marL="447675" indent="-447675" defTabSz="223838">
              <a:lnSpc>
                <a:spcPct val="80000"/>
              </a:lnSpc>
              <a:buFont typeface="Wingdings" pitchFamily="2" charset="2"/>
              <a:buChar char="q"/>
              <a:tabLst>
                <a:tab pos="630238" algn="l"/>
              </a:tabLst>
              <a:defRPr/>
            </a:pPr>
            <a:r>
              <a:rPr lang="en-US" sz="2000" dirty="0">
                <a:latin typeface="+mn-lt"/>
                <a:cs typeface="Arial" panose="020B0604020202020204" pitchFamily="34" charset="0"/>
              </a:rPr>
              <a:t>The </a:t>
            </a:r>
            <a:r>
              <a:rPr lang="en-US" sz="2000" b="1" dirty="0">
                <a:latin typeface="+mn-lt"/>
                <a:cs typeface="Arial" panose="020B0604020202020204" pitchFamily="34" charset="0"/>
              </a:rPr>
              <a:t>components</a:t>
            </a:r>
            <a:r>
              <a:rPr lang="en-US" sz="2000" dirty="0">
                <a:latin typeface="+mn-lt"/>
                <a:cs typeface="Arial" panose="020B0604020202020204" pitchFamily="34" charset="0"/>
              </a:rPr>
              <a:t> of the asset with </a:t>
            </a:r>
            <a:r>
              <a:rPr lang="en-US" sz="2000" b="1" dirty="0">
                <a:latin typeface="+mn-lt"/>
                <a:cs typeface="Arial" panose="020B0604020202020204" pitchFamily="34" charset="0"/>
              </a:rPr>
              <a:t>significant costs </a:t>
            </a:r>
            <a:r>
              <a:rPr lang="en-US" sz="2000" dirty="0">
                <a:latin typeface="+mn-lt"/>
                <a:cs typeface="Arial" panose="020B0604020202020204" pitchFamily="34" charset="0"/>
              </a:rPr>
              <a:t>will be depreciated separately based on each of the components’ useful life (see par. 43).</a:t>
            </a:r>
          </a:p>
          <a:p>
            <a:pPr marL="447675" indent="-447675" defTabSz="223838">
              <a:lnSpc>
                <a:spcPct val="80000"/>
              </a:lnSpc>
              <a:buFont typeface="Wingdings" pitchFamily="2" charset="2"/>
              <a:buChar char="q"/>
              <a:tabLst>
                <a:tab pos="630238" algn="l"/>
              </a:tabLst>
              <a:defRPr/>
            </a:pPr>
            <a:endParaRPr lang="en-US" sz="2000" dirty="0">
              <a:latin typeface="+mn-lt"/>
              <a:cs typeface="Arial" panose="020B0604020202020204" pitchFamily="34" charset="0"/>
            </a:endParaRPr>
          </a:p>
          <a:p>
            <a:pPr marL="447675" indent="-447675" defTabSz="223838">
              <a:lnSpc>
                <a:spcPct val="80000"/>
              </a:lnSpc>
              <a:buFont typeface="Wingdings" pitchFamily="2" charset="2"/>
              <a:buChar char="q"/>
              <a:tabLst>
                <a:tab pos="630238" algn="l"/>
              </a:tabLst>
              <a:defRPr/>
            </a:pPr>
            <a:r>
              <a:rPr lang="en-US" sz="2000" dirty="0">
                <a:latin typeface="+mn-lt"/>
                <a:cs typeface="Arial" panose="020B0604020202020204" pitchFamily="34" charset="0"/>
              </a:rPr>
              <a:t>The </a:t>
            </a:r>
            <a:r>
              <a:rPr lang="en-US" sz="2000" b="1" dirty="0">
                <a:latin typeface="+mn-lt"/>
                <a:cs typeface="Arial" panose="020B0604020202020204" pitchFamily="34" charset="0"/>
              </a:rPr>
              <a:t>depreciable amount </a:t>
            </a:r>
            <a:r>
              <a:rPr lang="en-US" sz="2000" dirty="0">
                <a:latin typeface="+mn-lt"/>
                <a:cs typeface="Arial" panose="020B0604020202020204" pitchFamily="34" charset="0"/>
              </a:rPr>
              <a:t>of each component much be written of separately over the useful life of each component</a:t>
            </a:r>
            <a:endParaRPr lang="en-ZA" sz="2000" dirty="0">
              <a:latin typeface="+mn-lt"/>
              <a:cs typeface="Arial" panose="020B0604020202020204" pitchFamily="34" charset="0"/>
            </a:endParaRPr>
          </a:p>
          <a:p>
            <a:pPr marL="447675" indent="-447675" defTabSz="223838">
              <a:lnSpc>
                <a:spcPct val="80000"/>
              </a:lnSpc>
              <a:buFont typeface="Wingdings" pitchFamily="2" charset="2"/>
              <a:buChar char="q"/>
              <a:tabLst>
                <a:tab pos="630238" algn="l"/>
              </a:tabLst>
              <a:defRPr/>
            </a:pPr>
            <a:endParaRPr lang="en-US" sz="2000" dirty="0">
              <a:latin typeface="+mn-lt"/>
              <a:cs typeface="Arial" panose="020B0604020202020204" pitchFamily="34" charset="0"/>
            </a:endParaRPr>
          </a:p>
          <a:p>
            <a:pPr defTabSz="223838">
              <a:lnSpc>
                <a:spcPct val="80000"/>
              </a:lnSpc>
              <a:tabLst>
                <a:tab pos="630238" algn="l"/>
              </a:tabLst>
              <a:defRPr/>
            </a:pPr>
            <a:endParaRPr lang="en-US" sz="2000" dirty="0">
              <a:latin typeface="+mn-lt"/>
              <a:cs typeface="Arial" panose="020B0604020202020204" pitchFamily="34" charset="0"/>
            </a:endParaRPr>
          </a:p>
          <a:p>
            <a:endParaRPr lang="en-ZA" sz="2000" dirty="0">
              <a:latin typeface="+mn-lt"/>
              <a:cs typeface="Arial" panose="020B0604020202020204" pitchFamily="34" charset="0"/>
            </a:endParaRPr>
          </a:p>
        </p:txBody>
      </p:sp>
      <p:sp>
        <p:nvSpPr>
          <p:cNvPr id="22535" name="TextBox 1"/>
          <p:cNvSpPr txBox="1">
            <a:spLocks noChangeArrowheads="1"/>
          </p:cNvSpPr>
          <p:nvPr/>
        </p:nvSpPr>
        <p:spPr bwMode="auto">
          <a:xfrm>
            <a:off x="5940152" y="2348880"/>
            <a:ext cx="1439862" cy="1016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lr>
                <a:schemeClr val="tx2"/>
              </a:buClr>
              <a:buSzPct val="90000"/>
              <a:buFont typeface="Webdings" pitchFamily="18" charset="2"/>
              <a:buChar char="Ñ"/>
              <a:defRPr sz="3000">
                <a:solidFill>
                  <a:schemeClr val="tx1"/>
                </a:solidFill>
                <a:latin typeface="Trebuchet MS" pitchFamily="34" charset="0"/>
              </a:defRPr>
            </a:lvl1pPr>
            <a:lvl2pPr marL="742950" indent="-285750" eaLnBrk="0" hangingPunct="0">
              <a:spcBef>
                <a:spcPct val="20000"/>
              </a:spcBef>
              <a:buClr>
                <a:schemeClr val="tx1"/>
              </a:buClr>
              <a:buFont typeface="Webdings" pitchFamily="18" charset="2"/>
              <a:buChar char="Ï"/>
              <a:defRPr sz="2800">
                <a:solidFill>
                  <a:schemeClr val="tx1"/>
                </a:solidFill>
                <a:latin typeface="Trebuchet MS" pitchFamily="34" charset="0"/>
              </a:defRPr>
            </a:lvl2pPr>
            <a:lvl3pPr marL="1143000" indent="-228600" eaLnBrk="0" hangingPunct="0">
              <a:spcBef>
                <a:spcPct val="20000"/>
              </a:spcBef>
              <a:buClr>
                <a:schemeClr val="tx2"/>
              </a:buClr>
              <a:buFont typeface="Wingdings" pitchFamily="2" charset="2"/>
              <a:buChar char="Q"/>
              <a:defRPr sz="2600">
                <a:solidFill>
                  <a:schemeClr val="tx1"/>
                </a:solidFill>
                <a:latin typeface="Trebuchet MS" pitchFamily="34" charset="0"/>
              </a:defRPr>
            </a:lvl3pPr>
            <a:lvl4pPr marL="1600200" indent="-228600" eaLnBrk="0" hangingPunct="0">
              <a:spcBef>
                <a:spcPct val="20000"/>
              </a:spcBef>
              <a:buChar char="–"/>
              <a:defRPr sz="2600">
                <a:solidFill>
                  <a:schemeClr val="tx1"/>
                </a:solidFill>
                <a:latin typeface="Trebuchet MS" pitchFamily="34" charset="0"/>
              </a:defRPr>
            </a:lvl4pPr>
            <a:lvl5pPr marL="2057400" indent="-228600" eaLnBrk="0" hangingPunct="0">
              <a:spcBef>
                <a:spcPct val="20000"/>
              </a:spcBef>
              <a:buChar char="•"/>
              <a:defRPr sz="2600">
                <a:solidFill>
                  <a:schemeClr val="tx1"/>
                </a:solidFill>
                <a:latin typeface="Trebuchet MS" pitchFamily="34" charset="0"/>
              </a:defRPr>
            </a:lvl5pPr>
            <a:lvl6pPr marL="2514600" indent="-228600" eaLnBrk="0" fontAlgn="base" hangingPunct="0">
              <a:spcBef>
                <a:spcPct val="20000"/>
              </a:spcBef>
              <a:spcAft>
                <a:spcPct val="0"/>
              </a:spcAft>
              <a:buChar char="•"/>
              <a:defRPr sz="2600">
                <a:solidFill>
                  <a:schemeClr val="tx1"/>
                </a:solidFill>
                <a:latin typeface="Trebuchet MS" pitchFamily="34" charset="0"/>
              </a:defRPr>
            </a:lvl6pPr>
            <a:lvl7pPr marL="2971800" indent="-228600" eaLnBrk="0" fontAlgn="base" hangingPunct="0">
              <a:spcBef>
                <a:spcPct val="20000"/>
              </a:spcBef>
              <a:spcAft>
                <a:spcPct val="0"/>
              </a:spcAft>
              <a:buChar char="•"/>
              <a:defRPr sz="2600">
                <a:solidFill>
                  <a:schemeClr val="tx1"/>
                </a:solidFill>
                <a:latin typeface="Trebuchet MS" pitchFamily="34" charset="0"/>
              </a:defRPr>
            </a:lvl7pPr>
            <a:lvl8pPr marL="3429000" indent="-228600" eaLnBrk="0" fontAlgn="base" hangingPunct="0">
              <a:spcBef>
                <a:spcPct val="20000"/>
              </a:spcBef>
              <a:spcAft>
                <a:spcPct val="0"/>
              </a:spcAft>
              <a:buChar char="•"/>
              <a:defRPr sz="2600">
                <a:solidFill>
                  <a:schemeClr val="tx1"/>
                </a:solidFill>
                <a:latin typeface="Trebuchet MS" pitchFamily="34" charset="0"/>
              </a:defRPr>
            </a:lvl8pPr>
            <a:lvl9pPr marL="3886200" indent="-228600" eaLnBrk="0" fontAlgn="base" hangingPunct="0">
              <a:spcBef>
                <a:spcPct val="20000"/>
              </a:spcBef>
              <a:spcAft>
                <a:spcPct val="0"/>
              </a:spcAft>
              <a:buChar char="•"/>
              <a:defRPr sz="2600">
                <a:solidFill>
                  <a:schemeClr val="tx1"/>
                </a:solidFill>
                <a:latin typeface="Trebuchet MS" pitchFamily="34" charset="0"/>
              </a:defRPr>
            </a:lvl9pPr>
          </a:lstStyle>
          <a:p>
            <a:pPr algn="r" eaLnBrk="1" hangingPunct="1">
              <a:spcBef>
                <a:spcPct val="0"/>
              </a:spcBef>
              <a:buClrTx/>
              <a:buSzTx/>
              <a:buFontTx/>
              <a:buNone/>
            </a:pPr>
            <a:r>
              <a:rPr lang="en-US" altLang="en-US" sz="2000" dirty="0">
                <a:latin typeface="+mn-lt"/>
                <a:cs typeface="Arial" charset="0"/>
              </a:rPr>
              <a:t>R500 000</a:t>
            </a:r>
          </a:p>
          <a:p>
            <a:pPr algn="r" eaLnBrk="1" hangingPunct="1">
              <a:spcBef>
                <a:spcPct val="0"/>
              </a:spcBef>
              <a:buClrTx/>
              <a:buSzTx/>
              <a:buFontTx/>
              <a:buNone/>
            </a:pPr>
            <a:r>
              <a:rPr lang="en-US" altLang="en-US" sz="2000" dirty="0">
                <a:latin typeface="+mn-lt"/>
                <a:cs typeface="Arial" charset="0"/>
              </a:rPr>
              <a:t>R400 000</a:t>
            </a:r>
          </a:p>
          <a:p>
            <a:pPr algn="r" eaLnBrk="1" hangingPunct="1">
              <a:spcBef>
                <a:spcPct val="0"/>
              </a:spcBef>
              <a:buClrTx/>
              <a:buSzTx/>
              <a:buFontTx/>
              <a:buNone/>
            </a:pPr>
            <a:r>
              <a:rPr lang="en-US" altLang="en-US" sz="2000" dirty="0">
                <a:latin typeface="+mn-lt"/>
                <a:cs typeface="Arial" charset="0"/>
              </a:rPr>
              <a:t>R50 000</a:t>
            </a:r>
            <a:endParaRPr lang="en-ZA" altLang="en-US" sz="2000" dirty="0">
              <a:latin typeface="+mn-lt"/>
            </a:endParaRPr>
          </a:p>
        </p:txBody>
      </p:sp>
      <p:pic>
        <p:nvPicPr>
          <p:cNvPr id="4" name="Picture 2" descr="Image result for airplane clipart">
            <a:extLst>
              <a:ext uri="{FF2B5EF4-FFF2-40B4-BE49-F238E27FC236}">
                <a16:creationId xmlns:a16="http://schemas.microsoft.com/office/drawing/2014/main" id="{24DF8CDC-EE0F-B899-75B9-DE2811909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216" y="5477479"/>
            <a:ext cx="2544217" cy="1119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0573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normAutofit/>
          </a:bodyPr>
          <a:lstStyle/>
          <a:p>
            <a:pPr algn="l" eaLnBrk="1" hangingPunct="1"/>
            <a:r>
              <a:rPr lang="en-GB" altLang="en-US" dirty="0"/>
              <a:t>RECOGNITION</a:t>
            </a:r>
            <a:br>
              <a:rPr lang="en-GB" altLang="en-US" dirty="0"/>
            </a:br>
            <a:r>
              <a:rPr lang="en-GB" altLang="en-US" dirty="0"/>
              <a:t>other matters</a:t>
            </a:r>
            <a:endParaRPr lang="en-GB" altLang="en-US" i="1" dirty="0"/>
          </a:p>
        </p:txBody>
      </p:sp>
      <p:sp>
        <p:nvSpPr>
          <p:cNvPr id="2" name="Content Placeholder 1"/>
          <p:cNvSpPr>
            <a:spLocks noGrp="1"/>
          </p:cNvSpPr>
          <p:nvPr>
            <p:ph idx="1"/>
          </p:nvPr>
        </p:nvSpPr>
        <p:spPr>
          <a:xfrm>
            <a:off x="-29800" y="1484784"/>
            <a:ext cx="8976866" cy="2803768"/>
          </a:xfrm>
        </p:spPr>
        <p:txBody>
          <a:bodyPr>
            <a:normAutofit/>
          </a:bodyPr>
          <a:lstStyle/>
          <a:p>
            <a:pPr marL="334454" indent="0" defTabSz="223838">
              <a:buNone/>
              <a:tabLst>
                <a:tab pos="630238" algn="l"/>
              </a:tabLst>
              <a:defRPr/>
            </a:pPr>
            <a:r>
              <a:rPr lang="en-ZA" altLang="en-US" sz="2000" b="1" dirty="0">
                <a:latin typeface="+mn-lt"/>
                <a:cs typeface="Arial" panose="020B0604020202020204" pitchFamily="34" charset="0"/>
              </a:rPr>
              <a:t>(.11)</a:t>
            </a:r>
            <a:r>
              <a:rPr lang="en-ZA" altLang="en-US" sz="2000" dirty="0">
                <a:latin typeface="+mn-lt"/>
                <a:cs typeface="Arial" panose="020B0604020202020204" pitchFamily="34" charset="0"/>
              </a:rPr>
              <a:t> </a:t>
            </a:r>
            <a:r>
              <a:rPr lang="en-ZA" sz="2000" dirty="0">
                <a:latin typeface="+mn-lt"/>
                <a:cs typeface="Arial" panose="020B0604020202020204" pitchFamily="34" charset="0"/>
              </a:rPr>
              <a:t>PPE acquired for safety or environmental reasons, although not directly increasing future econ benefits, enables an entity to derive future economic benefits from related assets in excess of what could be derived had those items not been acquired. Therefore</a:t>
            </a:r>
            <a:r>
              <a:rPr lang="en-ZA" sz="2000" b="1" dirty="0">
                <a:latin typeface="+mn-lt"/>
                <a:cs typeface="Arial" panose="020B0604020202020204" pitchFamily="34" charset="0"/>
              </a:rPr>
              <a:t>:  </a:t>
            </a:r>
            <a:br>
              <a:rPr lang="en-ZA" sz="2000" dirty="0">
                <a:latin typeface="+mn-lt"/>
                <a:cs typeface="Arial" panose="020B0604020202020204" pitchFamily="34" charset="0"/>
              </a:rPr>
            </a:br>
            <a:endParaRPr lang="en-ZA" sz="2000" dirty="0">
              <a:latin typeface="+mn-lt"/>
              <a:cs typeface="Arial" panose="020B0604020202020204" pitchFamily="34" charset="0"/>
            </a:endParaRPr>
          </a:p>
          <a:p>
            <a:pPr marL="1604645" lvl="1" indent="-347663" defTabSz="223838">
              <a:buFont typeface="Wingdings" panose="05000000000000000000" pitchFamily="2" charset="2"/>
              <a:buChar char="Ø"/>
              <a:tabLst>
                <a:tab pos="630238" algn="l"/>
              </a:tabLst>
              <a:defRPr/>
            </a:pPr>
            <a:r>
              <a:rPr lang="en-ZA" sz="2000" dirty="0">
                <a:latin typeface="+mn-lt"/>
                <a:cs typeface="Arial" panose="020B0604020202020204" pitchFamily="34" charset="0"/>
              </a:rPr>
              <a:t>Recognise as an asset</a:t>
            </a:r>
          </a:p>
          <a:p>
            <a:pPr marL="1256982" lvl="1" indent="0" defTabSz="223838">
              <a:buNone/>
              <a:tabLst>
                <a:tab pos="630238" algn="l"/>
              </a:tabLst>
              <a:defRPr/>
            </a:pPr>
            <a:endParaRPr lang="en-ZA" sz="2000" dirty="0">
              <a:latin typeface="+mn-lt"/>
              <a:cs typeface="Arial" panose="020B0604020202020204" pitchFamily="34" charset="0"/>
            </a:endParaRPr>
          </a:p>
          <a:p>
            <a:pPr marL="1604645" lvl="1" indent="-347663" defTabSz="223838">
              <a:buFont typeface="Wingdings" panose="05000000000000000000" pitchFamily="2" charset="2"/>
              <a:buChar char="Ø"/>
              <a:tabLst>
                <a:tab pos="630238" algn="l"/>
              </a:tabLst>
              <a:defRPr/>
            </a:pPr>
            <a:r>
              <a:rPr lang="en-ZA" sz="2000" dirty="0">
                <a:latin typeface="+mn-lt"/>
                <a:cs typeface="Arial" panose="020B0604020202020204" pitchFamily="34" charset="0"/>
              </a:rPr>
              <a:t>Review carrying amount </a:t>
            </a:r>
            <a:r>
              <a:rPr lang="en-ZA" sz="2000" dirty="0" err="1">
                <a:latin typeface="+mn-lt"/>
                <a:cs typeface="Arial" panose="020B0604020202020204" pitchFamily="34" charset="0"/>
              </a:rPr>
              <a:t>i.t.o</a:t>
            </a:r>
            <a:r>
              <a:rPr lang="en-ZA" sz="2000" dirty="0">
                <a:latin typeface="+mn-lt"/>
                <a:cs typeface="Arial" panose="020B0604020202020204" pitchFamily="34" charset="0"/>
              </a:rPr>
              <a:t> IAS 36 for impairment </a:t>
            </a:r>
            <a:r>
              <a:rPr lang="en-ZA" sz="2000" b="1" dirty="0">
                <a:latin typeface="+mn-lt"/>
                <a:cs typeface="Arial" panose="020B0604020202020204" pitchFamily="34" charset="0"/>
              </a:rPr>
              <a:t>(FA 278)</a:t>
            </a:r>
          </a:p>
          <a:p>
            <a:pPr>
              <a:buFont typeface="Wingdings" panose="05000000000000000000" pitchFamily="2" charset="2"/>
              <a:buChar char="Ø"/>
            </a:pPr>
            <a:endParaRPr lang="en-ZA" sz="2000" dirty="0">
              <a:latin typeface="+mn-lt"/>
              <a:cs typeface="Arial" panose="020B0604020202020204" pitchFamily="34" charset="0"/>
            </a:endParaRPr>
          </a:p>
        </p:txBody>
      </p:sp>
      <p:pic>
        <p:nvPicPr>
          <p:cNvPr id="4" name="Picture 2" descr="Image result for airplane clipart">
            <a:extLst>
              <a:ext uri="{FF2B5EF4-FFF2-40B4-BE49-F238E27FC236}">
                <a16:creationId xmlns:a16="http://schemas.microsoft.com/office/drawing/2014/main" id="{5787589E-99E0-F4EA-F66F-8FBE79FFEA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216" y="5477479"/>
            <a:ext cx="2544217" cy="1119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0671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noAutofit/>
          </a:bodyPr>
          <a:lstStyle/>
          <a:p>
            <a:pPr algn="l" eaLnBrk="1" hangingPunct="1"/>
            <a:r>
              <a:rPr lang="en-GB" altLang="en-US" dirty="0"/>
              <a:t>RECOGNITION</a:t>
            </a:r>
            <a:br>
              <a:rPr lang="en-GB" altLang="en-US" dirty="0"/>
            </a:br>
            <a:r>
              <a:rPr lang="en-GB" altLang="en-US" dirty="0"/>
              <a:t>Subsequent costs</a:t>
            </a:r>
            <a:endParaRPr lang="en-GB" altLang="en-US" i="1" dirty="0"/>
          </a:p>
        </p:txBody>
      </p:sp>
      <p:sp>
        <p:nvSpPr>
          <p:cNvPr id="2" name="Content Placeholder 1"/>
          <p:cNvSpPr>
            <a:spLocks noGrp="1"/>
          </p:cNvSpPr>
          <p:nvPr>
            <p:ph idx="1"/>
          </p:nvPr>
        </p:nvSpPr>
        <p:spPr>
          <a:xfrm>
            <a:off x="83566" y="1418108"/>
            <a:ext cx="8880921" cy="4531172"/>
          </a:xfrm>
        </p:spPr>
        <p:txBody>
          <a:bodyPr>
            <a:normAutofit/>
          </a:bodyPr>
          <a:lstStyle/>
          <a:p>
            <a:pPr marL="0" indent="0" defTabSz="223838">
              <a:lnSpc>
                <a:spcPct val="80000"/>
              </a:lnSpc>
              <a:buNone/>
              <a:tabLst>
                <a:tab pos="630238" algn="l"/>
              </a:tabLst>
              <a:defRPr/>
            </a:pPr>
            <a:r>
              <a:rPr lang="en-ZA" altLang="en-US" sz="2000" b="1" dirty="0">
                <a:latin typeface="+mn-lt"/>
                <a:cs typeface="Arial" panose="020B0604020202020204" pitchFamily="34" charset="0"/>
              </a:rPr>
              <a:t>(.12)</a:t>
            </a:r>
            <a:r>
              <a:rPr lang="en-ZA" altLang="en-US" sz="2000" dirty="0">
                <a:latin typeface="+mn-lt"/>
                <a:cs typeface="Arial" panose="020B0604020202020204" pitchFamily="34" charset="0"/>
              </a:rPr>
              <a:t> </a:t>
            </a:r>
            <a:r>
              <a:rPr lang="en-ZA" sz="2000" dirty="0">
                <a:latin typeface="+mn-lt"/>
                <a:cs typeface="Arial" panose="020B0604020202020204" pitchFamily="34" charset="0"/>
              </a:rPr>
              <a:t>Day-to-day servicing costs (day-to-day repair work and maintenance) NOT part of PPE</a:t>
            </a:r>
          </a:p>
          <a:p>
            <a:pPr marL="0" indent="0" defTabSz="223838">
              <a:lnSpc>
                <a:spcPct val="80000"/>
              </a:lnSpc>
              <a:buNone/>
              <a:tabLst>
                <a:tab pos="630238" algn="l"/>
              </a:tabLst>
              <a:defRPr/>
            </a:pPr>
            <a:r>
              <a:rPr lang="en-ZA" sz="2000" dirty="0">
                <a:latin typeface="+mn-lt"/>
                <a:cs typeface="Arial" panose="020B0604020202020204" pitchFamily="34" charset="0"/>
              </a:rPr>
              <a:t>	= profit &amp; loss (Dr Expenses (P/L))</a:t>
            </a:r>
          </a:p>
          <a:p>
            <a:pPr marL="0" indent="0" defTabSz="223838">
              <a:lnSpc>
                <a:spcPct val="80000"/>
              </a:lnSpc>
              <a:buNone/>
              <a:tabLst>
                <a:tab pos="630238" algn="l"/>
              </a:tabLst>
              <a:defRPr/>
            </a:pPr>
            <a:endParaRPr lang="en-ZA" sz="1200" b="1" dirty="0">
              <a:latin typeface="+mn-lt"/>
              <a:cs typeface="Arial" panose="020B0604020202020204" pitchFamily="34" charset="0"/>
            </a:endParaRPr>
          </a:p>
          <a:p>
            <a:pPr marL="0" indent="0" defTabSz="223838">
              <a:lnSpc>
                <a:spcPct val="80000"/>
              </a:lnSpc>
              <a:buNone/>
              <a:tabLst>
                <a:tab pos="630238" algn="l"/>
              </a:tabLst>
              <a:defRPr/>
            </a:pPr>
            <a:r>
              <a:rPr lang="en-ZA" sz="2000" b="1" dirty="0">
                <a:latin typeface="+mn-lt"/>
                <a:cs typeface="Arial" panose="020B0604020202020204" pitchFamily="34" charset="0"/>
              </a:rPr>
              <a:t>E.g. replace button on computer / anti-virus program (only ensures that asset continues to work as originally intended, does not improve its performance).</a:t>
            </a:r>
            <a:br>
              <a:rPr lang="en-ZA" sz="2000" b="1" dirty="0">
                <a:latin typeface="+mn-lt"/>
                <a:cs typeface="Arial" panose="020B0604020202020204" pitchFamily="34" charset="0"/>
              </a:rPr>
            </a:br>
            <a:endParaRPr lang="en-ZA" sz="2000" b="1" dirty="0">
              <a:latin typeface="+mn-lt"/>
              <a:cs typeface="Arial" panose="020B0604020202020204" pitchFamily="34" charset="0"/>
            </a:endParaRPr>
          </a:p>
          <a:p>
            <a:pPr marL="0" indent="0" defTabSz="223838">
              <a:lnSpc>
                <a:spcPct val="80000"/>
              </a:lnSpc>
              <a:buNone/>
              <a:tabLst>
                <a:tab pos="630238" algn="l"/>
              </a:tabLst>
              <a:defRPr/>
            </a:pPr>
            <a:r>
              <a:rPr lang="en-ZA" altLang="en-US" sz="2000" b="1" dirty="0">
                <a:latin typeface="+mn-lt"/>
                <a:cs typeface="Arial" panose="020B0604020202020204" pitchFamily="34" charset="0"/>
              </a:rPr>
              <a:t>(.13)</a:t>
            </a:r>
            <a:r>
              <a:rPr lang="en-ZA" altLang="en-US" sz="2000" dirty="0">
                <a:latin typeface="+mn-lt"/>
                <a:cs typeface="Arial" panose="020B0604020202020204" pitchFamily="34" charset="0"/>
              </a:rPr>
              <a:t> </a:t>
            </a:r>
            <a:r>
              <a:rPr lang="en-ZA" sz="2000" b="1" dirty="0">
                <a:latin typeface="+mn-lt"/>
                <a:cs typeface="Arial" panose="020B0604020202020204" pitchFamily="34" charset="0"/>
              </a:rPr>
              <a:t>REPLACING OF PARTS</a:t>
            </a:r>
          </a:p>
          <a:p>
            <a:pPr marL="0" indent="0" defTabSz="223838">
              <a:lnSpc>
                <a:spcPct val="80000"/>
              </a:lnSpc>
              <a:buNone/>
              <a:tabLst>
                <a:tab pos="630238" algn="l"/>
              </a:tabLst>
              <a:defRPr/>
            </a:pPr>
            <a:br>
              <a:rPr lang="en-ZA" sz="2000" b="1" dirty="0">
                <a:latin typeface="+mn-lt"/>
                <a:cs typeface="Arial" panose="020B0604020202020204" pitchFamily="34" charset="0"/>
              </a:rPr>
            </a:br>
            <a:r>
              <a:rPr lang="en-ZA" sz="2000" dirty="0">
                <a:latin typeface="+mn-lt"/>
                <a:cs typeface="Arial" panose="020B0604020202020204" pitchFamily="34" charset="0"/>
              </a:rPr>
              <a:t>Parts requiring replacement at regular intervals:</a:t>
            </a:r>
          </a:p>
          <a:p>
            <a:pPr marL="1158875" lvl="1" indent="-531813" defTabSz="223838">
              <a:lnSpc>
                <a:spcPct val="80000"/>
              </a:lnSpc>
              <a:buFont typeface="Wingdings" panose="05000000000000000000" pitchFamily="2" charset="2"/>
              <a:buChar char="§"/>
              <a:tabLst>
                <a:tab pos="630238" algn="l"/>
              </a:tabLst>
              <a:defRPr/>
            </a:pPr>
            <a:r>
              <a:rPr lang="en-ZA" sz="2000" dirty="0">
                <a:latin typeface="+mn-lt"/>
                <a:cs typeface="Arial" panose="020B0604020202020204" pitchFamily="34" charset="0"/>
              </a:rPr>
              <a:t>Capitalise costs of replacement (recognize as PPE) </a:t>
            </a:r>
            <a:r>
              <a:rPr lang="en-ZA" sz="2000" b="1" dirty="0">
                <a:solidFill>
                  <a:srgbClr val="FF0000"/>
                </a:solidFill>
                <a:latin typeface="+mn-lt"/>
                <a:cs typeface="Arial" panose="020B0604020202020204" pitchFamily="34" charset="0"/>
              </a:rPr>
              <a:t>if</a:t>
            </a:r>
            <a:r>
              <a:rPr lang="en-ZA" sz="2000" dirty="0">
                <a:latin typeface="+mn-lt"/>
                <a:cs typeface="Arial" panose="020B0604020202020204" pitchFamily="34" charset="0"/>
              </a:rPr>
              <a:t> recognition criteria of PPE is met</a:t>
            </a:r>
          </a:p>
          <a:p>
            <a:pPr marL="627062" lvl="1" indent="0" defTabSz="223838">
              <a:lnSpc>
                <a:spcPct val="80000"/>
              </a:lnSpc>
              <a:buNone/>
              <a:tabLst>
                <a:tab pos="630238" algn="l"/>
              </a:tabLst>
              <a:defRPr/>
            </a:pPr>
            <a:endParaRPr lang="en-ZA" sz="2000" dirty="0">
              <a:latin typeface="+mn-lt"/>
              <a:cs typeface="Arial" panose="020B0604020202020204" pitchFamily="34" charset="0"/>
            </a:endParaRPr>
          </a:p>
          <a:p>
            <a:pPr marL="1158875" lvl="1" indent="-531813" defTabSz="223838">
              <a:lnSpc>
                <a:spcPct val="80000"/>
              </a:lnSpc>
              <a:buFont typeface="Wingdings" panose="05000000000000000000" pitchFamily="2" charset="2"/>
              <a:buChar char="§"/>
              <a:tabLst>
                <a:tab pos="630238" algn="l"/>
              </a:tabLst>
              <a:defRPr/>
            </a:pPr>
            <a:r>
              <a:rPr lang="en-ZA" sz="2000" dirty="0">
                <a:latin typeface="+mn-lt"/>
                <a:cs typeface="Arial" panose="020B0604020202020204" pitchFamily="34" charset="0"/>
              </a:rPr>
              <a:t>Derecognize the remaining carrying amount of the parts replaced</a:t>
            </a:r>
            <a:endParaRPr lang="en-ZA" sz="2000" dirty="0">
              <a:solidFill>
                <a:srgbClr val="FF0000"/>
              </a:solidFill>
              <a:latin typeface="+mn-lt"/>
              <a:cs typeface="Arial" panose="020B0604020202020204" pitchFamily="34" charset="0"/>
            </a:endParaRPr>
          </a:p>
          <a:p>
            <a:endParaRPr lang="en-ZA" sz="2000" dirty="0">
              <a:latin typeface="+mn-lt"/>
              <a:cs typeface="Arial" panose="020B0604020202020204" pitchFamily="34" charset="0"/>
            </a:endParaRPr>
          </a:p>
        </p:txBody>
      </p:sp>
      <p:pic>
        <p:nvPicPr>
          <p:cNvPr id="4" name="Picture 2" descr="Image result for airplane clipart">
            <a:extLst>
              <a:ext uri="{FF2B5EF4-FFF2-40B4-BE49-F238E27FC236}">
                <a16:creationId xmlns:a16="http://schemas.microsoft.com/office/drawing/2014/main" id="{CE75159C-01B8-48DD-BD34-B0FC366FDD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216" y="5477479"/>
            <a:ext cx="2544217" cy="1119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6931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normAutofit/>
          </a:bodyPr>
          <a:lstStyle/>
          <a:p>
            <a:pPr algn="l" eaLnBrk="1" hangingPunct="1"/>
            <a:r>
              <a:rPr lang="en-GB" altLang="en-US" dirty="0"/>
              <a:t>DERECOGNITION:</a:t>
            </a:r>
            <a:br>
              <a:rPr lang="en-GB" altLang="en-US" dirty="0"/>
            </a:br>
            <a:r>
              <a:rPr lang="en-GB" altLang="en-US" dirty="0"/>
              <a:t>Components</a:t>
            </a:r>
            <a:endParaRPr lang="en-GB" altLang="en-US" i="1" dirty="0"/>
          </a:p>
        </p:txBody>
      </p:sp>
      <p:pic>
        <p:nvPicPr>
          <p:cNvPr id="7" name="Picture 2" descr="Image result for forklif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7167" y="5157192"/>
            <a:ext cx="1896145" cy="1567728"/>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107504" y="1417320"/>
            <a:ext cx="8784976" cy="4023360"/>
          </a:xfrm>
        </p:spPr>
        <p:txBody>
          <a:bodyPr>
            <a:normAutofit/>
          </a:bodyPr>
          <a:lstStyle/>
          <a:p>
            <a:pPr marL="0" indent="0" defTabSz="223838">
              <a:lnSpc>
                <a:spcPct val="100000"/>
              </a:lnSpc>
              <a:buNone/>
              <a:tabLst>
                <a:tab pos="630238" algn="l"/>
              </a:tabLst>
              <a:defRPr/>
            </a:pPr>
            <a:r>
              <a:rPr lang="en-ZA" altLang="en-US" sz="2000" b="1" dirty="0">
                <a:latin typeface="+mn-lt"/>
                <a:cs typeface="Arial" panose="020B0604020202020204" pitchFamily="34" charset="0"/>
              </a:rPr>
              <a:t>(.70)</a:t>
            </a:r>
            <a:r>
              <a:rPr lang="en-ZA" altLang="en-US" sz="2000" dirty="0">
                <a:latin typeface="+mn-lt"/>
                <a:cs typeface="Arial" panose="020B0604020202020204" pitchFamily="34" charset="0"/>
              </a:rPr>
              <a:t> </a:t>
            </a:r>
            <a:r>
              <a:rPr lang="en-ZA" sz="2000" dirty="0">
                <a:latin typeface="+mn-lt"/>
                <a:cs typeface="Arial" panose="020B0604020202020204" pitchFamily="34" charset="0"/>
              </a:rPr>
              <a:t>If cost to replace part of a PPE item was recognised as part of the cost price, </a:t>
            </a:r>
            <a:r>
              <a:rPr lang="en-ZA" sz="2000" dirty="0" err="1">
                <a:latin typeface="+mn-lt"/>
                <a:cs typeface="Arial" panose="020B0604020202020204" pitchFamily="34" charset="0"/>
              </a:rPr>
              <a:t>i.t.o</a:t>
            </a:r>
            <a:r>
              <a:rPr lang="en-ZA" sz="2000" dirty="0">
                <a:latin typeface="+mn-lt"/>
                <a:cs typeface="Arial" panose="020B0604020202020204" pitchFamily="34" charset="0"/>
              </a:rPr>
              <a:t> par 7, </a:t>
            </a:r>
          </a:p>
          <a:p>
            <a:pPr defTabSz="223838">
              <a:lnSpc>
                <a:spcPct val="100000"/>
              </a:lnSpc>
              <a:buFont typeface="Wingdings" panose="05000000000000000000" pitchFamily="2" charset="2"/>
              <a:buChar char="Ø"/>
              <a:tabLst>
                <a:tab pos="630238" algn="l"/>
              </a:tabLst>
              <a:defRPr/>
            </a:pPr>
            <a:endParaRPr lang="en-ZA" sz="2000" dirty="0">
              <a:latin typeface="+mn-lt"/>
              <a:cs typeface="Arial" panose="020B0604020202020204" pitchFamily="34" charset="0"/>
            </a:endParaRPr>
          </a:p>
          <a:p>
            <a:pPr marL="1158875" lvl="1" indent="-531813" defTabSz="223838">
              <a:lnSpc>
                <a:spcPct val="100000"/>
              </a:lnSpc>
              <a:buFont typeface="Wingdings" panose="05000000000000000000" pitchFamily="2" charset="2"/>
              <a:buChar char="Ø"/>
              <a:tabLst>
                <a:tab pos="630238" algn="l"/>
              </a:tabLst>
              <a:defRPr/>
            </a:pPr>
            <a:r>
              <a:rPr lang="en-ZA" sz="2000" dirty="0">
                <a:latin typeface="+mn-lt"/>
                <a:cs typeface="Arial" panose="020B0604020202020204" pitchFamily="34" charset="0"/>
              </a:rPr>
              <a:t>then the part that is being replaced should be derecognised, even if it was not initially identified as a significant component</a:t>
            </a:r>
          </a:p>
          <a:p>
            <a:pPr marL="627062" lvl="1" indent="0" defTabSz="223838">
              <a:lnSpc>
                <a:spcPct val="100000"/>
              </a:lnSpc>
              <a:buNone/>
              <a:tabLst>
                <a:tab pos="630238" algn="l"/>
              </a:tabLst>
              <a:defRPr/>
            </a:pPr>
            <a:endParaRPr lang="en-ZA" sz="2000" dirty="0">
              <a:latin typeface="+mn-lt"/>
              <a:cs typeface="Arial" panose="020B0604020202020204" pitchFamily="34" charset="0"/>
            </a:endParaRPr>
          </a:p>
          <a:p>
            <a:pPr marL="1158875" lvl="1" indent="-531813" defTabSz="223838">
              <a:lnSpc>
                <a:spcPct val="100000"/>
              </a:lnSpc>
              <a:buFont typeface="Wingdings" panose="05000000000000000000" pitchFamily="2" charset="2"/>
              <a:buChar char="Ø"/>
              <a:tabLst>
                <a:tab pos="630238" algn="l"/>
              </a:tabLst>
              <a:defRPr/>
            </a:pPr>
            <a:r>
              <a:rPr lang="en-ZA" sz="2000" dirty="0">
                <a:latin typeface="+mn-lt"/>
                <a:cs typeface="Arial" panose="020B0604020202020204" pitchFamily="34" charset="0"/>
              </a:rPr>
              <a:t>The replacement cost can be used as an estimate of the initial cost of the part that is being replaced, if it is not practical to determine the carrying value of the item being replaced</a:t>
            </a:r>
          </a:p>
          <a:p>
            <a:pPr marL="1190625" lvl="1" indent="-447675" defTabSz="223838">
              <a:lnSpc>
                <a:spcPct val="100000"/>
              </a:lnSpc>
              <a:buFont typeface="Wingdings" panose="05000000000000000000" pitchFamily="2" charset="2"/>
              <a:buChar char="Ø"/>
              <a:tabLst>
                <a:tab pos="630238" algn="l"/>
              </a:tabLst>
            </a:pPr>
            <a:endParaRPr lang="en-ZA" altLang="en-US" sz="2000" dirty="0">
              <a:latin typeface="+mn-lt"/>
              <a:cs typeface="Arial" panose="020B0604020202020204" pitchFamily="34" charset="0"/>
            </a:endParaRPr>
          </a:p>
          <a:p>
            <a:pPr marL="450342" indent="0" defTabSz="223838">
              <a:lnSpc>
                <a:spcPct val="100000"/>
              </a:lnSpc>
              <a:buNone/>
              <a:tabLst>
                <a:tab pos="630238" algn="l"/>
              </a:tabLst>
            </a:pPr>
            <a:r>
              <a:rPr lang="en-ZA" altLang="en-US" sz="2000" b="1" dirty="0">
                <a:latin typeface="+mn-lt"/>
                <a:cs typeface="Arial" panose="020B0604020202020204" pitchFamily="34" charset="0"/>
              </a:rPr>
              <a:t>Example 1 and 2</a:t>
            </a:r>
          </a:p>
          <a:p>
            <a:pPr>
              <a:lnSpc>
                <a:spcPct val="100000"/>
              </a:lnSpc>
              <a:buFont typeface="Wingdings" panose="05000000000000000000" pitchFamily="2" charset="2"/>
              <a:buChar char="Ø"/>
            </a:pPr>
            <a:endParaRPr lang="en-ZA" sz="2000" dirty="0">
              <a:latin typeface="+mn-lt"/>
              <a:cs typeface="Arial" panose="020B0604020202020204" pitchFamily="34" charset="0"/>
            </a:endParaRPr>
          </a:p>
        </p:txBody>
      </p:sp>
    </p:spTree>
    <p:extLst>
      <p:ext uri="{BB962C8B-B14F-4D97-AF65-F5344CB8AC3E}">
        <p14:creationId xmlns:p14="http://schemas.microsoft.com/office/powerpoint/2010/main" val="3671215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386954" y="285324"/>
            <a:ext cx="6760213" cy="1052900"/>
          </a:xfrm>
        </p:spPr>
        <p:txBody>
          <a:bodyPr>
            <a:noAutofit/>
          </a:bodyPr>
          <a:lstStyle/>
          <a:p>
            <a:pPr algn="l" eaLnBrk="1" hangingPunct="1"/>
            <a:r>
              <a:rPr lang="en-GB" altLang="en-US" dirty="0"/>
              <a:t>RECOGNITION: SUBSEQUENT COSTS</a:t>
            </a:r>
            <a:br>
              <a:rPr lang="en-GB" altLang="en-US" dirty="0"/>
            </a:br>
            <a:r>
              <a:rPr lang="en-GB" altLang="en-US" dirty="0"/>
              <a:t>Inspection costs</a:t>
            </a:r>
            <a:endParaRPr lang="en-GB" altLang="en-US" i="1" dirty="0"/>
          </a:p>
        </p:txBody>
      </p:sp>
      <p:sp>
        <p:nvSpPr>
          <p:cNvPr id="3" name="Content Placeholder 2"/>
          <p:cNvSpPr>
            <a:spLocks noGrp="1"/>
          </p:cNvSpPr>
          <p:nvPr>
            <p:ph idx="1"/>
          </p:nvPr>
        </p:nvSpPr>
        <p:spPr>
          <a:xfrm>
            <a:off x="217804" y="1556792"/>
            <a:ext cx="8825507" cy="4023360"/>
          </a:xfrm>
        </p:spPr>
        <p:txBody>
          <a:bodyPr>
            <a:normAutofit/>
          </a:bodyPr>
          <a:lstStyle/>
          <a:p>
            <a:pPr marL="0" indent="0" defTabSz="223838">
              <a:lnSpc>
                <a:spcPct val="100000"/>
              </a:lnSpc>
              <a:buNone/>
              <a:tabLst>
                <a:tab pos="630238" algn="l"/>
              </a:tabLst>
              <a:defRPr/>
            </a:pPr>
            <a:r>
              <a:rPr lang="en-ZA" sz="2000" b="1" dirty="0">
                <a:latin typeface="+mn-lt"/>
                <a:cs typeface="Arial" panose="020B0604020202020204" pitchFamily="34" charset="0"/>
              </a:rPr>
              <a:t>(.14) MAJOR INSPECTIONS</a:t>
            </a:r>
            <a:br>
              <a:rPr lang="en-ZA" sz="2000" dirty="0">
                <a:latin typeface="+mn-lt"/>
                <a:cs typeface="Arial" panose="020B0604020202020204" pitchFamily="34" charset="0"/>
              </a:rPr>
            </a:br>
            <a:endParaRPr lang="en-ZA" sz="2000" dirty="0">
              <a:latin typeface="+mn-lt"/>
              <a:cs typeface="Arial" panose="020B0604020202020204" pitchFamily="34" charset="0"/>
            </a:endParaRPr>
          </a:p>
          <a:p>
            <a:pPr defTabSz="223838">
              <a:lnSpc>
                <a:spcPct val="100000"/>
              </a:lnSpc>
              <a:buFont typeface="Wingdings" panose="05000000000000000000" pitchFamily="2" charset="2"/>
              <a:buChar char="Ø"/>
              <a:tabLst>
                <a:tab pos="630238" algn="l"/>
              </a:tabLst>
              <a:defRPr/>
            </a:pPr>
            <a:r>
              <a:rPr lang="en-ZA" sz="2000" dirty="0">
                <a:latin typeface="+mn-lt"/>
                <a:cs typeface="Arial" panose="020B0604020202020204" pitchFamily="34" charset="0"/>
              </a:rPr>
              <a:t>      A condition to continue the use of an item of PPE may be that major inspections must be performed, regardless of whether components of the item are replaced:</a:t>
            </a:r>
          </a:p>
          <a:p>
            <a:pPr marL="1158875" lvl="1" indent="-531813" defTabSz="223838">
              <a:lnSpc>
                <a:spcPct val="100000"/>
              </a:lnSpc>
              <a:buFont typeface="Wingdings" panose="05000000000000000000" pitchFamily="2" charset="2"/>
              <a:buChar char="Ø"/>
              <a:tabLst>
                <a:tab pos="630238" algn="l"/>
              </a:tabLst>
              <a:defRPr/>
            </a:pPr>
            <a:r>
              <a:rPr lang="en-ZA" sz="2000" dirty="0">
                <a:latin typeface="+mn-lt"/>
                <a:cs typeface="Arial" panose="020B0604020202020204" pitchFamily="34" charset="0"/>
              </a:rPr>
              <a:t>recognise cost of the inspection as part of the PPE item when inspection is performed (separate component), </a:t>
            </a:r>
            <a:r>
              <a:rPr lang="en-ZA" sz="2000" b="1" dirty="0">
                <a:solidFill>
                  <a:srgbClr val="FF0000"/>
                </a:solidFill>
                <a:latin typeface="+mn-lt"/>
                <a:cs typeface="Arial" panose="020B0604020202020204" pitchFamily="34" charset="0"/>
              </a:rPr>
              <a:t>and</a:t>
            </a:r>
          </a:p>
          <a:p>
            <a:pPr marL="1158875" lvl="1" indent="-531813" defTabSz="223838">
              <a:lnSpc>
                <a:spcPct val="100000"/>
              </a:lnSpc>
              <a:buFont typeface="Wingdings" panose="05000000000000000000" pitchFamily="2" charset="2"/>
              <a:buChar char="Ø"/>
              <a:tabLst>
                <a:tab pos="630238" algn="l"/>
              </a:tabLst>
              <a:defRPr/>
            </a:pPr>
            <a:r>
              <a:rPr lang="en-ZA" sz="2000" dirty="0">
                <a:latin typeface="+mn-lt"/>
                <a:cs typeface="Arial" panose="020B0604020202020204" pitchFamily="34" charset="0"/>
              </a:rPr>
              <a:t>if recognition criteria is met</a:t>
            </a:r>
          </a:p>
          <a:p>
            <a:pPr marL="1158875" lvl="1" indent="-531813" defTabSz="223838">
              <a:lnSpc>
                <a:spcPct val="100000"/>
              </a:lnSpc>
              <a:buFont typeface="Wingdings" panose="05000000000000000000" pitchFamily="2" charset="2"/>
              <a:buChar char="Ø"/>
              <a:tabLst>
                <a:tab pos="630238" algn="l"/>
              </a:tabLst>
              <a:defRPr/>
            </a:pPr>
            <a:r>
              <a:rPr lang="en-ZA" sz="2000" dirty="0">
                <a:latin typeface="+mn-lt"/>
                <a:cs typeface="Arial" panose="020B0604020202020204" pitchFamily="34" charset="0"/>
              </a:rPr>
              <a:t>Thus, capitalise inspection costs</a:t>
            </a:r>
          </a:p>
          <a:p>
            <a:pPr marL="1158875" lvl="1" indent="-531813" defTabSz="223838">
              <a:lnSpc>
                <a:spcPct val="100000"/>
              </a:lnSpc>
              <a:buFont typeface="Wingdings" panose="05000000000000000000" pitchFamily="2" charset="2"/>
              <a:buChar char="Ø"/>
              <a:tabLst>
                <a:tab pos="630238" algn="l"/>
              </a:tabLst>
              <a:defRPr/>
            </a:pPr>
            <a:r>
              <a:rPr lang="en-ZA" sz="2000" dirty="0">
                <a:latin typeface="+mn-lt"/>
                <a:cs typeface="Arial" panose="020B0604020202020204" pitchFamily="34" charset="0"/>
              </a:rPr>
              <a:t>costs depreciated over estimated period until next inspection</a:t>
            </a:r>
          </a:p>
          <a:p>
            <a:pPr>
              <a:lnSpc>
                <a:spcPct val="100000"/>
              </a:lnSpc>
              <a:buFont typeface="Wingdings" panose="05000000000000000000" pitchFamily="2" charset="2"/>
              <a:buChar char="Ø"/>
            </a:pPr>
            <a:endParaRPr lang="en-ZA" sz="2000" dirty="0">
              <a:latin typeface="+mn-lt"/>
              <a:cs typeface="Arial" panose="020B0604020202020204" pitchFamily="34" charset="0"/>
            </a:endParaRPr>
          </a:p>
        </p:txBody>
      </p:sp>
      <p:pic>
        <p:nvPicPr>
          <p:cNvPr id="4" name="Picture 2" descr="Image result for forklift">
            <a:extLst>
              <a:ext uri="{FF2B5EF4-FFF2-40B4-BE49-F238E27FC236}">
                <a16:creationId xmlns:a16="http://schemas.microsoft.com/office/drawing/2014/main" id="{824D3BBD-21E3-3E7E-0A41-BC6D0B8086E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7167" y="5157192"/>
            <a:ext cx="1896145" cy="156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7459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normAutofit/>
          </a:bodyPr>
          <a:lstStyle/>
          <a:p>
            <a:r>
              <a:rPr lang="en-GB" altLang="en-US" dirty="0"/>
              <a:t>RECOGNITION: SUBSEQUENT COSTS</a:t>
            </a:r>
            <a:br>
              <a:rPr lang="en-GB" altLang="en-US" dirty="0"/>
            </a:br>
            <a:r>
              <a:rPr lang="en-GB" altLang="en-US" dirty="0"/>
              <a:t>Inspection costs</a:t>
            </a:r>
            <a:endParaRPr lang="en-GB" altLang="en-US" i="1" dirty="0"/>
          </a:p>
        </p:txBody>
      </p:sp>
      <p:sp>
        <p:nvSpPr>
          <p:cNvPr id="3" name="Content Placeholder 2"/>
          <p:cNvSpPr>
            <a:spLocks noGrp="1"/>
          </p:cNvSpPr>
          <p:nvPr>
            <p:ph idx="1"/>
          </p:nvPr>
        </p:nvSpPr>
        <p:spPr>
          <a:xfrm>
            <a:off x="76320" y="1484784"/>
            <a:ext cx="8966992" cy="4023360"/>
          </a:xfrm>
        </p:spPr>
        <p:txBody>
          <a:bodyPr>
            <a:normAutofit/>
          </a:bodyPr>
          <a:lstStyle/>
          <a:p>
            <a:pPr marL="0" indent="0" defTabSz="223838">
              <a:lnSpc>
                <a:spcPct val="100000"/>
              </a:lnSpc>
              <a:buNone/>
              <a:tabLst>
                <a:tab pos="630238" algn="l"/>
              </a:tabLst>
              <a:defRPr/>
            </a:pPr>
            <a:r>
              <a:rPr lang="en-ZA" sz="2000" b="1" dirty="0">
                <a:latin typeface="+mn-lt"/>
                <a:cs typeface="Arial" panose="020B0604020202020204" pitchFamily="34" charset="0"/>
              </a:rPr>
              <a:t>(.14) MAJOR INSPECTIONS</a:t>
            </a:r>
            <a:br>
              <a:rPr lang="en-ZA" sz="2000" dirty="0">
                <a:latin typeface="+mn-lt"/>
                <a:cs typeface="Arial" panose="020B0604020202020204" pitchFamily="34" charset="0"/>
              </a:rPr>
            </a:br>
            <a:endParaRPr lang="en-ZA" sz="2000" dirty="0">
              <a:latin typeface="+mn-lt"/>
              <a:cs typeface="Arial" panose="020B0604020202020204" pitchFamily="34" charset="0"/>
            </a:endParaRPr>
          </a:p>
          <a:p>
            <a:pPr marL="1158875" lvl="1" indent="-531813" defTabSz="223838">
              <a:lnSpc>
                <a:spcPct val="100000"/>
              </a:lnSpc>
              <a:buFont typeface="Wingdings" panose="05000000000000000000" pitchFamily="2" charset="2"/>
              <a:buChar char="Ø"/>
              <a:tabLst>
                <a:tab pos="630238" algn="l"/>
              </a:tabLst>
              <a:defRPr/>
            </a:pPr>
            <a:r>
              <a:rPr lang="en-ZA" sz="2000" dirty="0">
                <a:latin typeface="+mn-lt"/>
                <a:cs typeface="Arial" panose="020B0604020202020204" pitchFamily="34" charset="0"/>
              </a:rPr>
              <a:t>derecognise any remaining carrying amount of the previous inspection, regardless of whether it was identified in the transaction in which the item was acquired or constructed.</a:t>
            </a:r>
          </a:p>
          <a:p>
            <a:pPr marL="1158875" lvl="1" indent="-531813" defTabSz="223838">
              <a:lnSpc>
                <a:spcPct val="100000"/>
              </a:lnSpc>
              <a:buFont typeface="Wingdings" panose="05000000000000000000" pitchFamily="2" charset="2"/>
              <a:buChar char="Ø"/>
              <a:tabLst>
                <a:tab pos="630238" algn="l"/>
              </a:tabLst>
              <a:defRPr/>
            </a:pPr>
            <a:endParaRPr lang="en-ZA" sz="2000" dirty="0">
              <a:latin typeface="+mn-lt"/>
              <a:cs typeface="Arial" panose="020B0604020202020204" pitchFamily="34" charset="0"/>
            </a:endParaRPr>
          </a:p>
          <a:p>
            <a:pPr marL="1158875" lvl="1" indent="-531813" defTabSz="223838">
              <a:lnSpc>
                <a:spcPct val="100000"/>
              </a:lnSpc>
              <a:buFont typeface="Wingdings" panose="05000000000000000000" pitchFamily="2" charset="2"/>
              <a:buChar char="Ø"/>
              <a:tabLst>
                <a:tab pos="630238" algn="l"/>
              </a:tabLst>
              <a:defRPr/>
            </a:pPr>
            <a:r>
              <a:rPr lang="en-ZA" sz="2000" dirty="0">
                <a:latin typeface="+mn-lt"/>
                <a:cs typeface="Arial" panose="020B0604020202020204" pitchFamily="34" charset="0"/>
              </a:rPr>
              <a:t>If necessary, the estimated cost of a future similar inspection may be used as an indication of what the cost of the existing inspection component was when the item was acquired or constructed.</a:t>
            </a:r>
          </a:p>
        </p:txBody>
      </p:sp>
      <p:pic>
        <p:nvPicPr>
          <p:cNvPr id="4" name="Picture 2" descr="Image result for forklift">
            <a:extLst>
              <a:ext uri="{FF2B5EF4-FFF2-40B4-BE49-F238E27FC236}">
                <a16:creationId xmlns:a16="http://schemas.microsoft.com/office/drawing/2014/main" id="{EAB40591-9565-0BF4-E1A2-DFB168632CD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7167" y="5157192"/>
            <a:ext cx="1896145" cy="156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8784454"/>
      </p:ext>
    </p:extLst>
  </p:cSld>
  <p:clrMapOvr>
    <a:masterClrMapping/>
  </p:clrMapOvr>
</p:sld>
</file>

<file path=ppt/theme/theme1.xml><?xml version="1.0" encoding="utf-8"?>
<a:theme xmlns:a="http://schemas.openxmlformats.org/drawingml/2006/main" name="Office Theme">
  <a:themeElements>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1444</TotalTime>
  <Words>991</Words>
  <Application>Microsoft Office PowerPoint</Application>
  <PresentationFormat>On-screen Show (4:3)</PresentationFormat>
  <Paragraphs>97</Paragraphs>
  <Slides>13</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13</vt:i4>
      </vt:variant>
    </vt:vector>
  </HeadingPairs>
  <TitlesOfParts>
    <vt:vector size="21" baseType="lpstr">
      <vt:lpstr>Arial</vt:lpstr>
      <vt:lpstr>Calibri</vt:lpstr>
      <vt:lpstr>Calibri Light</vt:lpstr>
      <vt:lpstr>Comic Sans MS</vt:lpstr>
      <vt:lpstr>Trebuchet MS</vt:lpstr>
      <vt:lpstr>Wingdings</vt:lpstr>
      <vt:lpstr>Office Theme</vt:lpstr>
      <vt:lpstr>1_Office Theme</vt:lpstr>
      <vt:lpstr>IAS 16: PROPERTY, PLANT AND EQUIPMENT </vt:lpstr>
      <vt:lpstr>PART II</vt:lpstr>
      <vt:lpstr>COST MEASUREMENT:  exchange of assets</vt:lpstr>
      <vt:lpstr>COST MEASUREMENT:  exchange of assets</vt:lpstr>
      <vt:lpstr>RECOGNITION Components</vt:lpstr>
      <vt:lpstr>RECOGNITION Components</vt:lpstr>
      <vt:lpstr>MEASUREMENT AFTER INITIAL RECOGNITION: Components</vt:lpstr>
      <vt:lpstr>Example of components</vt:lpstr>
      <vt:lpstr>RECOGNITION other matters</vt:lpstr>
      <vt:lpstr>RECOGNITION Subsequent costs</vt:lpstr>
      <vt:lpstr>DERECOGNITION: Components</vt:lpstr>
      <vt:lpstr>RECOGNITION: SUBSEQUENT COSTS Inspection costs</vt:lpstr>
      <vt:lpstr>RECOGNITION: SUBSEQUENT COSTS Inspection costs</vt:lpstr>
    </vt:vector>
  </TitlesOfParts>
  <Company>Stellenbosch Universiteit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Belasting op toegevoegde waarde  Value added tax</dc:title>
  <dc:creator>jvdberg</dc:creator>
  <cp:lastModifiedBy>Ngobese, LM, Mr [lmngobese@sun.ac.za]</cp:lastModifiedBy>
  <cp:revision>113</cp:revision>
  <cp:lastPrinted>2023-03-10T09:43:49Z</cp:lastPrinted>
  <dcterms:created xsi:type="dcterms:W3CDTF">2004-03-03T11:31:52Z</dcterms:created>
  <dcterms:modified xsi:type="dcterms:W3CDTF">2026-03-04T12:38:53Z</dcterms:modified>
</cp:coreProperties>
</file>